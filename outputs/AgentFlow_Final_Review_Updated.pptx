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b160868af444d61" /><Relationship Type="http://schemas.openxmlformats.org/officeDocument/2006/relationships/extended-properties" Target="/docProps/app.xml" Id="Rb71bbb1354984fb1" /><Relationship Type="http://schemas.openxmlformats.org/officeDocument/2006/relationships/officeDocument" Target="/ppt/presentation.xml" Id="Rbe28635566bb4850" /></Relationships>
</file>

<file path=ppt/presentation.xml><?xml version="1.0" encoding="utf-8"?>
<p:presentation xmlns:p="http://schemas.openxmlformats.org/presentationml/2006/main">
  <p:sldMasterIdLst>
    <p:sldMasterId xmlns:r="http://schemas.openxmlformats.org/officeDocument/2006/relationships" id="2147483648" r:id="Rdb763a00c08249c1"/>
  </p:sldMasterIdLst>
  <p:notesMasterIdLst>
    <p:notesMasterId xmlns:r="http://schemas.openxmlformats.org/officeDocument/2006/relationships" r:id="R8bb6442a10964bf2"/>
  </p:notesMasterIdLst>
  <p:sldIdLst>
    <p:sldId xmlns:r="http://schemas.openxmlformats.org/officeDocument/2006/relationships" id="256" r:id="R3abea0a831ed4034"/>
    <p:sldId xmlns:r="http://schemas.openxmlformats.org/officeDocument/2006/relationships" id="257" r:id="Rbdaa5c23faa549f7"/>
    <p:sldId xmlns:r="http://schemas.openxmlformats.org/officeDocument/2006/relationships" id="258" r:id="Re4434bd9a15542dc"/>
    <p:sldId xmlns:r="http://schemas.openxmlformats.org/officeDocument/2006/relationships" id="259" r:id="R2d253288fd65446b"/>
    <p:sldId xmlns:r="http://schemas.openxmlformats.org/officeDocument/2006/relationships" id="260" r:id="R9bdea088d86c4d9a"/>
    <p:sldId xmlns:r="http://schemas.openxmlformats.org/officeDocument/2006/relationships" id="261" r:id="R02e8954b0d1b4ddb"/>
    <p:sldId xmlns:r="http://schemas.openxmlformats.org/officeDocument/2006/relationships" id="262" r:id="Re3db1262305e48da"/>
    <p:sldId xmlns:r="http://schemas.openxmlformats.org/officeDocument/2006/relationships" id="263" r:id="Rf4367e50d7dc4379"/>
    <p:sldId xmlns:r="http://schemas.openxmlformats.org/officeDocument/2006/relationships" id="264" r:id="Rf4b7fb379c264989"/>
    <p:sldId xmlns:r="http://schemas.openxmlformats.org/officeDocument/2006/relationships" id="265" r:id="R1523052be31a4599"/>
    <p:sldId xmlns:r="http://schemas.openxmlformats.org/officeDocument/2006/relationships" id="266" r:id="R26ba580651fe4ab8"/>
    <p:sldId xmlns:r="http://schemas.openxmlformats.org/officeDocument/2006/relationships" id="267" r:id="Rea5d380e2f994f47"/>
    <p:sldId xmlns:r="http://schemas.openxmlformats.org/officeDocument/2006/relationships" id="268" r:id="R1f5a6dac309c428b"/>
    <p:sldId xmlns:r="http://schemas.openxmlformats.org/officeDocument/2006/relationships" id="269" r:id="R151af38621ee4c72"/>
    <p:sldId xmlns:r="http://schemas.openxmlformats.org/officeDocument/2006/relationships" id="270" r:id="Rd496425fa94d417e"/>
    <p:sldId xmlns:r="http://schemas.openxmlformats.org/officeDocument/2006/relationships" id="271" r:id="Re9b204d959a94c53"/>
    <p:sldId xmlns:r="http://schemas.openxmlformats.org/officeDocument/2006/relationships" id="272" r:id="R6f4a8b3572d64810"/>
    <p:sldId xmlns:r="http://schemas.openxmlformats.org/officeDocument/2006/relationships" id="273" r:id="Rc16be95168c24e8b"/>
    <p:sldId xmlns:r="http://schemas.openxmlformats.org/officeDocument/2006/relationships" id="274" r:id="R09b488bf77104647"/>
    <p:sldId xmlns:r="http://schemas.openxmlformats.org/officeDocument/2006/relationships" id="275" r:id="Rac712a0a091542b7"/>
    <p:sldId xmlns:r="http://schemas.openxmlformats.org/officeDocument/2006/relationships" id="276" r:id="R170c5b561d504773"/>
    <p:sldId xmlns:r="http://schemas.openxmlformats.org/officeDocument/2006/relationships" id="277" r:id="Reface2dbf77a4465"/>
    <p:sldId xmlns:r="http://schemas.openxmlformats.org/officeDocument/2006/relationships" id="278" r:id="R71a139e00b68442f"/>
    <p:sldId xmlns:r="http://schemas.openxmlformats.org/officeDocument/2006/relationships" id="279" r:id="R4e6f070daf674dfb"/>
    <p:sldId xmlns:r="http://schemas.openxmlformats.org/officeDocument/2006/relationships" id="280" r:id="Rb28eca2617874d32"/>
    <p:sldId xmlns:r="http://schemas.openxmlformats.org/officeDocument/2006/relationships" id="281" r:id="R1690b71367bf4f1d"/>
    <p:sldId xmlns:r="http://schemas.openxmlformats.org/officeDocument/2006/relationships" id="282" r:id="R437bf27ad7fd4482"/>
    <p:sldId xmlns:r="http://schemas.openxmlformats.org/officeDocument/2006/relationships" id="283" r:id="R596c1f0f2eb541c9"/>
    <p:sldId xmlns:r="http://schemas.openxmlformats.org/officeDocument/2006/relationships" id="284" r:id="R7afb9e3783434010"/>
    <p:sldId xmlns:r="http://schemas.openxmlformats.org/officeDocument/2006/relationships" id="285" r:id="R5dd7e16937984290"/>
    <p:sldId xmlns:r="http://schemas.openxmlformats.org/officeDocument/2006/relationships" id="286" r:id="Rec4da39aa93346ac"/>
    <p:sldId xmlns:r="http://schemas.openxmlformats.org/officeDocument/2006/relationships" id="287" r:id="Ra771a16c7c8d431f"/>
    <p:sldId xmlns:r="http://schemas.openxmlformats.org/officeDocument/2006/relationships" id="288" r:id="Rb69e59c1e08c4a7b"/>
    <p:sldId xmlns:r="http://schemas.openxmlformats.org/officeDocument/2006/relationships" id="289" r:id="Rd1ee970bd30c49e7"/>
    <p:sldId xmlns:r="http://schemas.openxmlformats.org/officeDocument/2006/relationships" id="290" r:id="R62c061d29f3941fc"/>
    <p:sldId xmlns:r="http://schemas.openxmlformats.org/officeDocument/2006/relationships" id="291" r:id="Rd021820b027443bb"/>
    <p:sldId xmlns:r="http://schemas.openxmlformats.org/officeDocument/2006/relationships" id="292" r:id="Rad416208865e44f9"/>
    <p:sldId xmlns:r="http://schemas.openxmlformats.org/officeDocument/2006/relationships" id="293" r:id="R83a57acb79914a91"/>
    <p:sldId xmlns:r="http://schemas.openxmlformats.org/officeDocument/2006/relationships" id="294" r:id="R245e6d99a12f4106"/>
    <p:sldId xmlns:r="http://schemas.openxmlformats.org/officeDocument/2006/relationships" id="295" r:id="R831add4295bc47bd"/>
    <p:sldId xmlns:r="http://schemas.openxmlformats.org/officeDocument/2006/relationships" id="296" r:id="Re2544e9ef1114d33"/>
    <p:sldId xmlns:r="http://schemas.openxmlformats.org/officeDocument/2006/relationships" id="297" r:id="Ra2ce49ccde42434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22cadcf60564335" /><Relationship Type="http://schemas.openxmlformats.org/officeDocument/2006/relationships/slideMaster" Target="/ppt/slideMasters/slideMaster1.xml" Id="Rdb763a00c08249c1" /><Relationship Type="http://schemas.openxmlformats.org/officeDocument/2006/relationships/notesMaster" Target="/ppt/notesMasters/notesMaster1.xml" Id="R8bb6442a10964bf2" /><Relationship Type="http://schemas.openxmlformats.org/officeDocument/2006/relationships/presProps" Target="/ppt/presProps.xml" Id="R2c9be5a088cd43b6" /><Relationship Type="http://schemas.openxmlformats.org/officeDocument/2006/relationships/tableStyles" Target="/ppt/tableStyles.xml" Id="R96b63cccff3a49f3" /><Relationship Type="http://schemas.openxmlformats.org/officeDocument/2006/relationships/slide" Target="/ppt/slides/slide1.xml" Id="R3abea0a831ed4034" /><Relationship Type="http://schemas.openxmlformats.org/officeDocument/2006/relationships/slide" Target="/ppt/slides/slide2.xml" Id="Rbdaa5c23faa549f7" /><Relationship Type="http://schemas.openxmlformats.org/officeDocument/2006/relationships/slide" Target="/ppt/slides/slide3.xml" Id="Re4434bd9a15542dc" /><Relationship Type="http://schemas.openxmlformats.org/officeDocument/2006/relationships/slide" Target="/ppt/slides/slide4.xml" Id="R2d253288fd65446b" /><Relationship Type="http://schemas.openxmlformats.org/officeDocument/2006/relationships/slide" Target="/ppt/slides/slide5.xml" Id="R9bdea088d86c4d9a" /><Relationship Type="http://schemas.openxmlformats.org/officeDocument/2006/relationships/slide" Target="/ppt/slides/slide6.xml" Id="R02e8954b0d1b4ddb" /><Relationship Type="http://schemas.openxmlformats.org/officeDocument/2006/relationships/slide" Target="/ppt/slides/slide7.xml" Id="Re3db1262305e48da" /><Relationship Type="http://schemas.openxmlformats.org/officeDocument/2006/relationships/slide" Target="/ppt/slides/slide8.xml" Id="Rf4367e50d7dc4379" /><Relationship Type="http://schemas.openxmlformats.org/officeDocument/2006/relationships/slide" Target="/ppt/slides/slide9.xml" Id="Rf4b7fb379c264989" /><Relationship Type="http://schemas.openxmlformats.org/officeDocument/2006/relationships/slide" Target="/ppt/slides/slide10.xml" Id="R1523052be31a4599" /><Relationship Type="http://schemas.openxmlformats.org/officeDocument/2006/relationships/slide" Target="/ppt/slides/slide11.xml" Id="R26ba580651fe4ab8" /><Relationship Type="http://schemas.openxmlformats.org/officeDocument/2006/relationships/slide" Target="/ppt/slides/slide12.xml" Id="Rea5d380e2f994f47" /><Relationship Type="http://schemas.openxmlformats.org/officeDocument/2006/relationships/slide" Target="/ppt/slides/slide13.xml" Id="R1f5a6dac309c428b" /><Relationship Type="http://schemas.openxmlformats.org/officeDocument/2006/relationships/slide" Target="/ppt/slides/slide14.xml" Id="R151af38621ee4c72" /><Relationship Type="http://schemas.openxmlformats.org/officeDocument/2006/relationships/slide" Target="/ppt/slides/slide15.xml" Id="Rd496425fa94d417e" /><Relationship Type="http://schemas.openxmlformats.org/officeDocument/2006/relationships/slide" Target="/ppt/slides/slide16.xml" Id="Re9b204d959a94c53" /><Relationship Type="http://schemas.openxmlformats.org/officeDocument/2006/relationships/slide" Target="/ppt/slides/slide17.xml" Id="R6f4a8b3572d64810" /><Relationship Type="http://schemas.openxmlformats.org/officeDocument/2006/relationships/slide" Target="/ppt/slides/slide18.xml" Id="Rc16be95168c24e8b" /><Relationship Type="http://schemas.openxmlformats.org/officeDocument/2006/relationships/slide" Target="/ppt/slides/slide19.xml" Id="R09b488bf77104647" /><Relationship Type="http://schemas.openxmlformats.org/officeDocument/2006/relationships/slide" Target="/ppt/slides/slide20.xml" Id="Rac712a0a091542b7" /><Relationship Type="http://schemas.openxmlformats.org/officeDocument/2006/relationships/slide" Target="/ppt/slides/slide21.xml" Id="R170c5b561d504773" /><Relationship Type="http://schemas.openxmlformats.org/officeDocument/2006/relationships/slide" Target="/ppt/slides/slide22.xml" Id="Reface2dbf77a4465" /><Relationship Type="http://schemas.openxmlformats.org/officeDocument/2006/relationships/slide" Target="/ppt/slides/slide23.xml" Id="R71a139e00b68442f" /><Relationship Type="http://schemas.openxmlformats.org/officeDocument/2006/relationships/slide" Target="/ppt/slides/slide24.xml" Id="R4e6f070daf674dfb" /><Relationship Type="http://schemas.openxmlformats.org/officeDocument/2006/relationships/slide" Target="/ppt/slides/slide25.xml" Id="Rb28eca2617874d32" /><Relationship Type="http://schemas.openxmlformats.org/officeDocument/2006/relationships/slide" Target="/ppt/slides/slide26.xml" Id="R1690b71367bf4f1d" /><Relationship Type="http://schemas.openxmlformats.org/officeDocument/2006/relationships/slide" Target="/ppt/slides/slide27.xml" Id="R437bf27ad7fd4482" /><Relationship Type="http://schemas.openxmlformats.org/officeDocument/2006/relationships/slide" Target="/ppt/slides/slide28.xml" Id="R596c1f0f2eb541c9" /><Relationship Type="http://schemas.openxmlformats.org/officeDocument/2006/relationships/slide" Target="/ppt/slides/slide29.xml" Id="R7afb9e3783434010" /><Relationship Type="http://schemas.openxmlformats.org/officeDocument/2006/relationships/slide" Target="/ppt/slides/slide30.xml" Id="R5dd7e16937984290" /><Relationship Type="http://schemas.openxmlformats.org/officeDocument/2006/relationships/slide" Target="/ppt/slides/slide31.xml" Id="Rec4da39aa93346ac" /><Relationship Type="http://schemas.openxmlformats.org/officeDocument/2006/relationships/slide" Target="/ppt/slides/slide32.xml" Id="Ra771a16c7c8d431f" /><Relationship Type="http://schemas.openxmlformats.org/officeDocument/2006/relationships/slide" Target="/ppt/slides/slide33.xml" Id="Rb69e59c1e08c4a7b" /><Relationship Type="http://schemas.openxmlformats.org/officeDocument/2006/relationships/slide" Target="/ppt/slides/slide34.xml" Id="Rd1ee970bd30c49e7" /><Relationship Type="http://schemas.openxmlformats.org/officeDocument/2006/relationships/slide" Target="/ppt/slides/slide35.xml" Id="R62c061d29f3941fc" /><Relationship Type="http://schemas.openxmlformats.org/officeDocument/2006/relationships/slide" Target="/ppt/slides/slide36.xml" Id="Rd021820b027443bb" /><Relationship Type="http://schemas.openxmlformats.org/officeDocument/2006/relationships/slide" Target="/ppt/slides/slide37.xml" Id="Rad416208865e44f9" /><Relationship Type="http://schemas.openxmlformats.org/officeDocument/2006/relationships/slide" Target="/ppt/slides/slide38.xml" Id="R83a57acb79914a91" /><Relationship Type="http://schemas.openxmlformats.org/officeDocument/2006/relationships/slide" Target="/ppt/slides/slide39.xml" Id="R245e6d99a12f4106" /><Relationship Type="http://schemas.openxmlformats.org/officeDocument/2006/relationships/slide" Target="/ppt/slides/slide40.xml" Id="R831add4295bc47bd" /><Relationship Type="http://schemas.openxmlformats.org/officeDocument/2006/relationships/slide" Target="/ppt/slides/slide41.xml" Id="Re2544e9ef1114d33" /><Relationship Type="http://schemas.openxmlformats.org/officeDocument/2006/relationships/slide" Target="/ppt/slides/slide42.xml" Id="Ra2ce49ccde42434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5696c0b17fa4e8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af011b8fab54497" /><Relationship Type="http://schemas.openxmlformats.org/officeDocument/2006/relationships/notesMaster" Target="/ppt/notesMasters/notesMaster1.xml" Id="Rb99e34e518c34ef1" /></Relationships>
</file>

<file path=ppt/notesSlides/_rels/notesSlide2.xml.rels>&#65279;<?xml version="1.0" encoding="utf-8"?><Relationships xmlns="http://schemas.openxmlformats.org/package/2006/relationships"><Relationship Type="http://schemas.openxmlformats.org/officeDocument/2006/relationships/slide" Target="/ppt/slides/slide2.xml" Id="R7eeaf75aade44cdf" /><Relationship Type="http://schemas.openxmlformats.org/officeDocument/2006/relationships/notesMaster" Target="/ppt/notesMasters/notesMaster1.xml" Id="Rd75316eb11494c78" /></Relationships>
</file>

<file path=ppt/notesSlides/_rels/notesSlide3.xml.rels>&#65279;<?xml version="1.0" encoding="utf-8"?><Relationships xmlns="http://schemas.openxmlformats.org/package/2006/relationships"><Relationship Type="http://schemas.openxmlformats.org/officeDocument/2006/relationships/slide" Target="/ppt/slides/slide3.xml" Id="Rd8fb43e512454c76" /><Relationship Type="http://schemas.openxmlformats.org/officeDocument/2006/relationships/notesMaster" Target="/ppt/notesMasters/notesMaster1.xml" Id="Rd532185c061943eb" /></Relationships>
</file>

<file path=ppt/notesSlides/_rels/notesSlide4.xml.rels>&#65279;<?xml version="1.0" encoding="utf-8"?><Relationships xmlns="http://schemas.openxmlformats.org/package/2006/relationships"><Relationship Type="http://schemas.openxmlformats.org/officeDocument/2006/relationships/slide" Target="/ppt/slides/slide4.xml" Id="R6f60756492464c30" /><Relationship Type="http://schemas.openxmlformats.org/officeDocument/2006/relationships/notesMaster" Target="/ppt/notesMasters/notesMaster1.xml" Id="R2d1bbe419d7243ad" /></Relationships>
</file>

<file path=ppt/notesSlides/_rels/notesSlide5.xml.rels>&#65279;<?xml version="1.0" encoding="utf-8"?><Relationships xmlns="http://schemas.openxmlformats.org/package/2006/relationships"><Relationship Type="http://schemas.openxmlformats.org/officeDocument/2006/relationships/slide" Target="/ppt/slides/slide5.xml" Id="R082c7e28cf5d484f" /><Relationship Type="http://schemas.openxmlformats.org/officeDocument/2006/relationships/notesMaster" Target="/ppt/notesMasters/notesMaster1.xml" Id="R29c6ac6da7c84f0a" /></Relationships>
</file>

<file path=ppt/notesSlides/_rels/notesSlide6.xml.rels>&#65279;<?xml version="1.0" encoding="utf-8"?><Relationships xmlns="http://schemas.openxmlformats.org/package/2006/relationships"><Relationship Type="http://schemas.openxmlformats.org/officeDocument/2006/relationships/slide" Target="/ppt/slides/slide6.xml" Id="R17ab1be609584988" /><Relationship Type="http://schemas.openxmlformats.org/officeDocument/2006/relationships/notesMaster" Target="/ppt/notesMasters/notesMaster1.xml" Id="Rfb3e7f54eb824cb6" /></Relationships>
</file>

<file path=ppt/notesSlides/_rels/notesSlide7.xml.rels>&#65279;<?xml version="1.0" encoding="utf-8"?><Relationships xmlns="http://schemas.openxmlformats.org/package/2006/relationships"><Relationship Type="http://schemas.openxmlformats.org/officeDocument/2006/relationships/slide" Target="/ppt/slides/slide7.xml" Id="R3702f656de28444d" /><Relationship Type="http://schemas.openxmlformats.org/officeDocument/2006/relationships/notesMaster" Target="/ppt/notesMasters/notesMaster1.xml" Id="Rae0202406a26496f" /></Relationships>
</file>

<file path=ppt/notesSlides/_rels/notesSlide8.xml.rels>&#65279;<?xml version="1.0" encoding="utf-8"?><Relationships xmlns="http://schemas.openxmlformats.org/package/2006/relationships"><Relationship Type="http://schemas.openxmlformats.org/officeDocument/2006/relationships/slide" Target="/ppt/slides/slide8.xml" Id="R6fa316ddca59427a" /><Relationship Type="http://schemas.openxmlformats.org/officeDocument/2006/relationships/notesMaster" Target="/ppt/notesMasters/notesMaster1.xml" Id="R97ea60060f674ab8" /></Relationships>
</file>

<file path=ppt/notesSlides/_rels/notesSlide9.xml.rels>&#65279;<?xml version="1.0" encoding="utf-8"?><Relationships xmlns="http://schemas.openxmlformats.org/package/2006/relationships"><Relationship Type="http://schemas.openxmlformats.org/officeDocument/2006/relationships/slide" Target="/ppt/slides/slide9.xml" Id="R5b55f5a1128c450f" /><Relationship Type="http://schemas.openxmlformats.org/officeDocument/2006/relationships/notesMaster" Target="/ppt/notesMasters/notesMaster1.xml" Id="Rcc629abec39440e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9cc369dc2e04ed8" /><Relationship Type="http://schemas.openxmlformats.org/officeDocument/2006/relationships/notesMaster" Target="/ppt/notesMasters/notesMaster1.xml" Id="Rc7b837cc5e0d40b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db62df801534353" /><Relationship Type="http://schemas.openxmlformats.org/officeDocument/2006/relationships/notesMaster" Target="/ppt/notesMasters/notesMaster1.xml" Id="R1bd27c2fb1f9400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82a8a28d9bc4884" /><Relationship Type="http://schemas.openxmlformats.org/officeDocument/2006/relationships/notesMaster" Target="/ppt/notesMasters/notesMaster1.xml" Id="Rff23bdf8bec34eb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fc42e702f6847b6" /><Relationship Type="http://schemas.openxmlformats.org/officeDocument/2006/relationships/notesMaster" Target="/ppt/notesMasters/notesMaster1.xml" Id="R2e350e2d2325438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03c7dc0feab4ead" /><Relationship Type="http://schemas.openxmlformats.org/officeDocument/2006/relationships/notesMaster" Target="/ppt/notesMasters/notesMaster1.xml" Id="R0038761771f440e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71c816fc0e04c87" /><Relationship Type="http://schemas.openxmlformats.org/officeDocument/2006/relationships/notesMaster" Target="/ppt/notesMasters/notesMaster1.xml" Id="Rdd4459894d86452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09f8fdc1ca7415f" /><Relationship Type="http://schemas.openxmlformats.org/officeDocument/2006/relationships/notesMaster" Target="/ppt/notesMasters/notesMaster1.xml" Id="R1642edc181d24be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56b8784c16d44e3" /><Relationship Type="http://schemas.openxmlformats.org/officeDocument/2006/relationships/notesMaster" Target="/ppt/notesMasters/notesMaster1.xml" Id="Rec93d0aa558c433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baad025080c4747" /><Relationship Type="http://schemas.openxmlformats.org/officeDocument/2006/relationships/notesMaster" Target="/ppt/notesMasters/notesMaster1.xml" Id="Rb0e1dd0dfab7460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d7269098fa04a57" /><Relationship Type="http://schemas.openxmlformats.org/officeDocument/2006/relationships/notesMaster" Target="/ppt/notesMasters/notesMaster1.xml" Id="R3d25d9570542426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f271d9d86254510" /><Relationship Type="http://schemas.openxmlformats.org/officeDocument/2006/relationships/notesMaster" Target="/ppt/notesMasters/notesMaster1.xml" Id="Redb06744ccad448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3722719a5804c13" /><Relationship Type="http://schemas.openxmlformats.org/officeDocument/2006/relationships/notesMaster" Target="/ppt/notesMasters/notesMaster1.xml" Id="Rc57a684a864b4fa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5ba42a7afec4870" /><Relationship Type="http://schemas.openxmlformats.org/officeDocument/2006/relationships/notesMaster" Target="/ppt/notesMasters/notesMaster1.xml" Id="Raa7b19becdfa47a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a70f4fe04b14ef3" /><Relationship Type="http://schemas.openxmlformats.org/officeDocument/2006/relationships/notesMaster" Target="/ppt/notesMasters/notesMaster1.xml" Id="Re1999d9f9f85404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be34e2203bb48f4" /><Relationship Type="http://schemas.openxmlformats.org/officeDocument/2006/relationships/notesMaster" Target="/ppt/notesMasters/notesMaster1.xml" Id="Rfe5a74b0947942c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6fa43176e8e471e" /><Relationship Type="http://schemas.openxmlformats.org/officeDocument/2006/relationships/notesMaster" Target="/ppt/notesMasters/notesMaster1.xml" Id="Rc9c40066d7594c2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266c78b2f7c4979" /><Relationship Type="http://schemas.openxmlformats.org/officeDocument/2006/relationships/notesMaster" Target="/ppt/notesMasters/notesMaster1.xml" Id="Re6374e002ad54e6c"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5d54aea323d4dfa" /><Relationship Type="http://schemas.openxmlformats.org/officeDocument/2006/relationships/notesMaster" Target="/ppt/notesMasters/notesMaster1.xml" Id="R196c09eb0bbf4ad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4f5110ed5254121" /><Relationship Type="http://schemas.openxmlformats.org/officeDocument/2006/relationships/notesMaster" Target="/ppt/notesMasters/notesMaster1.xml" Id="R2a8ce8b04447463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37f7a06c0384269" /><Relationship Type="http://schemas.openxmlformats.org/officeDocument/2006/relationships/notesMaster" Target="/ppt/notesMasters/notesMaster1.xml" Id="R932dfaf850ef4011"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d2393a31373e4136" /><Relationship Type="http://schemas.openxmlformats.org/officeDocument/2006/relationships/notesMaster" Target="/ppt/notesMasters/notesMaster1.xml" Id="Ra9145c443fdd4a85"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4a434ad275e64afa" /><Relationship Type="http://schemas.openxmlformats.org/officeDocument/2006/relationships/notesMaster" Target="/ppt/notesMasters/notesMaster1.xml" Id="R5dc2bdce3fd54aaa"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f7f09fe4b3df4803" /><Relationship Type="http://schemas.openxmlformats.org/officeDocument/2006/relationships/notesMaster" Target="/ppt/notesMasters/notesMaster1.xml" Id="Reac5e535259143e9"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85f454a9852e4f24" /><Relationship Type="http://schemas.openxmlformats.org/officeDocument/2006/relationships/notesMaster" Target="/ppt/notesMasters/notesMaster1.xml" Id="R153e85dcc8974d58"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6e3fe64fc68f48c0" /><Relationship Type="http://schemas.openxmlformats.org/officeDocument/2006/relationships/notesMaster" Target="/ppt/notesMasters/notesMaster1.xml" Id="R45b73e43e44d4546"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2dba1ebfd84845c6" /><Relationship Type="http://schemas.openxmlformats.org/officeDocument/2006/relationships/notesMaster" Target="/ppt/notesMasters/notesMaster1.xml" Id="R20c3f208b60949a1"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54f17e5fe93c49ea" /><Relationship Type="http://schemas.openxmlformats.org/officeDocument/2006/relationships/notesMaster" Target="/ppt/notesMasters/notesMaster1.xml" Id="Rcf047dc6954e4a25"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d14fe58a93324220" /><Relationship Type="http://schemas.openxmlformats.org/officeDocument/2006/relationships/notesMaster" Target="/ppt/notesMasters/notesMaster1.xml" Id="R433ce1caa66f4251"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971ab933c8634829" /><Relationship Type="http://schemas.openxmlformats.org/officeDocument/2006/relationships/notesMaster" Target="/ppt/notesMasters/notesMaster1.xml" Id="R13fb610c7b404c9a"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fd0996049d984f4b" /><Relationship Type="http://schemas.openxmlformats.org/officeDocument/2006/relationships/notesMaster" Target="/ppt/notesMasters/notesMaster1.xml" Id="R722e1ff9c6ab43a4"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b817a4b45c744640" /><Relationship Type="http://schemas.openxmlformats.org/officeDocument/2006/relationships/notesMaster" Target="/ppt/notesMasters/notesMaster1.xml" Id="Rb94ddcea733244a9"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498b76e3ae184d43" /><Relationship Type="http://schemas.openxmlformats.org/officeDocument/2006/relationships/notesMaster" Target="/ppt/notesMasters/notesMaster1.xml" Id="R0be0091612254e38"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514c8e143845431e" /><Relationship Type="http://schemas.openxmlformats.org/officeDocument/2006/relationships/notesMaster" Target="/ppt/notesMasters/notesMaster1.xml" Id="R8407e16c1cf541e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Dynamic Multi-Agent Task Orchestration System for Academic Research and Document Analysis Operations. Speak from the bold lead phrases on slides. This deck describes the current implementation, not the larger original proposal.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 uploads selectable-text PDFs and optional CSV or Excel files, states a research objective, and selects an analysis mode. The app makes a validated task plan, uses registered tools, and saves a Markdown report. Research gaps are candidate inferences from supplied papers. Crossref returns metadata, not full 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direct prompt-response loop obscures which evidence was read, which steps depend on other steps, and why a conclusion was produced. In an academic workflow, those missing links make errors difficult to trace or repair.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application has one LangGraph controller node that loops. Inside that node, a separate task dependency graph describes the research work. Each visible agent represents a role configuration for a task, not a separate LangGraph node.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LangGraph application graph contains a controller node that loops. The visible agents are task-specific runtime configurations, not separate LangGraph nodes. SQLite persistence is managed by the application, not a LangGraph SQLite checkpointer.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POST /execute first creates a queued run and starts a background task. The planner proposes a graph only when AI mode and dynamic planning are enabled. The controller repeatedly runs one ready task, persists state, then continues until complete or blocked.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agent instance records its role, task objective, approved tool, output kind, status, and attempts. Read and search roles invoke deterministic Python functions even when the plan came from an LLM.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role labels may vary between runs. The registered tool name controls what code executes; a role name alone never grants permissions. One selected provider model serves all AI roles for that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provider supplies a pretrained model. AgentFlow does not train a separate model per agent. It binds task-specific instructions and constraints to a worker template at runtime.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mode may choose task names, roles, instructions, and allowed dependency edges based on inputs. It cannot add new capabilities. Offline mode creates a fixed input-aware plan without semantic AI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simplified task object matches the fields that matter in workflow state. The planner supplies the first six fields; execution updates status, attempts, output, validation, and agent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task is ready when it is pending and all dependencies completed. The current implementation executes the first ready task per LangGraph iteration. It does not run independent tasks in parallel.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Tools are fixed Python functions. The AI writes instructions and narrative; it does not execute generated Python code, install software, or access an unrestricted shell.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PDF citations use 1-based PDF page indices. CSV/Excel outputs include dimensions, null counts, and numerical summaries. Crossref records carry a relation label: exact uploaded-paper metadata or unreviewed candidate related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 sends bounded excerpts to the chosen provider. This controls prompt size but can omit relevant passages. The comparison agent sees uploaded document evidence; report writer sees all completed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Validation catches structural and some provenance errors. Semantic review checks requirement coverage and consistency. Neither proves every scientific statement correct; one prior comparison incorrectly mentioned batch normalization for a paper where the term was absent.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replanner can revise only the failed task instruction. It cannot alter permissions, source files, or graph edges. Successful outputs remain in SQLite. Key and quota failures require user/provider action, not repeated model calls.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interface polls saved runs rather than waiting for the entire analysis in one HTTP response. API endpoints and workflow state use Pydantic/FastAPI and local SQLite.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stack uses one selected LLM provider per run. Gemini and Groq use hosted APIs; Ollama requires a separate local model. The default local state store is SQLite. There is no Docker dependency in the active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hypothetical teaching example, not a claim that these exact files were processed. The same request uses every main branch of the implemented workflow: three paper reads, one table read, optional Crossref search, comparison, chart, report, and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a workflow starts, POST /upload accepts each file. The server checks its extension and 10 MB limit, assigns an internal ID, saves the bytes locally, and calls the read tool once to reject unreadable uploads.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browser sends POST /execute after all four uploads succeed. FastAPI validates field lengths and provider selection. The API saves a queued state and runs the workflow as a background task; the browser polls GET /runs/{id} for progress.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planner receives the objective, the four file IDs and file types, and the search flag. It must return JSON that follows the permitted task schema. This illustration shows a possible eight-task graph, not a guaranteed exact plan.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planner output is treated as untrusted data. Pydantic parses every task, then Python topologically orders it and checks exact permissions. If either AI attempt fails validation, the run stops with a planning error instead of executing a risky graph.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validation, deploy_agent records a concrete instance for each task. Roles are prompt and state configurations, not newly trained models. A tool task has one approved registered tool; planner and reviewer roles have no tool permission.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LangGraph controller asks which pending task has completed parents. It runs the first ready task, saves status and output to SQLite, and repeats. Independent reads could be ready together, but this implementation still executes them sequentially.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approved read tool returns structured evidence. No AI interpretation occurs during PDF extraction or CSV summary. These output objects become inputs to later tasks and can be inspected in the browser.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academic search tool queries Crossref metadata, using title hints from the uploaded PDFs when possible. The chart tool uses the CSV summary, not a model-generated number. Both outputs remain separately visible before the writer synthesizes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comparator receives the document outputs that the plan names as parents. It does not receive CSV data or Crossref candidates for this task. Its prompt requests methods, evidence, differences, limitations, and PDF page citations.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report has a wider evidence scope than the comparator. It receives all completed reads, Crossref metadata, comparison text, and chart output. The writer receives explicit instructions to separate uploaded-paper metadata from unreviewed candidate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acceptance, Python verifies the output schema and generated artifact. Report-specific checks reject citations to PDF pages beyond the real page count, DOI values absent from evidence, and Markdown DOI links whose label and destination disagree.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separate model call evaluates the draft against the objective and bounded evidence. It returns a structured JSON judgment with passed, coverage, and issues. The reviewer may miss errors, so coverage must not be presented as factual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If the report fails a repairable check, the replanner can return JSON with retry or stop, a rationale, and a revised instruction. It cannot change file IDs, dependencies, tools, or the user objective. Attempts are capped at three.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browser renders task cards, the agent roster, and a dependency graph from saved run state. Recorded hand-offs show assignments and evidence transfers. A completed run exposes chart and report download links.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worked example was illustrative. Separately, a real completed run with two PDFs and one CSV executed seven tasks. The single-call baseline received pre-executed tool outputs, so these numbers do not prove a tool-selection benefit.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prototype supports research workflows on supplied evidence. The main open question is whether its added planning and review stages improve results enough to justify their time and token cost across many cases.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implementation is narrower than a general autonomous agent platform. The strongest explanation is precise: AI proposes work and writes analysis; deterministic code constrains tools, schedules tasks, saves state, and checks artifacts.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State clearly what the system did and what it did not establish. This avoids overclaiming “trained agents,” parallel execution, or guaranteed academic correctness.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PyMuPDF first attempts normal text extraction. RapidOCR reads image-only pages. The visual task is separate from document reading and reports where labels appear. The AI writer can explain a likely order, but the application does not trace every arrow in the pixels.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the demonstrated run, the figure task surfaced two diagrams. Explain the main path from embeddings and positional encoding through repeated attention and feed-forward blocks to linear and softmax output. The reported connections combine paper text with figure labels; they are not independently arrow-traced.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CSV demonstration to show a chart of actual model scores, rather than the old missing-values-only view. State that selection is bounded and deterministic: it does not discover every possible trend in every dataset.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AgentFlow demonstrates an inspectable, constrained multi-role pipeline for academic documents and data. Its planned tasks, approved tools, recorded hand-offs, saved state, validation, and branch retries can be shown live.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1159eb397cd45b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aa486ed466745c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e466dc3f4a4499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19cf989d8c1441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e45eb0943234bd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94a9b1332ce4b1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24E6439-13AF-49C6-A73A-3B78A0B1B54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77D9DD1-5B42-4E06-868D-E5F40CA6C02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CB4675B-2FA4-4CB5-8DF7-147DB4A9A29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EB305A0-1D00-421D-88AF-05E3E74339A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AF9CFA9-776C-43DF-A0E9-91F0C6C64B8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EFF64BD-CA5C-45BE-970C-429E33EB51B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56A8917-FB65-432D-813A-CCCB9042E55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45A3324-3BFC-4414-B47A-9AD6C44AED2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758C402-D2C9-4208-9EC1-A571E0AB258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8DB149B-6810-459A-8A29-909D57426B2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56ca03b4ff544f5" /><Relationship Type="http://schemas.openxmlformats.org/officeDocument/2006/relationships/slideLayout" Target="/ppt/slideLayouts/slideLayout1.xml" Id="Rb778ead203ff4609" /><Relationship Type="http://schemas.openxmlformats.org/officeDocument/2006/relationships/slideLayout" Target="/ppt/slideLayouts/slideLayout2.xml" Id="R067b685802dd480b" /><Relationship Type="http://schemas.openxmlformats.org/officeDocument/2006/relationships/slideLayout" Target="/ppt/slideLayouts/slideLayout3.xml" Id="Rca54c53986e54ad7" /><Relationship Type="http://schemas.openxmlformats.org/officeDocument/2006/relationships/slideLayout" Target="/ppt/slideLayouts/slideLayout4.xml" Id="R4624ed9b85b24247" /><Relationship Type="http://schemas.openxmlformats.org/officeDocument/2006/relationships/slideLayout" Target="/ppt/slideLayouts/slideLayout5.xml" Id="R4ac58d8878954b24" /><Relationship Type="http://schemas.openxmlformats.org/officeDocument/2006/relationships/slideLayout" Target="/ppt/slideLayouts/slideLayout6.xml" Id="R113a4e04d3864c8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778ead203ff4609"/>
    <p:sldLayoutId xmlns:r="http://schemas.openxmlformats.org/officeDocument/2006/relationships" id="2147483650" r:id="R067b685802dd480b"/>
    <p:sldLayoutId xmlns:r="http://schemas.openxmlformats.org/officeDocument/2006/relationships" id="2147483651" r:id="Rca54c53986e54ad7"/>
    <p:sldLayoutId xmlns:r="http://schemas.openxmlformats.org/officeDocument/2006/relationships" id="2147483652" r:id="R4624ed9b85b24247"/>
    <p:sldLayoutId xmlns:r="http://schemas.openxmlformats.org/officeDocument/2006/relationships" id="2147483653" r:id="R4ac58d8878954b24"/>
    <p:sldLayoutId xmlns:r="http://schemas.openxmlformats.org/officeDocument/2006/relationships" id="2147483654" r:id="R113a4e04d3864c8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5b58453be7449de" /><Relationship Type="http://schemas.openxmlformats.org/officeDocument/2006/relationships/notesSlide" Target="/ppt/notesSlides/notesSlide1.xml" Id="R782f977a4f8643d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e0631c45c1147d5" /><Relationship Type="http://schemas.openxmlformats.org/officeDocument/2006/relationships/notesSlide" Target="/ppt/notesSlides/notesSlide2.xml" Id="R11f2f1c3c2ba4ef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b5ff9233ddd46d1" /><Relationship Type="http://schemas.openxmlformats.org/officeDocument/2006/relationships/notesSlide" Target="/ppt/notesSlides/notesSlide3.xml" Id="Re8330d59e60c4d3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273895fb8ac4019" /><Relationship Type="http://schemas.openxmlformats.org/officeDocument/2006/relationships/notesSlide" Target="/ppt/notesSlides/notesSlide4.xml" Id="R937f21d2d5b64a1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461474af66348db" /><Relationship Type="http://schemas.openxmlformats.org/officeDocument/2006/relationships/notesSlide" Target="/ppt/notesSlides/notesSlide5.xml" Id="R6d4961f022c84d4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e7fd04836a249cd" /><Relationship Type="http://schemas.openxmlformats.org/officeDocument/2006/relationships/notesSlide" Target="/ppt/notesSlides/notesSlide6.xml" Id="Rb3f0301fd87144e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41bb4838bdd427b" /><Relationship Type="http://schemas.openxmlformats.org/officeDocument/2006/relationships/notesSlide" Target="/ppt/notesSlides/notesSlide7.xml" Id="Rc8846ee87efd483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6d9d085234b4a5c" /><Relationship Type="http://schemas.openxmlformats.org/officeDocument/2006/relationships/notesSlide" Target="/ppt/notesSlides/notesSlide8.xml" Id="R18d60296cd114e4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035b35845e14e80" /><Relationship Type="http://schemas.openxmlformats.org/officeDocument/2006/relationships/notesSlide" Target="/ppt/notesSlides/notesSlide9.xml" Id="R42ae06b309ea4ab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97d61ffc9304d90" /><Relationship Type="http://schemas.openxmlformats.org/officeDocument/2006/relationships/notesSlide" Target="/ppt/notesSlides/notesSlide10.xml" Id="R0b70f7211988459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d9c7030d3244555" /><Relationship Type="http://schemas.openxmlformats.org/officeDocument/2006/relationships/notesSlide" Target="/ppt/notesSlides/notesSlide11.xml" Id="Reb3f6a2f343640e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3b82f7206014478" /><Relationship Type="http://schemas.openxmlformats.org/officeDocument/2006/relationships/notesSlide" Target="/ppt/notesSlides/notesSlide12.xml" Id="R41aa4ea90b484ec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6f67d07fe564daf" /><Relationship Type="http://schemas.openxmlformats.org/officeDocument/2006/relationships/notesSlide" Target="/ppt/notesSlides/notesSlide13.xml" Id="R6260d8c70e3f428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6ee3d7bf3da4c90" /><Relationship Type="http://schemas.openxmlformats.org/officeDocument/2006/relationships/notesSlide" Target="/ppt/notesSlides/notesSlide14.xml" Id="Rce01fb873a49411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1c06ce8871b8445c" /><Relationship Type="http://schemas.openxmlformats.org/officeDocument/2006/relationships/notesSlide" Target="/ppt/notesSlides/notesSlide15.xml" Id="Rcf3a6677791845d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00f884e192f74871" /><Relationship Type="http://schemas.openxmlformats.org/officeDocument/2006/relationships/notesSlide" Target="/ppt/notesSlides/notesSlide16.xml" Id="R345aa5bdbcaf41a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5e329fd1c8cd4c40" /><Relationship Type="http://schemas.openxmlformats.org/officeDocument/2006/relationships/notesSlide" Target="/ppt/notesSlides/notesSlide17.xml" Id="R00de5cd7ed9241d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2c0423b44cd142bd" /><Relationship Type="http://schemas.openxmlformats.org/officeDocument/2006/relationships/notesSlide" Target="/ppt/notesSlides/notesSlide18.xml" Id="R0ce96f3a9236425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7570545f19164190" /><Relationship Type="http://schemas.openxmlformats.org/officeDocument/2006/relationships/notesSlide" Target="/ppt/notesSlides/notesSlide19.xml" Id="Rce2a86c03e544dd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6eb6434d97c44a8b" /><Relationship Type="http://schemas.openxmlformats.org/officeDocument/2006/relationships/notesSlide" Target="/ppt/notesSlides/notesSlide20.xml" Id="R61f41a836aab45e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a5d4f4f34e294f20" /><Relationship Type="http://schemas.openxmlformats.org/officeDocument/2006/relationships/notesSlide" Target="/ppt/notesSlides/notesSlide21.xml" Id="R73c802dd9f9141c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701f862231e24c98" /><Relationship Type="http://schemas.openxmlformats.org/officeDocument/2006/relationships/notesSlide" Target="/ppt/notesSlides/notesSlide22.xml" Id="Rfacccab796544be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0ed76447d0554861" /><Relationship Type="http://schemas.openxmlformats.org/officeDocument/2006/relationships/notesSlide" Target="/ppt/notesSlides/notesSlide23.xml" Id="R6a23a172695d44f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c2b95368486e469e" /><Relationship Type="http://schemas.openxmlformats.org/officeDocument/2006/relationships/notesSlide" Target="/ppt/notesSlides/notesSlide24.xml" Id="Raeed00ec6e03442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9463fcdb3ce341de" /><Relationship Type="http://schemas.openxmlformats.org/officeDocument/2006/relationships/notesSlide" Target="/ppt/notesSlides/notesSlide25.xml" Id="R79fc62e6e8ef497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2ad23bd29f1b48b2" /><Relationship Type="http://schemas.openxmlformats.org/officeDocument/2006/relationships/notesSlide" Target="/ppt/notesSlides/notesSlide26.xml" Id="Rb0ce24caaa03496d"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d6e012776335476c" /><Relationship Type="http://schemas.openxmlformats.org/officeDocument/2006/relationships/notesSlide" Target="/ppt/notesSlides/notesSlide27.xml" Id="R9e31fe8d097b42ab"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c604e2fa650349c6" /><Relationship Type="http://schemas.openxmlformats.org/officeDocument/2006/relationships/notesSlide" Target="/ppt/notesSlides/notesSlide28.xml" Id="R668b205d77ca4c83"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16775fda3882481f" /><Relationship Type="http://schemas.openxmlformats.org/officeDocument/2006/relationships/notesSlide" Target="/ppt/notesSlides/notesSlide29.xml" Id="R7e69920a64f8412a"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96a6a8c801a445fc" /><Relationship Type="http://schemas.openxmlformats.org/officeDocument/2006/relationships/notesSlide" Target="/ppt/notesSlides/notesSlide30.xml" Id="Racfff3b59e7d4777"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85e2970ce3374ae6" /><Relationship Type="http://schemas.openxmlformats.org/officeDocument/2006/relationships/notesSlide" Target="/ppt/notesSlides/notesSlide31.xml" Id="R5527855833964752"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89797587067b478c" /><Relationship Type="http://schemas.openxmlformats.org/officeDocument/2006/relationships/notesSlide" Target="/ppt/notesSlides/notesSlide32.xml" Id="R01a531ed917f40fb"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40fada82e89546ec" /><Relationship Type="http://schemas.openxmlformats.org/officeDocument/2006/relationships/notesSlide" Target="/ppt/notesSlides/notesSlide33.xml" Id="R589e261984614a7a"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c6ad67aed31a4f5d" /><Relationship Type="http://schemas.openxmlformats.org/officeDocument/2006/relationships/notesSlide" Target="/ppt/notesSlides/notesSlide34.xml" Id="Ra72d4d4a7a5646d1"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b14a067c93e14da1" /><Relationship Type="http://schemas.openxmlformats.org/officeDocument/2006/relationships/notesSlide" Target="/ppt/notesSlides/notesSlide35.xml" Id="Rb8f6be3d350c4282"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ca6ff0bacf154f0a" /><Relationship Type="http://schemas.openxmlformats.org/officeDocument/2006/relationships/notesSlide" Target="/ppt/notesSlides/notesSlide36.xml" Id="Rffbfc46fb0af4feb"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8f31021eaf794b86" /><Relationship Type="http://schemas.openxmlformats.org/officeDocument/2006/relationships/notesSlide" Target="/ppt/notesSlides/notesSlide37.xml" Id="Rd82f61c693584785"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bc1d72d5056a4e35" /><Relationship Type="http://schemas.openxmlformats.org/officeDocument/2006/relationships/notesSlide" Target="/ppt/notesSlides/notesSlide38.xml" Id="R6f1003d3e8d144eb"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b0cafd562e09411a" /><Relationship Type="http://schemas.openxmlformats.org/officeDocument/2006/relationships/notesSlide" Target="/ppt/notesSlides/notesSlide39.xml" Id="R2c9f32efde544ad3"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0b5cb609507b44ad" /><Relationship Type="http://schemas.openxmlformats.org/officeDocument/2006/relationships/notesSlide" Target="/ppt/notesSlides/notesSlide40.xml" Id="Rf666eebce16d4867"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b41738123eff46ed" /><Relationship Type="http://schemas.openxmlformats.org/officeDocument/2006/relationships/notesSlide" Target="/ppt/notesSlides/notesSlide41.xml" Id="R0d06fa9b9e95442f"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ed4b622fa1784ed9" /><Relationship Type="http://schemas.openxmlformats.org/officeDocument/2006/relationships/notesSlide" Target="/ppt/notesSlides/notesSlide42.xml" Id="Rbc57ece5888c4000" /></Relationships>
</file>

<file path=ppt/slides/slide1.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2A94B08-1C57-4D98-B7B1-1439BC8E3D9E}"/>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E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98F2CEB-2834-4B7F-9384-98252DC638CE}"/>
              </a:ext>
            </a:extLst>
          </p:cNvPr>
          <p:cNvSpPr>
            <a:spLocks xmlns:a="http://schemas.openxmlformats.org/drawingml/2006/main" noGrp="1"/>
          </p:cNvSpPr>
          <p:nvPr/>
        </p:nvSpPr>
        <p:spPr>
          <a:xfrm xmlns:a="http://schemas.openxmlformats.org/drawingml/2006/main">
            <a:off x="609600" y="323850"/>
            <a:ext cx="1009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07E78"/>
                </a:solidFill>
              </a:defRPr>
            </a:defPPr>
            <a:lvl1pPr>
              <a:defRPr sz="1125" b="1">
                <a:solidFill>
                  <a:srgbClr val="007E78"/>
                </a:solidFill>
              </a:defRPr>
            </a:lvl1pPr>
            <a:lvl2pPr>
              <a:defRPr sz="1125" b="1">
                <a:solidFill>
                  <a:srgbClr val="007E78"/>
                </a:solidFill>
              </a:defRPr>
            </a:lvl2pPr>
            <a:lvl3pPr>
              <a:defRPr sz="1125" b="1">
                <a:solidFill>
                  <a:srgbClr val="007E78"/>
                </a:solidFill>
              </a:defRPr>
            </a:lvl3pPr>
            <a:lvl4pPr>
              <a:defRPr sz="1125" b="1">
                <a:solidFill>
                  <a:srgbClr val="007E78"/>
                </a:solidFill>
              </a:defRPr>
            </a:lvl4pPr>
            <a:lvl5pPr>
              <a:defRPr sz="1125" b="1">
                <a:solidFill>
                  <a:srgbClr val="007E78"/>
                </a:solidFill>
              </a:defRPr>
            </a:lvl5pPr>
            <a:lvl6pPr>
              <a:defRPr sz="1125" b="1">
                <a:solidFill>
                  <a:srgbClr val="007E78"/>
                </a:solidFill>
              </a:defRPr>
            </a:lvl6pPr>
            <a:lvl7pPr>
              <a:defRPr sz="1125" b="1">
                <a:solidFill>
                  <a:srgbClr val="007E78"/>
                </a:solidFill>
              </a:defRPr>
            </a:lvl7pPr>
            <a:lvl8pPr>
              <a:defRPr sz="1125" b="1">
                <a:solidFill>
                  <a:srgbClr val="007E78"/>
                </a:solidFill>
              </a:defRPr>
            </a:lvl8pPr>
            <a:lvl9pPr>
              <a:defRPr sz="1125" b="1">
                <a:solidFill>
                  <a:srgbClr val="007E78"/>
                </a:solidFill>
              </a:defRPr>
            </a:lvl9pPr>
          </a:lstStyle>
          <a:p xmlns:a="http://schemas.openxmlformats.org/drawingml/2006/main">
            <a:pPr>
              <a:buNone/>
              <a:defRPr sz="1125" b="1">
                <a:solidFill>
                  <a:srgbClr val="007E78"/>
                </a:solidFill>
              </a:defRPr>
            </a:pPr>
            <a:r>
              <a:rPr sz="1125" b="1">
                <a:solidFill>
                  <a:srgbClr val="007E78"/>
                </a:solidFill>
              </a:rPr>
              <a:t>FINAL REVIEW TECHNICAL WALKTHROUGH</a:t>
            </a:r>
          </a:p>
        </p:txBody>
      </p:sp>
      <p:sp>
        <p:nvSpPr>
          <p:cNvPr id="3" name="">
            <a:extLst xmlns:a="http://schemas.openxmlformats.org/drawingml/2006/main">
              <a:ext uri="{FF2B5EF4-FFF2-40B4-BE49-F238E27FC236}">
                <a16:creationId xmlns:a16="http://schemas.microsoft.com/office/drawing/2014/main" id="{59ADC1A1-A630-424A-A959-CAF3FC83AA47}"/>
              </a:ext>
            </a:extLst>
          </p:cNvPr>
          <p:cNvSpPr>
            <a:spLocks xmlns:a="http://schemas.openxmlformats.org/drawingml/2006/main" noGrp="1"/>
          </p:cNvSpPr>
          <p:nvPr/>
        </p:nvSpPr>
        <p:spPr>
          <a:xfrm xmlns:a="http://schemas.openxmlformats.org/drawingml/2006/main">
            <a:off x="609600" y="685800"/>
            <a:ext cx="10858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10243A"/>
                </a:solidFill>
              </a:defRPr>
            </a:defPPr>
            <a:lvl1pPr>
              <a:defRPr sz="2850" b="1">
                <a:solidFill>
                  <a:srgbClr val="10243A"/>
                </a:solidFill>
              </a:defRPr>
            </a:lvl1pPr>
            <a:lvl2pPr>
              <a:defRPr sz="2850" b="1">
                <a:solidFill>
                  <a:srgbClr val="10243A"/>
                </a:solidFill>
              </a:defRPr>
            </a:lvl2pPr>
            <a:lvl3pPr>
              <a:defRPr sz="2850" b="1">
                <a:solidFill>
                  <a:srgbClr val="10243A"/>
                </a:solidFill>
              </a:defRPr>
            </a:lvl3pPr>
            <a:lvl4pPr>
              <a:defRPr sz="2850" b="1">
                <a:solidFill>
                  <a:srgbClr val="10243A"/>
                </a:solidFill>
              </a:defRPr>
            </a:lvl4pPr>
            <a:lvl5pPr>
              <a:defRPr sz="2850" b="1">
                <a:solidFill>
                  <a:srgbClr val="10243A"/>
                </a:solidFill>
              </a:defRPr>
            </a:lvl5pPr>
            <a:lvl6pPr>
              <a:defRPr sz="2850" b="1">
                <a:solidFill>
                  <a:srgbClr val="10243A"/>
                </a:solidFill>
              </a:defRPr>
            </a:lvl6pPr>
            <a:lvl7pPr>
              <a:defRPr sz="2850" b="1">
                <a:solidFill>
                  <a:srgbClr val="10243A"/>
                </a:solidFill>
              </a:defRPr>
            </a:lvl7pPr>
            <a:lvl8pPr>
              <a:defRPr sz="2850" b="1">
                <a:solidFill>
                  <a:srgbClr val="10243A"/>
                </a:solidFill>
              </a:defRPr>
            </a:lvl8pPr>
            <a:lvl9pPr>
              <a:defRPr sz="2850" b="1">
                <a:solidFill>
                  <a:srgbClr val="10243A"/>
                </a:solidFill>
              </a:defRPr>
            </a:lvl9pPr>
          </a:lstStyle>
          <a:p xmlns:a="http://schemas.openxmlformats.org/drawingml/2006/main">
            <a:pPr>
              <a:buNone/>
              <a:defRPr sz="2850" b="1">
                <a:solidFill>
                  <a:srgbClr val="10243A"/>
                </a:solidFill>
              </a:defRPr>
            </a:pPr>
            <a:r>
              <a:rPr sz="2850" b="1">
                <a:solidFill>
                  <a:srgbClr val="10243A"/>
                </a:solidFill>
              </a:rPr>
              <a:t>AgentFlow</a:t>
            </a:r>
          </a:p>
        </p:txBody>
      </p:sp>
      <p:sp>
        <p:nvSpPr>
          <p:cNvPr id="4" name="">
            <a:extLst xmlns:a="http://schemas.openxmlformats.org/drawingml/2006/main">
              <a:ext uri="{FF2B5EF4-FFF2-40B4-BE49-F238E27FC236}">
                <a16:creationId xmlns:a16="http://schemas.microsoft.com/office/drawing/2014/main" id="{7BDCD5AC-9163-4BD3-93B5-5CEFC6C7539A}"/>
              </a:ext>
            </a:extLst>
          </p:cNvPr>
          <p:cNvSpPr>
            <a:spLocks xmlns:a="http://schemas.openxmlformats.org/drawingml/2006/main" noGrp="1"/>
          </p:cNvSpPr>
          <p:nvPr/>
        </p:nvSpPr>
        <p:spPr>
          <a:xfrm xmlns:a="http://schemas.openxmlformats.org/drawingml/2006/main">
            <a:off x="609600" y="6324600"/>
            <a:ext cx="10972800" cy="9525"/>
          </a:xfrm>
          <a:prstGeom xmlns:a="http://schemas.openxmlformats.org/drawingml/2006/main" prst="rect">
            <a:avLst/>
          </a:prstGeom>
          <a:solidFill xmlns:a="http://schemas.openxmlformats.org/drawingml/2006/main">
            <a:srgbClr val="D7E3E9"/>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16DFEE4-725A-4C8F-B326-AD58F1A57506}"/>
              </a:ext>
            </a:extLst>
          </p:cNvPr>
          <p:cNvSpPr>
            <a:spLocks xmlns:a="http://schemas.openxmlformats.org/drawingml/2006/main" noGrp="1"/>
          </p:cNvSpPr>
          <p:nvPr/>
        </p:nvSpPr>
        <p:spPr>
          <a:xfrm xmlns:a="http://schemas.openxmlformats.org/drawingml/2006/main">
            <a:off x="609600" y="6429375"/>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AgentFlow  |  Final Review</a:t>
            </a:r>
          </a:p>
        </p:txBody>
      </p:sp>
      <p:sp>
        <p:nvSpPr>
          <p:cNvPr id="6" name="">
            <a:extLst xmlns:a="http://schemas.openxmlformats.org/drawingml/2006/main">
              <a:ext uri="{FF2B5EF4-FFF2-40B4-BE49-F238E27FC236}">
                <a16:creationId xmlns:a16="http://schemas.microsoft.com/office/drawing/2014/main" id="{6C715825-4181-488A-9436-82B64BAC0E6C}"/>
              </a:ext>
            </a:extLst>
          </p:cNvPr>
          <p:cNvSpPr>
            <a:spLocks xmlns:a="http://schemas.openxmlformats.org/drawingml/2006/main" noGrp="1"/>
          </p:cNvSpPr>
          <p:nvPr/>
        </p:nvSpPr>
        <p:spPr>
          <a:xfrm xmlns:a="http://schemas.openxmlformats.org/drawingml/2006/main">
            <a:off x="11029950" y="642937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01</a:t>
            </a:r>
          </a:p>
        </p:txBody>
      </p:sp>
      <p:sp>
        <p:nvSpPr>
          <p:cNvPr id="7" name="">
            <a:extLst xmlns:a="http://schemas.openxmlformats.org/drawingml/2006/main">
              <a:ext uri="{FF2B5EF4-FFF2-40B4-BE49-F238E27FC236}">
                <a16:creationId xmlns:a16="http://schemas.microsoft.com/office/drawing/2014/main" id="{81346432-2936-46CB-A1CD-9A10D93FCFB1}"/>
              </a:ext>
            </a:extLst>
          </p:cNvPr>
          <p:cNvSpPr>
            <a:spLocks xmlns:a="http://schemas.openxmlformats.org/drawingml/2006/main" noGrp="1"/>
          </p:cNvSpPr>
          <p:nvPr/>
        </p:nvSpPr>
        <p:spPr>
          <a:xfrm xmlns:a="http://schemas.openxmlformats.org/drawingml/2006/main">
            <a:off x="647700" y="1952625"/>
            <a:ext cx="9906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10243A"/>
                </a:solidFill>
              </a:defRPr>
            </a:defPPr>
            <a:lvl1pPr>
              <a:defRPr sz="2850" b="1">
                <a:solidFill>
                  <a:srgbClr val="10243A"/>
                </a:solidFill>
              </a:defRPr>
            </a:lvl1pPr>
            <a:lvl2pPr>
              <a:defRPr sz="2850" b="1">
                <a:solidFill>
                  <a:srgbClr val="10243A"/>
                </a:solidFill>
              </a:defRPr>
            </a:lvl2pPr>
            <a:lvl3pPr>
              <a:defRPr sz="2850" b="1">
                <a:solidFill>
                  <a:srgbClr val="10243A"/>
                </a:solidFill>
              </a:defRPr>
            </a:lvl3pPr>
            <a:lvl4pPr>
              <a:defRPr sz="2850" b="1">
                <a:solidFill>
                  <a:srgbClr val="10243A"/>
                </a:solidFill>
              </a:defRPr>
            </a:lvl4pPr>
            <a:lvl5pPr>
              <a:defRPr sz="2850" b="1">
                <a:solidFill>
                  <a:srgbClr val="10243A"/>
                </a:solidFill>
              </a:defRPr>
            </a:lvl5pPr>
            <a:lvl6pPr>
              <a:defRPr sz="2850" b="1">
                <a:solidFill>
                  <a:srgbClr val="10243A"/>
                </a:solidFill>
              </a:defRPr>
            </a:lvl6pPr>
            <a:lvl7pPr>
              <a:defRPr sz="2850" b="1">
                <a:solidFill>
                  <a:srgbClr val="10243A"/>
                </a:solidFill>
              </a:defRPr>
            </a:lvl7pPr>
            <a:lvl8pPr>
              <a:defRPr sz="2850" b="1">
                <a:solidFill>
                  <a:srgbClr val="10243A"/>
                </a:solidFill>
              </a:defRPr>
            </a:lvl8pPr>
            <a:lvl9pPr>
              <a:defRPr sz="2850" b="1">
                <a:solidFill>
                  <a:srgbClr val="10243A"/>
                </a:solidFill>
              </a:defRPr>
            </a:lvl9pPr>
          </a:lstStyle>
          <a:p xmlns:a="http://schemas.openxmlformats.org/drawingml/2006/main">
            <a:pPr>
              <a:buNone/>
              <a:defRPr sz="2850" b="1">
                <a:solidFill>
                  <a:srgbClr val="10243A"/>
                </a:solidFill>
              </a:defRPr>
            </a:pPr>
            <a:r>
              <a:rPr sz="2850" b="1">
                <a:solidFill>
                  <a:srgbClr val="10243A"/>
                </a:solidFill>
              </a:rPr>
              <a:t>Dynamic Multi-Agent Task Orchestration System for Academic Research and Document Analysis Operations</a:t>
            </a:r>
          </a:p>
        </p:txBody>
      </p:sp>
      <p:sp>
        <p:nvSpPr>
          <p:cNvPr id="8" name="">
            <a:extLst xmlns:a="http://schemas.openxmlformats.org/drawingml/2006/main">
              <a:ext uri="{FF2B5EF4-FFF2-40B4-BE49-F238E27FC236}">
                <a16:creationId xmlns:a16="http://schemas.microsoft.com/office/drawing/2014/main" id="{CC0C2FEC-6F01-4424-B969-6F221AA32A8C}"/>
              </a:ext>
            </a:extLst>
          </p:cNvPr>
          <p:cNvSpPr>
            <a:spLocks xmlns:a="http://schemas.openxmlformats.org/drawingml/2006/main" noGrp="1"/>
          </p:cNvSpPr>
          <p:nvPr/>
        </p:nvSpPr>
        <p:spPr>
          <a:xfrm xmlns:a="http://schemas.openxmlformats.org/drawingml/2006/main">
            <a:off x="666750" y="4029075"/>
            <a:ext cx="10096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007E78"/>
                </a:solidFill>
              </a:defRPr>
            </a:defPPr>
            <a:lvl1pPr>
              <a:defRPr sz="1950" b="0">
                <a:solidFill>
                  <a:srgbClr val="007E78"/>
                </a:solidFill>
              </a:defRPr>
            </a:lvl1pPr>
            <a:lvl2pPr>
              <a:defRPr sz="1950" b="0">
                <a:solidFill>
                  <a:srgbClr val="007E78"/>
                </a:solidFill>
              </a:defRPr>
            </a:lvl2pPr>
            <a:lvl3pPr>
              <a:defRPr sz="1950" b="0">
                <a:solidFill>
                  <a:srgbClr val="007E78"/>
                </a:solidFill>
              </a:defRPr>
            </a:lvl3pPr>
            <a:lvl4pPr>
              <a:defRPr sz="1950" b="0">
                <a:solidFill>
                  <a:srgbClr val="007E78"/>
                </a:solidFill>
              </a:defRPr>
            </a:lvl4pPr>
            <a:lvl5pPr>
              <a:defRPr sz="1950" b="0">
                <a:solidFill>
                  <a:srgbClr val="007E78"/>
                </a:solidFill>
              </a:defRPr>
            </a:lvl5pPr>
            <a:lvl6pPr>
              <a:defRPr sz="1950" b="0">
                <a:solidFill>
                  <a:srgbClr val="007E78"/>
                </a:solidFill>
              </a:defRPr>
            </a:lvl6pPr>
            <a:lvl7pPr>
              <a:defRPr sz="1950" b="0">
                <a:solidFill>
                  <a:srgbClr val="007E78"/>
                </a:solidFill>
              </a:defRPr>
            </a:lvl7pPr>
            <a:lvl8pPr>
              <a:defRPr sz="1950" b="0">
                <a:solidFill>
                  <a:srgbClr val="007E78"/>
                </a:solidFill>
              </a:defRPr>
            </a:lvl8pPr>
            <a:lvl9pPr>
              <a:defRPr sz="1950" b="0">
                <a:solidFill>
                  <a:srgbClr val="007E78"/>
                </a:solidFill>
              </a:defRPr>
            </a:lvl9pPr>
          </a:lstStyle>
          <a:p xmlns:a="http://schemas.openxmlformats.org/drawingml/2006/main">
            <a:pPr>
              <a:buNone/>
              <a:defRPr sz="1950" b="0">
                <a:solidFill>
                  <a:srgbClr val="007E78"/>
                </a:solidFill>
              </a:defRPr>
            </a:pPr>
            <a:r>
              <a:rPr sz="1950" b="0">
                <a:solidFill>
                  <a:srgbClr val="007E78"/>
                </a:solidFill>
              </a:rPr>
              <a:t>Working system  •  architecture  •  OCR and figures  •  data charts  •  limitations</a:t>
            </a:r>
          </a:p>
        </p:txBody>
      </p:sp>
    </p:spTree>
    <p:extLst>
      <p:ext uri="{BB962C8B-B14F-4D97-AF65-F5344CB8AC3E}">
        <p14:creationId xmlns:p14="http://schemas.microsoft.com/office/powerpoint/2010/main" val="1083679347"/>
      </p:ext>
    </p:extLst>
  </p:cSld>
</p:sld>
</file>

<file path=ppt/slides/slide2.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CB25858-C866-49B4-BC25-F85FC2900F60}"/>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E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E128C74-2206-452F-8C53-C5D143A31818}"/>
              </a:ext>
            </a:extLst>
          </p:cNvPr>
          <p:cNvSpPr>
            <a:spLocks xmlns:a="http://schemas.openxmlformats.org/drawingml/2006/main" noGrp="1"/>
          </p:cNvSpPr>
          <p:nvPr/>
        </p:nvSpPr>
        <p:spPr>
          <a:xfrm xmlns:a="http://schemas.openxmlformats.org/drawingml/2006/main">
            <a:off x="609600" y="323850"/>
            <a:ext cx="1009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07E78"/>
                </a:solidFill>
              </a:defRPr>
            </a:defPPr>
            <a:lvl1pPr>
              <a:defRPr sz="1125" b="1">
                <a:solidFill>
                  <a:srgbClr val="007E78"/>
                </a:solidFill>
              </a:defRPr>
            </a:lvl1pPr>
            <a:lvl2pPr>
              <a:defRPr sz="1125" b="1">
                <a:solidFill>
                  <a:srgbClr val="007E78"/>
                </a:solidFill>
              </a:defRPr>
            </a:lvl2pPr>
            <a:lvl3pPr>
              <a:defRPr sz="1125" b="1">
                <a:solidFill>
                  <a:srgbClr val="007E78"/>
                </a:solidFill>
              </a:defRPr>
            </a:lvl3pPr>
            <a:lvl4pPr>
              <a:defRPr sz="1125" b="1">
                <a:solidFill>
                  <a:srgbClr val="007E78"/>
                </a:solidFill>
              </a:defRPr>
            </a:lvl4pPr>
            <a:lvl5pPr>
              <a:defRPr sz="1125" b="1">
                <a:solidFill>
                  <a:srgbClr val="007E78"/>
                </a:solidFill>
              </a:defRPr>
            </a:lvl5pPr>
            <a:lvl6pPr>
              <a:defRPr sz="1125" b="1">
                <a:solidFill>
                  <a:srgbClr val="007E78"/>
                </a:solidFill>
              </a:defRPr>
            </a:lvl6pPr>
            <a:lvl7pPr>
              <a:defRPr sz="1125" b="1">
                <a:solidFill>
                  <a:srgbClr val="007E78"/>
                </a:solidFill>
              </a:defRPr>
            </a:lvl7pPr>
            <a:lvl8pPr>
              <a:defRPr sz="1125" b="1">
                <a:solidFill>
                  <a:srgbClr val="007E78"/>
                </a:solidFill>
              </a:defRPr>
            </a:lvl8pPr>
            <a:lvl9pPr>
              <a:defRPr sz="1125" b="1">
                <a:solidFill>
                  <a:srgbClr val="007E78"/>
                </a:solidFill>
              </a:defRPr>
            </a:lvl9pPr>
          </a:lstStyle>
          <a:p xmlns:a="http://schemas.openxmlformats.org/drawingml/2006/main">
            <a:pPr>
              <a:buNone/>
              <a:defRPr sz="1125" b="1">
                <a:solidFill>
                  <a:srgbClr val="007E78"/>
                </a:solidFill>
              </a:defRPr>
            </a:pPr>
            <a:r>
              <a:rPr sz="1125" b="1">
                <a:solidFill>
                  <a:srgbClr val="007E78"/>
                </a:solidFill>
              </a:rPr>
              <a:t>01  PROJECT DEFINITION</a:t>
            </a:r>
          </a:p>
        </p:txBody>
      </p:sp>
      <p:sp>
        <p:nvSpPr>
          <p:cNvPr id="3" name="">
            <a:extLst xmlns:a="http://schemas.openxmlformats.org/drawingml/2006/main">
              <a:ext uri="{FF2B5EF4-FFF2-40B4-BE49-F238E27FC236}">
                <a16:creationId xmlns:a16="http://schemas.microsoft.com/office/drawing/2014/main" id="{51B66370-A8C0-4742-AB3B-1A47A4D14839}"/>
              </a:ext>
            </a:extLst>
          </p:cNvPr>
          <p:cNvSpPr>
            <a:spLocks xmlns:a="http://schemas.openxmlformats.org/drawingml/2006/main" noGrp="1"/>
          </p:cNvSpPr>
          <p:nvPr/>
        </p:nvSpPr>
        <p:spPr>
          <a:xfrm xmlns:a="http://schemas.openxmlformats.org/drawingml/2006/main">
            <a:off x="609600" y="685800"/>
            <a:ext cx="10858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10243A"/>
                </a:solidFill>
              </a:defRPr>
            </a:defPPr>
            <a:lvl1pPr>
              <a:defRPr sz="2850" b="1">
                <a:solidFill>
                  <a:srgbClr val="10243A"/>
                </a:solidFill>
              </a:defRPr>
            </a:lvl1pPr>
            <a:lvl2pPr>
              <a:defRPr sz="2850" b="1">
                <a:solidFill>
                  <a:srgbClr val="10243A"/>
                </a:solidFill>
              </a:defRPr>
            </a:lvl2pPr>
            <a:lvl3pPr>
              <a:defRPr sz="2850" b="1">
                <a:solidFill>
                  <a:srgbClr val="10243A"/>
                </a:solidFill>
              </a:defRPr>
            </a:lvl3pPr>
            <a:lvl4pPr>
              <a:defRPr sz="2850" b="1">
                <a:solidFill>
                  <a:srgbClr val="10243A"/>
                </a:solidFill>
              </a:defRPr>
            </a:lvl4pPr>
            <a:lvl5pPr>
              <a:defRPr sz="2850" b="1">
                <a:solidFill>
                  <a:srgbClr val="10243A"/>
                </a:solidFill>
              </a:defRPr>
            </a:lvl5pPr>
            <a:lvl6pPr>
              <a:defRPr sz="2850" b="1">
                <a:solidFill>
                  <a:srgbClr val="10243A"/>
                </a:solidFill>
              </a:defRPr>
            </a:lvl6pPr>
            <a:lvl7pPr>
              <a:defRPr sz="2850" b="1">
                <a:solidFill>
                  <a:srgbClr val="10243A"/>
                </a:solidFill>
              </a:defRPr>
            </a:lvl7pPr>
            <a:lvl8pPr>
              <a:defRPr sz="2850" b="1">
                <a:solidFill>
                  <a:srgbClr val="10243A"/>
                </a:solidFill>
              </a:defRPr>
            </a:lvl8pPr>
            <a:lvl9pPr>
              <a:defRPr sz="2850" b="1">
                <a:solidFill>
                  <a:srgbClr val="10243A"/>
                </a:solidFill>
              </a:defRPr>
            </a:lvl9pPr>
          </a:lstStyle>
          <a:p xmlns:a="http://schemas.openxmlformats.org/drawingml/2006/main">
            <a:pPr>
              <a:buNone/>
              <a:defRPr sz="2850" b="1">
                <a:solidFill>
                  <a:srgbClr val="10243A"/>
                </a:solidFill>
              </a:defRPr>
            </a:pPr>
            <a:r>
              <a:rPr sz="2850" b="1">
                <a:solidFill>
                  <a:srgbClr val="10243A"/>
                </a:solidFill>
              </a:rPr>
              <a:t>Purpose and boundaries</a:t>
            </a:r>
          </a:p>
        </p:txBody>
      </p:sp>
      <p:sp>
        <p:nvSpPr>
          <p:cNvPr id="4" name="">
            <a:extLst xmlns:a="http://schemas.openxmlformats.org/drawingml/2006/main">
              <a:ext uri="{FF2B5EF4-FFF2-40B4-BE49-F238E27FC236}">
                <a16:creationId xmlns:a16="http://schemas.microsoft.com/office/drawing/2014/main" id="{9543C71F-B10B-45E8-8BAC-8AF5DD6FA24F}"/>
              </a:ext>
            </a:extLst>
          </p:cNvPr>
          <p:cNvSpPr>
            <a:spLocks xmlns:a="http://schemas.openxmlformats.org/drawingml/2006/main" noGrp="1"/>
          </p:cNvSpPr>
          <p:nvPr/>
        </p:nvSpPr>
        <p:spPr>
          <a:xfrm xmlns:a="http://schemas.openxmlformats.org/drawingml/2006/main">
            <a:off x="609600" y="6324600"/>
            <a:ext cx="10972800" cy="9525"/>
          </a:xfrm>
          <a:prstGeom xmlns:a="http://schemas.openxmlformats.org/drawingml/2006/main" prst="rect">
            <a:avLst/>
          </a:prstGeom>
          <a:solidFill xmlns:a="http://schemas.openxmlformats.org/drawingml/2006/main">
            <a:srgbClr val="D7E3E9"/>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6D8185B-B392-4D88-B0E2-02D2DFD1C970}"/>
              </a:ext>
            </a:extLst>
          </p:cNvPr>
          <p:cNvSpPr>
            <a:spLocks xmlns:a="http://schemas.openxmlformats.org/drawingml/2006/main" noGrp="1"/>
          </p:cNvSpPr>
          <p:nvPr/>
        </p:nvSpPr>
        <p:spPr>
          <a:xfrm xmlns:a="http://schemas.openxmlformats.org/drawingml/2006/main">
            <a:off x="609600" y="6429375"/>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AgentFlow  |  Final Review</a:t>
            </a:r>
          </a:p>
        </p:txBody>
      </p:sp>
      <p:sp>
        <p:nvSpPr>
          <p:cNvPr id="6" name="">
            <a:extLst xmlns:a="http://schemas.openxmlformats.org/drawingml/2006/main">
              <a:ext uri="{FF2B5EF4-FFF2-40B4-BE49-F238E27FC236}">
                <a16:creationId xmlns:a16="http://schemas.microsoft.com/office/drawing/2014/main" id="{967D4BCF-66B4-42F9-8BCD-F1C14BFAA91B}"/>
              </a:ext>
            </a:extLst>
          </p:cNvPr>
          <p:cNvSpPr>
            <a:spLocks xmlns:a="http://schemas.openxmlformats.org/drawingml/2006/main" noGrp="1"/>
          </p:cNvSpPr>
          <p:nvPr/>
        </p:nvSpPr>
        <p:spPr>
          <a:xfrm xmlns:a="http://schemas.openxmlformats.org/drawingml/2006/main">
            <a:off x="11029950" y="642937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02</a:t>
            </a:r>
          </a:p>
        </p:txBody>
      </p:sp>
      <p:sp>
        <p:nvSpPr>
          <p:cNvPr id="7" name="">
            <a:extLst xmlns:a="http://schemas.openxmlformats.org/drawingml/2006/main">
              <a:ext uri="{FF2B5EF4-FFF2-40B4-BE49-F238E27FC236}">
                <a16:creationId xmlns:a16="http://schemas.microsoft.com/office/drawing/2014/main" id="{2CFC0EBB-602C-4F84-9B89-C5B2E0E375FD}"/>
              </a:ext>
            </a:extLst>
          </p:cNvPr>
          <p:cNvSpPr>
            <a:spLocks xmlns:a="http://schemas.openxmlformats.org/drawingml/2006/main" noGrp="1"/>
          </p:cNvSpPr>
          <p:nvPr/>
        </p:nvSpPr>
        <p:spPr>
          <a:xfrm xmlns:a="http://schemas.openxmlformats.org/drawingml/2006/main">
            <a:off x="704850" y="180975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07E78"/>
                </a:solidFill>
              </a:defRPr>
            </a:defPPr>
            <a:lvl1pPr>
              <a:defRPr sz="1725" b="1">
                <a:solidFill>
                  <a:srgbClr val="007E78"/>
                </a:solidFill>
              </a:defRPr>
            </a:lvl1pPr>
            <a:lvl2pPr>
              <a:defRPr sz="1725" b="1">
                <a:solidFill>
                  <a:srgbClr val="007E78"/>
                </a:solidFill>
              </a:defRPr>
            </a:lvl2pPr>
            <a:lvl3pPr>
              <a:defRPr sz="1725" b="1">
                <a:solidFill>
                  <a:srgbClr val="007E78"/>
                </a:solidFill>
              </a:defRPr>
            </a:lvl3pPr>
            <a:lvl4pPr>
              <a:defRPr sz="1725" b="1">
                <a:solidFill>
                  <a:srgbClr val="007E78"/>
                </a:solidFill>
              </a:defRPr>
            </a:lvl4pPr>
            <a:lvl5pPr>
              <a:defRPr sz="1725" b="1">
                <a:solidFill>
                  <a:srgbClr val="007E78"/>
                </a:solidFill>
              </a:defRPr>
            </a:lvl5pPr>
            <a:lvl6pPr>
              <a:defRPr sz="1725" b="1">
                <a:solidFill>
                  <a:srgbClr val="007E78"/>
                </a:solidFill>
              </a:defRPr>
            </a:lvl6pPr>
            <a:lvl7pPr>
              <a:defRPr sz="1725" b="1">
                <a:solidFill>
                  <a:srgbClr val="007E78"/>
                </a:solidFill>
              </a:defRPr>
            </a:lvl7pPr>
            <a:lvl8pPr>
              <a:defRPr sz="1725" b="1">
                <a:solidFill>
                  <a:srgbClr val="007E78"/>
                </a:solidFill>
              </a:defRPr>
            </a:lvl8pPr>
            <a:lvl9pPr>
              <a:defRPr sz="1725" b="1">
                <a:solidFill>
                  <a:srgbClr val="007E78"/>
                </a:solidFill>
              </a:defRPr>
            </a:lvl9pPr>
          </a:lstStyle>
          <a:p xmlns:a="http://schemas.openxmlformats.org/drawingml/2006/main">
            <a:pPr>
              <a:buNone/>
              <a:defRPr sz="1725" b="1">
                <a:solidFill>
                  <a:srgbClr val="007E78"/>
                </a:solidFill>
              </a:defRPr>
            </a:pPr>
            <a:r>
              <a:rPr sz="1725" b="1">
                <a:solidFill>
                  <a:srgbClr val="007E78"/>
                </a:solidFill>
              </a:rPr>
              <a:t>Input</a:t>
            </a:r>
          </a:p>
        </p:txBody>
      </p:sp>
      <p:sp>
        <p:nvSpPr>
          <p:cNvPr id="8" name="">
            <a:extLst xmlns:a="http://schemas.openxmlformats.org/drawingml/2006/main">
              <a:ext uri="{FF2B5EF4-FFF2-40B4-BE49-F238E27FC236}">
                <a16:creationId xmlns:a16="http://schemas.microsoft.com/office/drawing/2014/main" id="{1905877D-1BC4-45FF-8DC9-23E2386787AD}"/>
              </a:ext>
            </a:extLst>
          </p:cNvPr>
          <p:cNvSpPr>
            <a:spLocks xmlns:a="http://schemas.openxmlformats.org/drawingml/2006/main" noGrp="1"/>
          </p:cNvSpPr>
          <p:nvPr/>
        </p:nvSpPr>
        <p:spPr>
          <a:xfrm xmlns:a="http://schemas.openxmlformats.org/drawingml/2006/main">
            <a:off x="3352800" y="1809750"/>
            <a:ext cx="7924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153047"/>
                </a:solidFill>
              </a:defRPr>
            </a:defPPr>
            <a:lvl1pPr>
              <a:defRPr sz="1725" b="0">
                <a:solidFill>
                  <a:srgbClr val="153047"/>
                </a:solidFill>
              </a:defRPr>
            </a:lvl1pPr>
            <a:lvl2pPr>
              <a:defRPr sz="1725" b="0">
                <a:solidFill>
                  <a:srgbClr val="153047"/>
                </a:solidFill>
              </a:defRPr>
            </a:lvl2pPr>
            <a:lvl3pPr>
              <a:defRPr sz="1725" b="0">
                <a:solidFill>
                  <a:srgbClr val="153047"/>
                </a:solidFill>
              </a:defRPr>
            </a:lvl3pPr>
            <a:lvl4pPr>
              <a:defRPr sz="1725" b="0">
                <a:solidFill>
                  <a:srgbClr val="153047"/>
                </a:solidFill>
              </a:defRPr>
            </a:lvl4pPr>
            <a:lvl5pPr>
              <a:defRPr sz="1725" b="0">
                <a:solidFill>
                  <a:srgbClr val="153047"/>
                </a:solidFill>
              </a:defRPr>
            </a:lvl5pPr>
            <a:lvl6pPr>
              <a:defRPr sz="1725" b="0">
                <a:solidFill>
                  <a:srgbClr val="153047"/>
                </a:solidFill>
              </a:defRPr>
            </a:lvl6pPr>
            <a:lvl7pPr>
              <a:defRPr sz="1725" b="0">
                <a:solidFill>
                  <a:srgbClr val="153047"/>
                </a:solidFill>
              </a:defRPr>
            </a:lvl7pPr>
            <a:lvl8pPr>
              <a:defRPr sz="1725" b="0">
                <a:solidFill>
                  <a:srgbClr val="153047"/>
                </a:solidFill>
              </a:defRPr>
            </a:lvl8pPr>
            <a:lvl9pPr>
              <a:defRPr sz="1725" b="0">
                <a:solidFill>
                  <a:srgbClr val="153047"/>
                </a:solidFill>
              </a:defRPr>
            </a:lvl9pPr>
          </a:lstStyle>
          <a:p xmlns:a="http://schemas.openxmlformats.org/drawingml/2006/main">
            <a:pPr>
              <a:buNone/>
              <a:defRPr sz="1725" b="0">
                <a:solidFill>
                  <a:srgbClr val="153047"/>
                </a:solidFill>
              </a:defRPr>
            </a:pPr>
            <a:r>
              <a:rPr sz="1725" b="0">
                <a:solidFill>
                  <a:srgbClr val="153047"/>
                </a:solidFill>
              </a:rPr>
              <a:t>Upload up to 10 PDFs or tables, enter a research objective, and optionally enable Crossref metadata search.</a:t>
            </a:r>
          </a:p>
        </p:txBody>
      </p:sp>
      <p:sp>
        <p:nvSpPr>
          <p:cNvPr id="9" name="">
            <a:extLst xmlns:a="http://schemas.openxmlformats.org/drawingml/2006/main">
              <a:ext uri="{FF2B5EF4-FFF2-40B4-BE49-F238E27FC236}">
                <a16:creationId xmlns:a16="http://schemas.microsoft.com/office/drawing/2014/main" id="{7EA03AA0-2FD2-461A-87D2-6F594F63BB6E}"/>
              </a:ext>
            </a:extLst>
          </p:cNvPr>
          <p:cNvSpPr>
            <a:spLocks xmlns:a="http://schemas.openxmlformats.org/drawingml/2006/main" noGrp="1"/>
          </p:cNvSpPr>
          <p:nvPr/>
        </p:nvSpPr>
        <p:spPr>
          <a:xfrm xmlns:a="http://schemas.openxmlformats.org/drawingml/2006/main">
            <a:off x="704850" y="285750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07E78"/>
                </a:solidFill>
              </a:defRPr>
            </a:defPPr>
            <a:lvl1pPr>
              <a:defRPr sz="1725" b="1">
                <a:solidFill>
                  <a:srgbClr val="007E78"/>
                </a:solidFill>
              </a:defRPr>
            </a:lvl1pPr>
            <a:lvl2pPr>
              <a:defRPr sz="1725" b="1">
                <a:solidFill>
                  <a:srgbClr val="007E78"/>
                </a:solidFill>
              </a:defRPr>
            </a:lvl2pPr>
            <a:lvl3pPr>
              <a:defRPr sz="1725" b="1">
                <a:solidFill>
                  <a:srgbClr val="007E78"/>
                </a:solidFill>
              </a:defRPr>
            </a:lvl3pPr>
            <a:lvl4pPr>
              <a:defRPr sz="1725" b="1">
                <a:solidFill>
                  <a:srgbClr val="007E78"/>
                </a:solidFill>
              </a:defRPr>
            </a:lvl4pPr>
            <a:lvl5pPr>
              <a:defRPr sz="1725" b="1">
                <a:solidFill>
                  <a:srgbClr val="007E78"/>
                </a:solidFill>
              </a:defRPr>
            </a:lvl5pPr>
            <a:lvl6pPr>
              <a:defRPr sz="1725" b="1">
                <a:solidFill>
                  <a:srgbClr val="007E78"/>
                </a:solidFill>
              </a:defRPr>
            </a:lvl6pPr>
            <a:lvl7pPr>
              <a:defRPr sz="1725" b="1">
                <a:solidFill>
                  <a:srgbClr val="007E78"/>
                </a:solidFill>
              </a:defRPr>
            </a:lvl7pPr>
            <a:lvl8pPr>
              <a:defRPr sz="1725" b="1">
                <a:solidFill>
                  <a:srgbClr val="007E78"/>
                </a:solidFill>
              </a:defRPr>
            </a:lvl8pPr>
            <a:lvl9pPr>
              <a:defRPr sz="1725" b="1">
                <a:solidFill>
                  <a:srgbClr val="007E78"/>
                </a:solidFill>
              </a:defRPr>
            </a:lvl9pPr>
          </a:lstStyle>
          <a:p xmlns:a="http://schemas.openxmlformats.org/drawingml/2006/main">
            <a:pPr>
              <a:buNone/>
              <a:defRPr sz="1725" b="1">
                <a:solidFill>
                  <a:srgbClr val="007E78"/>
                </a:solidFill>
              </a:defRPr>
            </a:pPr>
            <a:r>
              <a:rPr sz="1725" b="1">
                <a:solidFill>
                  <a:srgbClr val="007E78"/>
                </a:solidFill>
              </a:rPr>
              <a:t>Process</a:t>
            </a:r>
          </a:p>
        </p:txBody>
      </p:sp>
      <p:sp>
        <p:nvSpPr>
          <p:cNvPr id="10" name="">
            <a:extLst xmlns:a="http://schemas.openxmlformats.org/drawingml/2006/main">
              <a:ext uri="{FF2B5EF4-FFF2-40B4-BE49-F238E27FC236}">
                <a16:creationId xmlns:a16="http://schemas.microsoft.com/office/drawing/2014/main" id="{277AF84D-61A0-4629-BCC8-C2FA7A24EDB2}"/>
              </a:ext>
            </a:extLst>
          </p:cNvPr>
          <p:cNvSpPr>
            <a:spLocks xmlns:a="http://schemas.openxmlformats.org/drawingml/2006/main" noGrp="1"/>
          </p:cNvSpPr>
          <p:nvPr/>
        </p:nvSpPr>
        <p:spPr>
          <a:xfrm xmlns:a="http://schemas.openxmlformats.org/drawingml/2006/main">
            <a:off x="3352800" y="2857500"/>
            <a:ext cx="7924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153047"/>
                </a:solidFill>
              </a:defRPr>
            </a:defPPr>
            <a:lvl1pPr>
              <a:defRPr sz="1725" b="0">
                <a:solidFill>
                  <a:srgbClr val="153047"/>
                </a:solidFill>
              </a:defRPr>
            </a:lvl1pPr>
            <a:lvl2pPr>
              <a:defRPr sz="1725" b="0">
                <a:solidFill>
                  <a:srgbClr val="153047"/>
                </a:solidFill>
              </a:defRPr>
            </a:lvl2pPr>
            <a:lvl3pPr>
              <a:defRPr sz="1725" b="0">
                <a:solidFill>
                  <a:srgbClr val="153047"/>
                </a:solidFill>
              </a:defRPr>
            </a:lvl3pPr>
            <a:lvl4pPr>
              <a:defRPr sz="1725" b="0">
                <a:solidFill>
                  <a:srgbClr val="153047"/>
                </a:solidFill>
              </a:defRPr>
            </a:lvl4pPr>
            <a:lvl5pPr>
              <a:defRPr sz="1725" b="0">
                <a:solidFill>
                  <a:srgbClr val="153047"/>
                </a:solidFill>
              </a:defRPr>
            </a:lvl5pPr>
            <a:lvl6pPr>
              <a:defRPr sz="1725" b="0">
                <a:solidFill>
                  <a:srgbClr val="153047"/>
                </a:solidFill>
              </a:defRPr>
            </a:lvl6pPr>
            <a:lvl7pPr>
              <a:defRPr sz="1725" b="0">
                <a:solidFill>
                  <a:srgbClr val="153047"/>
                </a:solidFill>
              </a:defRPr>
            </a:lvl7pPr>
            <a:lvl8pPr>
              <a:defRPr sz="1725" b="0">
                <a:solidFill>
                  <a:srgbClr val="153047"/>
                </a:solidFill>
              </a:defRPr>
            </a:lvl8pPr>
            <a:lvl9pPr>
              <a:defRPr sz="1725" b="0">
                <a:solidFill>
                  <a:srgbClr val="153047"/>
                </a:solidFill>
              </a:defRPr>
            </a:lvl9pPr>
          </a:lstStyle>
          <a:p xmlns:a="http://schemas.openxmlformats.org/drawingml/2006/main">
            <a:pPr>
              <a:buNone/>
              <a:defRPr sz="1725" b="0">
                <a:solidFill>
                  <a:srgbClr val="153047"/>
                </a:solidFill>
              </a:defRPr>
            </a:pPr>
            <a:r>
              <a:rPr sz="1725" b="0">
                <a:solidFill>
                  <a:srgbClr val="153047"/>
                </a:solidFill>
              </a:rPr>
              <a:t>The planner proposes tasks; approved tools execute them; saved results pass through validated hand-offs.</a:t>
            </a:r>
          </a:p>
        </p:txBody>
      </p:sp>
      <p:sp>
        <p:nvSpPr>
          <p:cNvPr id="11" name="">
            <a:extLst xmlns:a="http://schemas.openxmlformats.org/drawingml/2006/main">
              <a:ext uri="{FF2B5EF4-FFF2-40B4-BE49-F238E27FC236}">
                <a16:creationId xmlns:a16="http://schemas.microsoft.com/office/drawing/2014/main" id="{A2E6CBD3-F1CE-45FF-8B99-A46D4B93CA9A}"/>
              </a:ext>
            </a:extLst>
          </p:cNvPr>
          <p:cNvSpPr>
            <a:spLocks xmlns:a="http://schemas.openxmlformats.org/drawingml/2006/main" noGrp="1"/>
          </p:cNvSpPr>
          <p:nvPr/>
        </p:nvSpPr>
        <p:spPr>
          <a:xfrm xmlns:a="http://schemas.openxmlformats.org/drawingml/2006/main">
            <a:off x="704850" y="390525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07E78"/>
                </a:solidFill>
              </a:defRPr>
            </a:defPPr>
            <a:lvl1pPr>
              <a:defRPr sz="1725" b="1">
                <a:solidFill>
                  <a:srgbClr val="007E78"/>
                </a:solidFill>
              </a:defRPr>
            </a:lvl1pPr>
            <a:lvl2pPr>
              <a:defRPr sz="1725" b="1">
                <a:solidFill>
                  <a:srgbClr val="007E78"/>
                </a:solidFill>
              </a:defRPr>
            </a:lvl2pPr>
            <a:lvl3pPr>
              <a:defRPr sz="1725" b="1">
                <a:solidFill>
                  <a:srgbClr val="007E78"/>
                </a:solidFill>
              </a:defRPr>
            </a:lvl3pPr>
            <a:lvl4pPr>
              <a:defRPr sz="1725" b="1">
                <a:solidFill>
                  <a:srgbClr val="007E78"/>
                </a:solidFill>
              </a:defRPr>
            </a:lvl4pPr>
            <a:lvl5pPr>
              <a:defRPr sz="1725" b="1">
                <a:solidFill>
                  <a:srgbClr val="007E78"/>
                </a:solidFill>
              </a:defRPr>
            </a:lvl5pPr>
            <a:lvl6pPr>
              <a:defRPr sz="1725" b="1">
                <a:solidFill>
                  <a:srgbClr val="007E78"/>
                </a:solidFill>
              </a:defRPr>
            </a:lvl6pPr>
            <a:lvl7pPr>
              <a:defRPr sz="1725" b="1">
                <a:solidFill>
                  <a:srgbClr val="007E78"/>
                </a:solidFill>
              </a:defRPr>
            </a:lvl7pPr>
            <a:lvl8pPr>
              <a:defRPr sz="1725" b="1">
                <a:solidFill>
                  <a:srgbClr val="007E78"/>
                </a:solidFill>
              </a:defRPr>
            </a:lvl8pPr>
            <a:lvl9pPr>
              <a:defRPr sz="1725" b="1">
                <a:solidFill>
                  <a:srgbClr val="007E78"/>
                </a:solidFill>
              </a:defRPr>
            </a:lvl9pPr>
          </a:lstStyle>
          <a:p xmlns:a="http://schemas.openxmlformats.org/drawingml/2006/main">
            <a:pPr>
              <a:buNone/>
              <a:defRPr sz="1725" b="1">
                <a:solidFill>
                  <a:srgbClr val="007E78"/>
                </a:solidFill>
              </a:defRPr>
            </a:pPr>
            <a:r>
              <a:rPr sz="1725" b="1">
                <a:solidFill>
                  <a:srgbClr val="007E78"/>
                </a:solidFill>
              </a:rPr>
              <a:t>Output</a:t>
            </a:r>
          </a:p>
        </p:txBody>
      </p:sp>
      <p:sp>
        <p:nvSpPr>
          <p:cNvPr id="12" name="">
            <a:extLst xmlns:a="http://schemas.openxmlformats.org/drawingml/2006/main">
              <a:ext uri="{FF2B5EF4-FFF2-40B4-BE49-F238E27FC236}">
                <a16:creationId xmlns:a16="http://schemas.microsoft.com/office/drawing/2014/main" id="{AD5C0D0B-C8F9-4189-8662-5F1D2A59247D}"/>
              </a:ext>
            </a:extLst>
          </p:cNvPr>
          <p:cNvSpPr>
            <a:spLocks xmlns:a="http://schemas.openxmlformats.org/drawingml/2006/main" noGrp="1"/>
          </p:cNvSpPr>
          <p:nvPr/>
        </p:nvSpPr>
        <p:spPr>
          <a:xfrm xmlns:a="http://schemas.openxmlformats.org/drawingml/2006/main">
            <a:off x="3352800" y="3905250"/>
            <a:ext cx="7924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153047"/>
                </a:solidFill>
              </a:defRPr>
            </a:defPPr>
            <a:lvl1pPr>
              <a:defRPr sz="1725" b="0">
                <a:solidFill>
                  <a:srgbClr val="153047"/>
                </a:solidFill>
              </a:defRPr>
            </a:lvl1pPr>
            <a:lvl2pPr>
              <a:defRPr sz="1725" b="0">
                <a:solidFill>
                  <a:srgbClr val="153047"/>
                </a:solidFill>
              </a:defRPr>
            </a:lvl2pPr>
            <a:lvl3pPr>
              <a:defRPr sz="1725" b="0">
                <a:solidFill>
                  <a:srgbClr val="153047"/>
                </a:solidFill>
              </a:defRPr>
            </a:lvl3pPr>
            <a:lvl4pPr>
              <a:defRPr sz="1725" b="0">
                <a:solidFill>
                  <a:srgbClr val="153047"/>
                </a:solidFill>
              </a:defRPr>
            </a:lvl4pPr>
            <a:lvl5pPr>
              <a:defRPr sz="1725" b="0">
                <a:solidFill>
                  <a:srgbClr val="153047"/>
                </a:solidFill>
              </a:defRPr>
            </a:lvl5pPr>
            <a:lvl6pPr>
              <a:defRPr sz="1725" b="0">
                <a:solidFill>
                  <a:srgbClr val="153047"/>
                </a:solidFill>
              </a:defRPr>
            </a:lvl6pPr>
            <a:lvl7pPr>
              <a:defRPr sz="1725" b="0">
                <a:solidFill>
                  <a:srgbClr val="153047"/>
                </a:solidFill>
              </a:defRPr>
            </a:lvl7pPr>
            <a:lvl8pPr>
              <a:defRPr sz="1725" b="0">
                <a:solidFill>
                  <a:srgbClr val="153047"/>
                </a:solidFill>
              </a:defRPr>
            </a:lvl8pPr>
            <a:lvl9pPr>
              <a:defRPr sz="1725" b="0">
                <a:solidFill>
                  <a:srgbClr val="153047"/>
                </a:solidFill>
              </a:defRPr>
            </a:lvl9pPr>
          </a:lstStyle>
          <a:p xmlns:a="http://schemas.openxmlformats.org/drawingml/2006/main">
            <a:pPr>
              <a:buNone/>
              <a:defRPr sz="1725" b="0">
                <a:solidFill>
                  <a:srgbClr val="153047"/>
                </a:solidFill>
              </a:defRPr>
            </a:pPr>
            <a:r>
              <a:rPr sz="1725" b="0">
                <a:solidFill>
                  <a:srgbClr val="153047"/>
                </a:solidFill>
              </a:rPr>
              <a:t>The browser shows agents, evidence, a chart when requested, and a downloadable Markdown report.</a:t>
            </a:r>
          </a:p>
        </p:txBody>
      </p:sp>
      <p:sp>
        <p:nvSpPr>
          <p:cNvPr id="13" name="">
            <a:extLst xmlns:a="http://schemas.openxmlformats.org/drawingml/2006/main">
              <a:ext uri="{FF2B5EF4-FFF2-40B4-BE49-F238E27FC236}">
                <a16:creationId xmlns:a16="http://schemas.microsoft.com/office/drawing/2014/main" id="{10B45F85-549C-4109-BEA4-A9EE768F7D36}"/>
              </a:ext>
            </a:extLst>
          </p:cNvPr>
          <p:cNvSpPr>
            <a:spLocks xmlns:a="http://schemas.openxmlformats.org/drawingml/2006/main" noGrp="1"/>
          </p:cNvSpPr>
          <p:nvPr/>
        </p:nvSpPr>
        <p:spPr>
          <a:xfrm xmlns:a="http://schemas.openxmlformats.org/drawingml/2006/main">
            <a:off x="704850" y="495300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07E78"/>
                </a:solidFill>
              </a:defRPr>
            </a:defPPr>
            <a:lvl1pPr>
              <a:defRPr sz="1725" b="1">
                <a:solidFill>
                  <a:srgbClr val="007E78"/>
                </a:solidFill>
              </a:defRPr>
            </a:lvl1pPr>
            <a:lvl2pPr>
              <a:defRPr sz="1725" b="1">
                <a:solidFill>
                  <a:srgbClr val="007E78"/>
                </a:solidFill>
              </a:defRPr>
            </a:lvl2pPr>
            <a:lvl3pPr>
              <a:defRPr sz="1725" b="1">
                <a:solidFill>
                  <a:srgbClr val="007E78"/>
                </a:solidFill>
              </a:defRPr>
            </a:lvl3pPr>
            <a:lvl4pPr>
              <a:defRPr sz="1725" b="1">
                <a:solidFill>
                  <a:srgbClr val="007E78"/>
                </a:solidFill>
              </a:defRPr>
            </a:lvl4pPr>
            <a:lvl5pPr>
              <a:defRPr sz="1725" b="1">
                <a:solidFill>
                  <a:srgbClr val="007E78"/>
                </a:solidFill>
              </a:defRPr>
            </a:lvl5pPr>
            <a:lvl6pPr>
              <a:defRPr sz="1725" b="1">
                <a:solidFill>
                  <a:srgbClr val="007E78"/>
                </a:solidFill>
              </a:defRPr>
            </a:lvl6pPr>
            <a:lvl7pPr>
              <a:defRPr sz="1725" b="1">
                <a:solidFill>
                  <a:srgbClr val="007E78"/>
                </a:solidFill>
              </a:defRPr>
            </a:lvl7pPr>
            <a:lvl8pPr>
              <a:defRPr sz="1725" b="1">
                <a:solidFill>
                  <a:srgbClr val="007E78"/>
                </a:solidFill>
              </a:defRPr>
            </a:lvl8pPr>
            <a:lvl9pPr>
              <a:defRPr sz="1725" b="1">
                <a:solidFill>
                  <a:srgbClr val="007E78"/>
                </a:solidFill>
              </a:defRPr>
            </a:lvl9pPr>
          </a:lstStyle>
          <a:p xmlns:a="http://schemas.openxmlformats.org/drawingml/2006/main">
            <a:pPr>
              <a:buNone/>
              <a:defRPr sz="1725" b="1">
                <a:solidFill>
                  <a:srgbClr val="007E78"/>
                </a:solidFill>
              </a:defRPr>
            </a:pPr>
            <a:r>
              <a:rPr sz="1725" b="1">
                <a:solidFill>
                  <a:srgbClr val="007E78"/>
                </a:solidFill>
              </a:rPr>
              <a:t>Boundary</a:t>
            </a:r>
          </a:p>
        </p:txBody>
      </p:sp>
      <p:sp>
        <p:nvSpPr>
          <p:cNvPr id="14" name="">
            <a:extLst xmlns:a="http://schemas.openxmlformats.org/drawingml/2006/main">
              <a:ext uri="{FF2B5EF4-FFF2-40B4-BE49-F238E27FC236}">
                <a16:creationId xmlns:a16="http://schemas.microsoft.com/office/drawing/2014/main" id="{B1BA6959-653E-4C2C-8BF1-B286FC70B757}"/>
              </a:ext>
            </a:extLst>
          </p:cNvPr>
          <p:cNvSpPr>
            <a:spLocks xmlns:a="http://schemas.openxmlformats.org/drawingml/2006/main" noGrp="1"/>
          </p:cNvSpPr>
          <p:nvPr/>
        </p:nvSpPr>
        <p:spPr>
          <a:xfrm xmlns:a="http://schemas.openxmlformats.org/drawingml/2006/main">
            <a:off x="3352800" y="4953000"/>
            <a:ext cx="7924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153047"/>
                </a:solidFill>
              </a:defRPr>
            </a:defPPr>
            <a:lvl1pPr>
              <a:defRPr sz="1725" b="0">
                <a:solidFill>
                  <a:srgbClr val="153047"/>
                </a:solidFill>
              </a:defRPr>
            </a:lvl1pPr>
            <a:lvl2pPr>
              <a:defRPr sz="1725" b="0">
                <a:solidFill>
                  <a:srgbClr val="153047"/>
                </a:solidFill>
              </a:defRPr>
            </a:lvl2pPr>
            <a:lvl3pPr>
              <a:defRPr sz="1725" b="0">
                <a:solidFill>
                  <a:srgbClr val="153047"/>
                </a:solidFill>
              </a:defRPr>
            </a:lvl3pPr>
            <a:lvl4pPr>
              <a:defRPr sz="1725" b="0">
                <a:solidFill>
                  <a:srgbClr val="153047"/>
                </a:solidFill>
              </a:defRPr>
            </a:lvl4pPr>
            <a:lvl5pPr>
              <a:defRPr sz="1725" b="0">
                <a:solidFill>
                  <a:srgbClr val="153047"/>
                </a:solidFill>
              </a:defRPr>
            </a:lvl5pPr>
            <a:lvl6pPr>
              <a:defRPr sz="1725" b="0">
                <a:solidFill>
                  <a:srgbClr val="153047"/>
                </a:solidFill>
              </a:defRPr>
            </a:lvl6pPr>
            <a:lvl7pPr>
              <a:defRPr sz="1725" b="0">
                <a:solidFill>
                  <a:srgbClr val="153047"/>
                </a:solidFill>
              </a:defRPr>
            </a:lvl7pPr>
            <a:lvl8pPr>
              <a:defRPr sz="1725" b="0">
                <a:solidFill>
                  <a:srgbClr val="153047"/>
                </a:solidFill>
              </a:defRPr>
            </a:lvl8pPr>
            <a:lvl9pPr>
              <a:defRPr sz="1725" b="0">
                <a:solidFill>
                  <a:srgbClr val="153047"/>
                </a:solidFill>
              </a:defRPr>
            </a:lvl9pPr>
          </a:lstStyle>
          <a:p xmlns:a="http://schemas.openxmlformats.org/drawingml/2006/main">
            <a:pPr>
              <a:buNone/>
              <a:defRPr sz="1725" b="0">
                <a:solidFill>
                  <a:srgbClr val="153047"/>
                </a:solidFill>
              </a:defRPr>
            </a:pPr>
            <a:r>
              <a:rPr sz="1725" b="0">
                <a:solidFill>
                  <a:srgbClr val="153047"/>
                </a:solidFill>
              </a:rPr>
              <a:t>A candidate gap reflects supplied papers. Human review must establish citation accuracy and wider novelty.</a:t>
            </a:r>
          </a:p>
        </p:txBody>
      </p:sp>
    </p:spTree>
    <p:extLst>
      <p:ext uri="{BB962C8B-B14F-4D97-AF65-F5344CB8AC3E}">
        <p14:creationId xmlns:p14="http://schemas.microsoft.com/office/powerpoint/2010/main" val="153039728"/>
      </p:ext>
    </p:extLst>
  </p:cSld>
</p:sld>
</file>

<file path=ppt/slides/slide3.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A51AB01-531A-47CA-8695-78F3FB37EA0C}"/>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E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CED2590-1ECF-4B35-938F-1D51C13266F6}"/>
              </a:ext>
            </a:extLst>
          </p:cNvPr>
          <p:cNvSpPr>
            <a:spLocks xmlns:a="http://schemas.openxmlformats.org/drawingml/2006/main" noGrp="1"/>
          </p:cNvSpPr>
          <p:nvPr/>
        </p:nvSpPr>
        <p:spPr>
          <a:xfrm xmlns:a="http://schemas.openxmlformats.org/drawingml/2006/main">
            <a:off x="609600" y="323850"/>
            <a:ext cx="1009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07E78"/>
                </a:solidFill>
              </a:defRPr>
            </a:defPPr>
            <a:lvl1pPr>
              <a:defRPr sz="1125" b="1">
                <a:solidFill>
                  <a:srgbClr val="007E78"/>
                </a:solidFill>
              </a:defRPr>
            </a:lvl1pPr>
            <a:lvl2pPr>
              <a:defRPr sz="1125" b="1">
                <a:solidFill>
                  <a:srgbClr val="007E78"/>
                </a:solidFill>
              </a:defRPr>
            </a:lvl2pPr>
            <a:lvl3pPr>
              <a:defRPr sz="1125" b="1">
                <a:solidFill>
                  <a:srgbClr val="007E78"/>
                </a:solidFill>
              </a:defRPr>
            </a:lvl3pPr>
            <a:lvl4pPr>
              <a:defRPr sz="1125" b="1">
                <a:solidFill>
                  <a:srgbClr val="007E78"/>
                </a:solidFill>
              </a:defRPr>
            </a:lvl4pPr>
            <a:lvl5pPr>
              <a:defRPr sz="1125" b="1">
                <a:solidFill>
                  <a:srgbClr val="007E78"/>
                </a:solidFill>
              </a:defRPr>
            </a:lvl5pPr>
            <a:lvl6pPr>
              <a:defRPr sz="1125" b="1">
                <a:solidFill>
                  <a:srgbClr val="007E78"/>
                </a:solidFill>
              </a:defRPr>
            </a:lvl6pPr>
            <a:lvl7pPr>
              <a:defRPr sz="1125" b="1">
                <a:solidFill>
                  <a:srgbClr val="007E78"/>
                </a:solidFill>
              </a:defRPr>
            </a:lvl7pPr>
            <a:lvl8pPr>
              <a:defRPr sz="1125" b="1">
                <a:solidFill>
                  <a:srgbClr val="007E78"/>
                </a:solidFill>
              </a:defRPr>
            </a:lvl8pPr>
            <a:lvl9pPr>
              <a:defRPr sz="1125" b="1">
                <a:solidFill>
                  <a:srgbClr val="007E78"/>
                </a:solidFill>
              </a:defRPr>
            </a:lvl9pPr>
          </a:lstStyle>
          <a:p xmlns:a="http://schemas.openxmlformats.org/drawingml/2006/main">
            <a:pPr>
              <a:buNone/>
              <a:defRPr sz="1125" b="1">
                <a:solidFill>
                  <a:srgbClr val="007E78"/>
                </a:solidFill>
              </a:defRPr>
            </a:pPr>
            <a:r>
              <a:rPr sz="1125" b="1">
                <a:solidFill>
                  <a:srgbClr val="007E78"/>
                </a:solidFill>
              </a:rPr>
              <a:t>02  WHY ORCHESTRATION</a:t>
            </a:r>
          </a:p>
        </p:txBody>
      </p:sp>
      <p:sp>
        <p:nvSpPr>
          <p:cNvPr id="3" name="">
            <a:extLst xmlns:a="http://schemas.openxmlformats.org/drawingml/2006/main">
              <a:ext uri="{FF2B5EF4-FFF2-40B4-BE49-F238E27FC236}">
                <a16:creationId xmlns:a16="http://schemas.microsoft.com/office/drawing/2014/main" id="{7E6AA1DA-0BA4-46A4-9A87-0752A8C7146B}"/>
              </a:ext>
            </a:extLst>
          </p:cNvPr>
          <p:cNvSpPr>
            <a:spLocks xmlns:a="http://schemas.openxmlformats.org/drawingml/2006/main" noGrp="1"/>
          </p:cNvSpPr>
          <p:nvPr/>
        </p:nvSpPr>
        <p:spPr>
          <a:xfrm xmlns:a="http://schemas.openxmlformats.org/drawingml/2006/main">
            <a:off x="609600" y="685800"/>
            <a:ext cx="10858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10243A"/>
                </a:solidFill>
              </a:defRPr>
            </a:defPPr>
            <a:lvl1pPr>
              <a:defRPr sz="2850" b="1">
                <a:solidFill>
                  <a:srgbClr val="10243A"/>
                </a:solidFill>
              </a:defRPr>
            </a:lvl1pPr>
            <a:lvl2pPr>
              <a:defRPr sz="2850" b="1">
                <a:solidFill>
                  <a:srgbClr val="10243A"/>
                </a:solidFill>
              </a:defRPr>
            </a:lvl2pPr>
            <a:lvl3pPr>
              <a:defRPr sz="2850" b="1">
                <a:solidFill>
                  <a:srgbClr val="10243A"/>
                </a:solidFill>
              </a:defRPr>
            </a:lvl3pPr>
            <a:lvl4pPr>
              <a:defRPr sz="2850" b="1">
                <a:solidFill>
                  <a:srgbClr val="10243A"/>
                </a:solidFill>
              </a:defRPr>
            </a:lvl4pPr>
            <a:lvl5pPr>
              <a:defRPr sz="2850" b="1">
                <a:solidFill>
                  <a:srgbClr val="10243A"/>
                </a:solidFill>
              </a:defRPr>
            </a:lvl5pPr>
            <a:lvl6pPr>
              <a:defRPr sz="2850" b="1">
                <a:solidFill>
                  <a:srgbClr val="10243A"/>
                </a:solidFill>
              </a:defRPr>
            </a:lvl6pPr>
            <a:lvl7pPr>
              <a:defRPr sz="2850" b="1">
                <a:solidFill>
                  <a:srgbClr val="10243A"/>
                </a:solidFill>
              </a:defRPr>
            </a:lvl7pPr>
            <a:lvl8pPr>
              <a:defRPr sz="2850" b="1">
                <a:solidFill>
                  <a:srgbClr val="10243A"/>
                </a:solidFill>
              </a:defRPr>
            </a:lvl8pPr>
            <a:lvl9pPr>
              <a:defRPr sz="2850" b="1">
                <a:solidFill>
                  <a:srgbClr val="10243A"/>
                </a:solidFill>
              </a:defRPr>
            </a:lvl9pPr>
          </a:lstStyle>
          <a:p xmlns:a="http://schemas.openxmlformats.org/drawingml/2006/main">
            <a:pPr>
              <a:buNone/>
              <a:defRPr sz="2850" b="1">
                <a:solidFill>
                  <a:srgbClr val="10243A"/>
                </a:solidFill>
              </a:defRPr>
            </a:pPr>
            <a:r>
              <a:rPr sz="2850" b="1">
                <a:solidFill>
                  <a:srgbClr val="10243A"/>
                </a:solidFill>
              </a:rPr>
              <a:t>Problem statement</a:t>
            </a:r>
          </a:p>
        </p:txBody>
      </p:sp>
      <p:sp>
        <p:nvSpPr>
          <p:cNvPr id="4" name="">
            <a:extLst xmlns:a="http://schemas.openxmlformats.org/drawingml/2006/main">
              <a:ext uri="{FF2B5EF4-FFF2-40B4-BE49-F238E27FC236}">
                <a16:creationId xmlns:a16="http://schemas.microsoft.com/office/drawing/2014/main" id="{1A209824-212D-4774-96B7-C028C58DB3A8}"/>
              </a:ext>
            </a:extLst>
          </p:cNvPr>
          <p:cNvSpPr>
            <a:spLocks xmlns:a="http://schemas.openxmlformats.org/drawingml/2006/main" noGrp="1"/>
          </p:cNvSpPr>
          <p:nvPr/>
        </p:nvSpPr>
        <p:spPr>
          <a:xfrm xmlns:a="http://schemas.openxmlformats.org/drawingml/2006/main">
            <a:off x="609600" y="6324600"/>
            <a:ext cx="10972800" cy="9525"/>
          </a:xfrm>
          <a:prstGeom xmlns:a="http://schemas.openxmlformats.org/drawingml/2006/main" prst="rect">
            <a:avLst/>
          </a:prstGeom>
          <a:solidFill xmlns:a="http://schemas.openxmlformats.org/drawingml/2006/main">
            <a:srgbClr val="D7E3E9"/>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9A73792-B4EA-413A-8DD0-6C3D8B7A55A9}"/>
              </a:ext>
            </a:extLst>
          </p:cNvPr>
          <p:cNvSpPr>
            <a:spLocks xmlns:a="http://schemas.openxmlformats.org/drawingml/2006/main" noGrp="1"/>
          </p:cNvSpPr>
          <p:nvPr/>
        </p:nvSpPr>
        <p:spPr>
          <a:xfrm xmlns:a="http://schemas.openxmlformats.org/drawingml/2006/main">
            <a:off x="609600" y="6429375"/>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AgentFlow  |  Final Review</a:t>
            </a:r>
          </a:p>
        </p:txBody>
      </p:sp>
      <p:sp>
        <p:nvSpPr>
          <p:cNvPr id="6" name="">
            <a:extLst xmlns:a="http://schemas.openxmlformats.org/drawingml/2006/main">
              <a:ext uri="{FF2B5EF4-FFF2-40B4-BE49-F238E27FC236}">
                <a16:creationId xmlns:a16="http://schemas.microsoft.com/office/drawing/2014/main" id="{95D71BF4-446E-47D9-8929-2F7BBBCF8FAA}"/>
              </a:ext>
            </a:extLst>
          </p:cNvPr>
          <p:cNvSpPr>
            <a:spLocks xmlns:a="http://schemas.openxmlformats.org/drawingml/2006/main" noGrp="1"/>
          </p:cNvSpPr>
          <p:nvPr/>
        </p:nvSpPr>
        <p:spPr>
          <a:xfrm xmlns:a="http://schemas.openxmlformats.org/drawingml/2006/main">
            <a:off x="11029950" y="642937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03</a:t>
            </a:r>
          </a:p>
        </p:txBody>
      </p:sp>
      <p:sp>
        <p:nvSpPr>
          <p:cNvPr id="7" name="">
            <a:extLst xmlns:a="http://schemas.openxmlformats.org/drawingml/2006/main">
              <a:ext uri="{FF2B5EF4-FFF2-40B4-BE49-F238E27FC236}">
                <a16:creationId xmlns:a16="http://schemas.microsoft.com/office/drawing/2014/main" id="{772E67E8-8B25-4628-822E-03DECF0ADB9A}"/>
              </a:ext>
            </a:extLst>
          </p:cNvPr>
          <p:cNvSpPr>
            <a:spLocks xmlns:a="http://schemas.openxmlformats.org/drawingml/2006/main" noGrp="1"/>
          </p:cNvSpPr>
          <p:nvPr/>
        </p:nvSpPr>
        <p:spPr>
          <a:xfrm xmlns:a="http://schemas.openxmlformats.org/drawingml/2006/main">
            <a:off x="704850" y="180975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07E78"/>
                </a:solidFill>
              </a:defRPr>
            </a:defPPr>
            <a:lvl1pPr>
              <a:defRPr sz="1725" b="1">
                <a:solidFill>
                  <a:srgbClr val="007E78"/>
                </a:solidFill>
              </a:defRPr>
            </a:lvl1pPr>
            <a:lvl2pPr>
              <a:defRPr sz="1725" b="1">
                <a:solidFill>
                  <a:srgbClr val="007E78"/>
                </a:solidFill>
              </a:defRPr>
            </a:lvl2pPr>
            <a:lvl3pPr>
              <a:defRPr sz="1725" b="1">
                <a:solidFill>
                  <a:srgbClr val="007E78"/>
                </a:solidFill>
              </a:defRPr>
            </a:lvl3pPr>
            <a:lvl4pPr>
              <a:defRPr sz="1725" b="1">
                <a:solidFill>
                  <a:srgbClr val="007E78"/>
                </a:solidFill>
              </a:defRPr>
            </a:lvl4pPr>
            <a:lvl5pPr>
              <a:defRPr sz="1725" b="1">
                <a:solidFill>
                  <a:srgbClr val="007E78"/>
                </a:solidFill>
              </a:defRPr>
            </a:lvl5pPr>
            <a:lvl6pPr>
              <a:defRPr sz="1725" b="1">
                <a:solidFill>
                  <a:srgbClr val="007E78"/>
                </a:solidFill>
              </a:defRPr>
            </a:lvl6pPr>
            <a:lvl7pPr>
              <a:defRPr sz="1725" b="1">
                <a:solidFill>
                  <a:srgbClr val="007E78"/>
                </a:solidFill>
              </a:defRPr>
            </a:lvl7pPr>
            <a:lvl8pPr>
              <a:defRPr sz="1725" b="1">
                <a:solidFill>
                  <a:srgbClr val="007E78"/>
                </a:solidFill>
              </a:defRPr>
            </a:lvl8pPr>
            <a:lvl9pPr>
              <a:defRPr sz="1725" b="1">
                <a:solidFill>
                  <a:srgbClr val="007E78"/>
                </a:solidFill>
              </a:defRPr>
            </a:lvl9pPr>
          </a:lstStyle>
          <a:p xmlns:a="http://schemas.openxmlformats.org/drawingml/2006/main">
            <a:pPr>
              <a:buNone/>
              <a:defRPr sz="1725" b="1">
                <a:solidFill>
                  <a:srgbClr val="007E78"/>
                </a:solidFill>
              </a:defRPr>
            </a:pPr>
            <a:r>
              <a:rPr sz="1725" b="1">
                <a:solidFill>
                  <a:srgbClr val="007E78"/>
                </a:solidFill>
              </a:rPr>
              <a:t>Complex tasks</a:t>
            </a:r>
          </a:p>
        </p:txBody>
      </p:sp>
      <p:sp>
        <p:nvSpPr>
          <p:cNvPr id="8" name="">
            <a:extLst xmlns:a="http://schemas.openxmlformats.org/drawingml/2006/main">
              <a:ext uri="{FF2B5EF4-FFF2-40B4-BE49-F238E27FC236}">
                <a16:creationId xmlns:a16="http://schemas.microsoft.com/office/drawing/2014/main" id="{289FA486-9BC7-488D-A7DF-BDC165B94229}"/>
              </a:ext>
            </a:extLst>
          </p:cNvPr>
          <p:cNvSpPr>
            <a:spLocks xmlns:a="http://schemas.openxmlformats.org/drawingml/2006/main" noGrp="1"/>
          </p:cNvSpPr>
          <p:nvPr/>
        </p:nvSpPr>
        <p:spPr>
          <a:xfrm xmlns:a="http://schemas.openxmlformats.org/drawingml/2006/main">
            <a:off x="3352800" y="1809750"/>
            <a:ext cx="7924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153047"/>
                </a:solidFill>
              </a:defRPr>
            </a:defPPr>
            <a:lvl1pPr>
              <a:defRPr sz="1725" b="0">
                <a:solidFill>
                  <a:srgbClr val="153047"/>
                </a:solidFill>
              </a:defRPr>
            </a:lvl1pPr>
            <a:lvl2pPr>
              <a:defRPr sz="1725" b="0">
                <a:solidFill>
                  <a:srgbClr val="153047"/>
                </a:solidFill>
              </a:defRPr>
            </a:lvl2pPr>
            <a:lvl3pPr>
              <a:defRPr sz="1725" b="0">
                <a:solidFill>
                  <a:srgbClr val="153047"/>
                </a:solidFill>
              </a:defRPr>
            </a:lvl3pPr>
            <a:lvl4pPr>
              <a:defRPr sz="1725" b="0">
                <a:solidFill>
                  <a:srgbClr val="153047"/>
                </a:solidFill>
              </a:defRPr>
            </a:lvl4pPr>
            <a:lvl5pPr>
              <a:defRPr sz="1725" b="0">
                <a:solidFill>
                  <a:srgbClr val="153047"/>
                </a:solidFill>
              </a:defRPr>
            </a:lvl5pPr>
            <a:lvl6pPr>
              <a:defRPr sz="1725" b="0">
                <a:solidFill>
                  <a:srgbClr val="153047"/>
                </a:solidFill>
              </a:defRPr>
            </a:lvl6pPr>
            <a:lvl7pPr>
              <a:defRPr sz="1725" b="0">
                <a:solidFill>
                  <a:srgbClr val="153047"/>
                </a:solidFill>
              </a:defRPr>
            </a:lvl7pPr>
            <a:lvl8pPr>
              <a:defRPr sz="1725" b="0">
                <a:solidFill>
                  <a:srgbClr val="153047"/>
                </a:solidFill>
              </a:defRPr>
            </a:lvl8pPr>
            <a:lvl9pPr>
              <a:defRPr sz="1725" b="0">
                <a:solidFill>
                  <a:srgbClr val="153047"/>
                </a:solidFill>
              </a:defRPr>
            </a:lvl9pPr>
          </a:lstStyle>
          <a:p xmlns:a="http://schemas.openxmlformats.org/drawingml/2006/main">
            <a:pPr>
              <a:buNone/>
              <a:defRPr sz="1725" b="0">
                <a:solidFill>
                  <a:srgbClr val="153047"/>
                </a:solidFill>
              </a:defRPr>
            </a:pPr>
            <a:r>
              <a:rPr sz="1725" b="0">
                <a:solidFill>
                  <a:srgbClr val="153047"/>
                </a:solidFill>
              </a:rPr>
              <a:t>A single objective can require PDF extraction, source search, cross-paper comparison, and report writing.</a:t>
            </a:r>
          </a:p>
        </p:txBody>
      </p:sp>
      <p:sp>
        <p:nvSpPr>
          <p:cNvPr id="9" name="">
            <a:extLst xmlns:a="http://schemas.openxmlformats.org/drawingml/2006/main">
              <a:ext uri="{FF2B5EF4-FFF2-40B4-BE49-F238E27FC236}">
                <a16:creationId xmlns:a16="http://schemas.microsoft.com/office/drawing/2014/main" id="{004FF29F-8F69-44EB-A728-8DF9C5A183A5}"/>
              </a:ext>
            </a:extLst>
          </p:cNvPr>
          <p:cNvSpPr>
            <a:spLocks xmlns:a="http://schemas.openxmlformats.org/drawingml/2006/main" noGrp="1"/>
          </p:cNvSpPr>
          <p:nvPr/>
        </p:nvSpPr>
        <p:spPr>
          <a:xfrm xmlns:a="http://schemas.openxmlformats.org/drawingml/2006/main">
            <a:off x="704850" y="285750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07E78"/>
                </a:solidFill>
              </a:defRPr>
            </a:defPPr>
            <a:lvl1pPr>
              <a:defRPr sz="1725" b="1">
                <a:solidFill>
                  <a:srgbClr val="007E78"/>
                </a:solidFill>
              </a:defRPr>
            </a:lvl1pPr>
            <a:lvl2pPr>
              <a:defRPr sz="1725" b="1">
                <a:solidFill>
                  <a:srgbClr val="007E78"/>
                </a:solidFill>
              </a:defRPr>
            </a:lvl2pPr>
            <a:lvl3pPr>
              <a:defRPr sz="1725" b="1">
                <a:solidFill>
                  <a:srgbClr val="007E78"/>
                </a:solidFill>
              </a:defRPr>
            </a:lvl3pPr>
            <a:lvl4pPr>
              <a:defRPr sz="1725" b="1">
                <a:solidFill>
                  <a:srgbClr val="007E78"/>
                </a:solidFill>
              </a:defRPr>
            </a:lvl4pPr>
            <a:lvl5pPr>
              <a:defRPr sz="1725" b="1">
                <a:solidFill>
                  <a:srgbClr val="007E78"/>
                </a:solidFill>
              </a:defRPr>
            </a:lvl5pPr>
            <a:lvl6pPr>
              <a:defRPr sz="1725" b="1">
                <a:solidFill>
                  <a:srgbClr val="007E78"/>
                </a:solidFill>
              </a:defRPr>
            </a:lvl6pPr>
            <a:lvl7pPr>
              <a:defRPr sz="1725" b="1">
                <a:solidFill>
                  <a:srgbClr val="007E78"/>
                </a:solidFill>
              </a:defRPr>
            </a:lvl7pPr>
            <a:lvl8pPr>
              <a:defRPr sz="1725" b="1">
                <a:solidFill>
                  <a:srgbClr val="007E78"/>
                </a:solidFill>
              </a:defRPr>
            </a:lvl8pPr>
            <a:lvl9pPr>
              <a:defRPr sz="1725" b="1">
                <a:solidFill>
                  <a:srgbClr val="007E78"/>
                </a:solidFill>
              </a:defRPr>
            </a:lvl9pPr>
          </a:lstStyle>
          <a:p xmlns:a="http://schemas.openxmlformats.org/drawingml/2006/main">
            <a:pPr>
              <a:buNone/>
              <a:defRPr sz="1725" b="1">
                <a:solidFill>
                  <a:srgbClr val="007E78"/>
                </a:solidFill>
              </a:defRPr>
            </a:pPr>
            <a:r>
              <a:rPr sz="1725" b="1">
                <a:solidFill>
                  <a:srgbClr val="007E78"/>
                </a:solidFill>
              </a:rPr>
              <a:t>Evidence control</a:t>
            </a:r>
          </a:p>
        </p:txBody>
      </p:sp>
      <p:sp>
        <p:nvSpPr>
          <p:cNvPr id="10" name="">
            <a:extLst xmlns:a="http://schemas.openxmlformats.org/drawingml/2006/main">
              <a:ext uri="{FF2B5EF4-FFF2-40B4-BE49-F238E27FC236}">
                <a16:creationId xmlns:a16="http://schemas.microsoft.com/office/drawing/2014/main" id="{4C077AB9-4A50-46FA-BBF7-A39CE04996A8}"/>
              </a:ext>
            </a:extLst>
          </p:cNvPr>
          <p:cNvSpPr>
            <a:spLocks xmlns:a="http://schemas.openxmlformats.org/drawingml/2006/main" noGrp="1"/>
          </p:cNvSpPr>
          <p:nvPr/>
        </p:nvSpPr>
        <p:spPr>
          <a:xfrm xmlns:a="http://schemas.openxmlformats.org/drawingml/2006/main">
            <a:off x="3352800" y="2857500"/>
            <a:ext cx="7924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153047"/>
                </a:solidFill>
              </a:defRPr>
            </a:defPPr>
            <a:lvl1pPr>
              <a:defRPr sz="1725" b="0">
                <a:solidFill>
                  <a:srgbClr val="153047"/>
                </a:solidFill>
              </a:defRPr>
            </a:lvl1pPr>
            <a:lvl2pPr>
              <a:defRPr sz="1725" b="0">
                <a:solidFill>
                  <a:srgbClr val="153047"/>
                </a:solidFill>
              </a:defRPr>
            </a:lvl2pPr>
            <a:lvl3pPr>
              <a:defRPr sz="1725" b="0">
                <a:solidFill>
                  <a:srgbClr val="153047"/>
                </a:solidFill>
              </a:defRPr>
            </a:lvl3pPr>
            <a:lvl4pPr>
              <a:defRPr sz="1725" b="0">
                <a:solidFill>
                  <a:srgbClr val="153047"/>
                </a:solidFill>
              </a:defRPr>
            </a:lvl4pPr>
            <a:lvl5pPr>
              <a:defRPr sz="1725" b="0">
                <a:solidFill>
                  <a:srgbClr val="153047"/>
                </a:solidFill>
              </a:defRPr>
            </a:lvl5pPr>
            <a:lvl6pPr>
              <a:defRPr sz="1725" b="0">
                <a:solidFill>
                  <a:srgbClr val="153047"/>
                </a:solidFill>
              </a:defRPr>
            </a:lvl6pPr>
            <a:lvl7pPr>
              <a:defRPr sz="1725" b="0">
                <a:solidFill>
                  <a:srgbClr val="153047"/>
                </a:solidFill>
              </a:defRPr>
            </a:lvl7pPr>
            <a:lvl8pPr>
              <a:defRPr sz="1725" b="0">
                <a:solidFill>
                  <a:srgbClr val="153047"/>
                </a:solidFill>
              </a:defRPr>
            </a:lvl8pPr>
            <a:lvl9pPr>
              <a:defRPr sz="1725" b="0">
                <a:solidFill>
                  <a:srgbClr val="153047"/>
                </a:solidFill>
              </a:defRPr>
            </a:lvl9pPr>
          </a:lstStyle>
          <a:p xmlns:a="http://schemas.openxmlformats.org/drawingml/2006/main">
            <a:pPr>
              <a:buNone/>
              <a:defRPr sz="1725" b="0">
                <a:solidFill>
                  <a:srgbClr val="153047"/>
                </a:solidFill>
              </a:defRPr>
            </a:pPr>
            <a:r>
              <a:rPr sz="1725" b="0">
                <a:solidFill>
                  <a:srgbClr val="153047"/>
                </a:solidFill>
              </a:rPr>
              <a:t>Each worker receives only the evidence and registered tool needed for its task.</a:t>
            </a:r>
          </a:p>
        </p:txBody>
      </p:sp>
      <p:sp>
        <p:nvSpPr>
          <p:cNvPr id="11" name="">
            <a:extLst xmlns:a="http://schemas.openxmlformats.org/drawingml/2006/main">
              <a:ext uri="{FF2B5EF4-FFF2-40B4-BE49-F238E27FC236}">
                <a16:creationId xmlns:a16="http://schemas.microsoft.com/office/drawing/2014/main" id="{A2A82734-A715-4561-9632-5E4F3859E197}"/>
              </a:ext>
            </a:extLst>
          </p:cNvPr>
          <p:cNvSpPr>
            <a:spLocks xmlns:a="http://schemas.openxmlformats.org/drawingml/2006/main" noGrp="1"/>
          </p:cNvSpPr>
          <p:nvPr/>
        </p:nvSpPr>
        <p:spPr>
          <a:xfrm xmlns:a="http://schemas.openxmlformats.org/drawingml/2006/main">
            <a:off x="704850" y="390525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07E78"/>
                </a:solidFill>
              </a:defRPr>
            </a:defPPr>
            <a:lvl1pPr>
              <a:defRPr sz="1725" b="1">
                <a:solidFill>
                  <a:srgbClr val="007E78"/>
                </a:solidFill>
              </a:defRPr>
            </a:lvl1pPr>
            <a:lvl2pPr>
              <a:defRPr sz="1725" b="1">
                <a:solidFill>
                  <a:srgbClr val="007E78"/>
                </a:solidFill>
              </a:defRPr>
            </a:lvl2pPr>
            <a:lvl3pPr>
              <a:defRPr sz="1725" b="1">
                <a:solidFill>
                  <a:srgbClr val="007E78"/>
                </a:solidFill>
              </a:defRPr>
            </a:lvl3pPr>
            <a:lvl4pPr>
              <a:defRPr sz="1725" b="1">
                <a:solidFill>
                  <a:srgbClr val="007E78"/>
                </a:solidFill>
              </a:defRPr>
            </a:lvl4pPr>
            <a:lvl5pPr>
              <a:defRPr sz="1725" b="1">
                <a:solidFill>
                  <a:srgbClr val="007E78"/>
                </a:solidFill>
              </a:defRPr>
            </a:lvl5pPr>
            <a:lvl6pPr>
              <a:defRPr sz="1725" b="1">
                <a:solidFill>
                  <a:srgbClr val="007E78"/>
                </a:solidFill>
              </a:defRPr>
            </a:lvl6pPr>
            <a:lvl7pPr>
              <a:defRPr sz="1725" b="1">
                <a:solidFill>
                  <a:srgbClr val="007E78"/>
                </a:solidFill>
              </a:defRPr>
            </a:lvl7pPr>
            <a:lvl8pPr>
              <a:defRPr sz="1725" b="1">
                <a:solidFill>
                  <a:srgbClr val="007E78"/>
                </a:solidFill>
              </a:defRPr>
            </a:lvl8pPr>
            <a:lvl9pPr>
              <a:defRPr sz="1725" b="1">
                <a:solidFill>
                  <a:srgbClr val="007E78"/>
                </a:solidFill>
              </a:defRPr>
            </a:lvl9pPr>
          </a:lstStyle>
          <a:p xmlns:a="http://schemas.openxmlformats.org/drawingml/2006/main">
            <a:pPr>
              <a:buNone/>
              <a:defRPr sz="1725" b="1">
                <a:solidFill>
                  <a:srgbClr val="007E78"/>
                </a:solidFill>
              </a:defRPr>
            </a:pPr>
            <a:r>
              <a:rPr sz="1725" b="1">
                <a:solidFill>
                  <a:srgbClr val="007E78"/>
                </a:solidFill>
              </a:rPr>
              <a:t>Traceability</a:t>
            </a:r>
          </a:p>
        </p:txBody>
      </p:sp>
      <p:sp>
        <p:nvSpPr>
          <p:cNvPr id="12" name="">
            <a:extLst xmlns:a="http://schemas.openxmlformats.org/drawingml/2006/main">
              <a:ext uri="{FF2B5EF4-FFF2-40B4-BE49-F238E27FC236}">
                <a16:creationId xmlns:a16="http://schemas.microsoft.com/office/drawing/2014/main" id="{96FA4493-297E-4B11-A41A-5EB46E48E906}"/>
              </a:ext>
            </a:extLst>
          </p:cNvPr>
          <p:cNvSpPr>
            <a:spLocks xmlns:a="http://schemas.openxmlformats.org/drawingml/2006/main" noGrp="1"/>
          </p:cNvSpPr>
          <p:nvPr/>
        </p:nvSpPr>
        <p:spPr>
          <a:xfrm xmlns:a="http://schemas.openxmlformats.org/drawingml/2006/main">
            <a:off x="3352800" y="3905250"/>
            <a:ext cx="7924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153047"/>
                </a:solidFill>
              </a:defRPr>
            </a:defPPr>
            <a:lvl1pPr>
              <a:defRPr sz="1725" b="0">
                <a:solidFill>
                  <a:srgbClr val="153047"/>
                </a:solidFill>
              </a:defRPr>
            </a:lvl1pPr>
            <a:lvl2pPr>
              <a:defRPr sz="1725" b="0">
                <a:solidFill>
                  <a:srgbClr val="153047"/>
                </a:solidFill>
              </a:defRPr>
            </a:lvl2pPr>
            <a:lvl3pPr>
              <a:defRPr sz="1725" b="0">
                <a:solidFill>
                  <a:srgbClr val="153047"/>
                </a:solidFill>
              </a:defRPr>
            </a:lvl3pPr>
            <a:lvl4pPr>
              <a:defRPr sz="1725" b="0">
                <a:solidFill>
                  <a:srgbClr val="153047"/>
                </a:solidFill>
              </a:defRPr>
            </a:lvl4pPr>
            <a:lvl5pPr>
              <a:defRPr sz="1725" b="0">
                <a:solidFill>
                  <a:srgbClr val="153047"/>
                </a:solidFill>
              </a:defRPr>
            </a:lvl5pPr>
            <a:lvl6pPr>
              <a:defRPr sz="1725" b="0">
                <a:solidFill>
                  <a:srgbClr val="153047"/>
                </a:solidFill>
              </a:defRPr>
            </a:lvl6pPr>
            <a:lvl7pPr>
              <a:defRPr sz="1725" b="0">
                <a:solidFill>
                  <a:srgbClr val="153047"/>
                </a:solidFill>
              </a:defRPr>
            </a:lvl7pPr>
            <a:lvl8pPr>
              <a:defRPr sz="1725" b="0">
                <a:solidFill>
                  <a:srgbClr val="153047"/>
                </a:solidFill>
              </a:defRPr>
            </a:lvl8pPr>
            <a:lvl9pPr>
              <a:defRPr sz="1725" b="0">
                <a:solidFill>
                  <a:srgbClr val="153047"/>
                </a:solidFill>
              </a:defRPr>
            </a:lvl9pPr>
          </a:lstStyle>
          <a:p xmlns:a="http://schemas.openxmlformats.org/drawingml/2006/main">
            <a:pPr>
              <a:buNone/>
              <a:defRPr sz="1725" b="0">
                <a:solidFill>
                  <a:srgbClr val="153047"/>
                </a:solidFill>
              </a:defRPr>
            </a:pPr>
            <a:r>
              <a:rPr sz="1725" b="0">
                <a:solidFill>
                  <a:srgbClr val="153047"/>
                </a:solidFill>
              </a:rPr>
              <a:t>The saved run records task status, inputs, outputs, attempts, and agent hand-offs.</a:t>
            </a:r>
          </a:p>
        </p:txBody>
      </p:sp>
      <p:sp>
        <p:nvSpPr>
          <p:cNvPr id="13" name="">
            <a:extLst xmlns:a="http://schemas.openxmlformats.org/drawingml/2006/main">
              <a:ext uri="{FF2B5EF4-FFF2-40B4-BE49-F238E27FC236}">
                <a16:creationId xmlns:a16="http://schemas.microsoft.com/office/drawing/2014/main" id="{81AFFF4E-3610-43E0-9829-B5F57B1A39A8}"/>
              </a:ext>
            </a:extLst>
          </p:cNvPr>
          <p:cNvSpPr>
            <a:spLocks xmlns:a="http://schemas.openxmlformats.org/drawingml/2006/main" noGrp="1"/>
          </p:cNvSpPr>
          <p:nvPr/>
        </p:nvSpPr>
        <p:spPr>
          <a:xfrm xmlns:a="http://schemas.openxmlformats.org/drawingml/2006/main">
            <a:off x="704850" y="495300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07E78"/>
                </a:solidFill>
              </a:defRPr>
            </a:defPPr>
            <a:lvl1pPr>
              <a:defRPr sz="1725" b="1">
                <a:solidFill>
                  <a:srgbClr val="007E78"/>
                </a:solidFill>
              </a:defRPr>
            </a:lvl1pPr>
            <a:lvl2pPr>
              <a:defRPr sz="1725" b="1">
                <a:solidFill>
                  <a:srgbClr val="007E78"/>
                </a:solidFill>
              </a:defRPr>
            </a:lvl2pPr>
            <a:lvl3pPr>
              <a:defRPr sz="1725" b="1">
                <a:solidFill>
                  <a:srgbClr val="007E78"/>
                </a:solidFill>
              </a:defRPr>
            </a:lvl3pPr>
            <a:lvl4pPr>
              <a:defRPr sz="1725" b="1">
                <a:solidFill>
                  <a:srgbClr val="007E78"/>
                </a:solidFill>
              </a:defRPr>
            </a:lvl4pPr>
            <a:lvl5pPr>
              <a:defRPr sz="1725" b="1">
                <a:solidFill>
                  <a:srgbClr val="007E78"/>
                </a:solidFill>
              </a:defRPr>
            </a:lvl5pPr>
            <a:lvl6pPr>
              <a:defRPr sz="1725" b="1">
                <a:solidFill>
                  <a:srgbClr val="007E78"/>
                </a:solidFill>
              </a:defRPr>
            </a:lvl6pPr>
            <a:lvl7pPr>
              <a:defRPr sz="1725" b="1">
                <a:solidFill>
                  <a:srgbClr val="007E78"/>
                </a:solidFill>
              </a:defRPr>
            </a:lvl7pPr>
            <a:lvl8pPr>
              <a:defRPr sz="1725" b="1">
                <a:solidFill>
                  <a:srgbClr val="007E78"/>
                </a:solidFill>
              </a:defRPr>
            </a:lvl8pPr>
            <a:lvl9pPr>
              <a:defRPr sz="1725" b="1">
                <a:solidFill>
                  <a:srgbClr val="007E78"/>
                </a:solidFill>
              </a:defRPr>
            </a:lvl9pPr>
          </a:lstStyle>
          <a:p xmlns:a="http://schemas.openxmlformats.org/drawingml/2006/main">
            <a:pPr>
              <a:buNone/>
              <a:defRPr sz="1725" b="1">
                <a:solidFill>
                  <a:srgbClr val="007E78"/>
                </a:solidFill>
              </a:defRPr>
            </a:pPr>
            <a:r>
              <a:rPr sz="1725" b="1">
                <a:solidFill>
                  <a:srgbClr val="007E78"/>
                </a:solidFill>
              </a:rPr>
              <a:t>Recovery</a:t>
            </a:r>
          </a:p>
        </p:txBody>
      </p:sp>
      <p:sp>
        <p:nvSpPr>
          <p:cNvPr id="14" name="">
            <a:extLst xmlns:a="http://schemas.openxmlformats.org/drawingml/2006/main">
              <a:ext uri="{FF2B5EF4-FFF2-40B4-BE49-F238E27FC236}">
                <a16:creationId xmlns:a16="http://schemas.microsoft.com/office/drawing/2014/main" id="{C4CDFFBA-4B09-4BFF-BDFE-DD043D3FD764}"/>
              </a:ext>
            </a:extLst>
          </p:cNvPr>
          <p:cNvSpPr>
            <a:spLocks xmlns:a="http://schemas.openxmlformats.org/drawingml/2006/main" noGrp="1"/>
          </p:cNvSpPr>
          <p:nvPr/>
        </p:nvSpPr>
        <p:spPr>
          <a:xfrm xmlns:a="http://schemas.openxmlformats.org/drawingml/2006/main">
            <a:off x="3352800" y="4953000"/>
            <a:ext cx="7924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153047"/>
                </a:solidFill>
              </a:defRPr>
            </a:defPPr>
            <a:lvl1pPr>
              <a:defRPr sz="1725" b="0">
                <a:solidFill>
                  <a:srgbClr val="153047"/>
                </a:solidFill>
              </a:defRPr>
            </a:lvl1pPr>
            <a:lvl2pPr>
              <a:defRPr sz="1725" b="0">
                <a:solidFill>
                  <a:srgbClr val="153047"/>
                </a:solidFill>
              </a:defRPr>
            </a:lvl2pPr>
            <a:lvl3pPr>
              <a:defRPr sz="1725" b="0">
                <a:solidFill>
                  <a:srgbClr val="153047"/>
                </a:solidFill>
              </a:defRPr>
            </a:lvl3pPr>
            <a:lvl4pPr>
              <a:defRPr sz="1725" b="0">
                <a:solidFill>
                  <a:srgbClr val="153047"/>
                </a:solidFill>
              </a:defRPr>
            </a:lvl4pPr>
            <a:lvl5pPr>
              <a:defRPr sz="1725" b="0">
                <a:solidFill>
                  <a:srgbClr val="153047"/>
                </a:solidFill>
              </a:defRPr>
            </a:lvl5pPr>
            <a:lvl6pPr>
              <a:defRPr sz="1725" b="0">
                <a:solidFill>
                  <a:srgbClr val="153047"/>
                </a:solidFill>
              </a:defRPr>
            </a:lvl6pPr>
            <a:lvl7pPr>
              <a:defRPr sz="1725" b="0">
                <a:solidFill>
                  <a:srgbClr val="153047"/>
                </a:solidFill>
              </a:defRPr>
            </a:lvl7pPr>
            <a:lvl8pPr>
              <a:defRPr sz="1725" b="0">
                <a:solidFill>
                  <a:srgbClr val="153047"/>
                </a:solidFill>
              </a:defRPr>
            </a:lvl8pPr>
            <a:lvl9pPr>
              <a:defRPr sz="1725" b="0">
                <a:solidFill>
                  <a:srgbClr val="153047"/>
                </a:solidFill>
              </a:defRPr>
            </a:lvl9pPr>
          </a:lstStyle>
          <a:p xmlns:a="http://schemas.openxmlformats.org/drawingml/2006/main">
            <a:pPr>
              <a:buNone/>
              <a:defRPr sz="1725" b="0">
                <a:solidFill>
                  <a:srgbClr val="153047"/>
                </a:solidFill>
              </a:defRPr>
            </a:pPr>
            <a:r>
              <a:rPr sz="1725" b="0">
                <a:solidFill>
                  <a:srgbClr val="153047"/>
                </a:solidFill>
              </a:rPr>
              <a:t>Completed extraction remains available if a later comparison or report needs another attempt.</a:t>
            </a:r>
          </a:p>
        </p:txBody>
      </p:sp>
    </p:spTree>
    <p:extLst>
      <p:ext uri="{BB962C8B-B14F-4D97-AF65-F5344CB8AC3E}">
        <p14:creationId xmlns:p14="http://schemas.microsoft.com/office/powerpoint/2010/main" val="1538650147"/>
      </p:ext>
    </p:extLst>
  </p:cSld>
</p:sld>
</file>

<file path=ppt/slides/slide4.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5E185C9A-AD6C-4B2B-9AF0-60B4C58538EC}"/>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E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02F8823-04A0-4066-BAB7-CDD2BF3CBDF9}"/>
              </a:ext>
            </a:extLst>
          </p:cNvPr>
          <p:cNvSpPr>
            <a:spLocks xmlns:a="http://schemas.openxmlformats.org/drawingml/2006/main" noGrp="1"/>
          </p:cNvSpPr>
          <p:nvPr/>
        </p:nvSpPr>
        <p:spPr>
          <a:xfrm xmlns:a="http://schemas.openxmlformats.org/drawingml/2006/main">
            <a:off x="609600" y="323850"/>
            <a:ext cx="1009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07E78"/>
                </a:solidFill>
              </a:defRPr>
            </a:defPPr>
            <a:lvl1pPr>
              <a:defRPr sz="1125" b="1">
                <a:solidFill>
                  <a:srgbClr val="007E78"/>
                </a:solidFill>
              </a:defRPr>
            </a:lvl1pPr>
            <a:lvl2pPr>
              <a:defRPr sz="1125" b="1">
                <a:solidFill>
                  <a:srgbClr val="007E78"/>
                </a:solidFill>
              </a:defRPr>
            </a:lvl2pPr>
            <a:lvl3pPr>
              <a:defRPr sz="1125" b="1">
                <a:solidFill>
                  <a:srgbClr val="007E78"/>
                </a:solidFill>
              </a:defRPr>
            </a:lvl3pPr>
            <a:lvl4pPr>
              <a:defRPr sz="1125" b="1">
                <a:solidFill>
                  <a:srgbClr val="007E78"/>
                </a:solidFill>
              </a:defRPr>
            </a:lvl4pPr>
            <a:lvl5pPr>
              <a:defRPr sz="1125" b="1">
                <a:solidFill>
                  <a:srgbClr val="007E78"/>
                </a:solidFill>
              </a:defRPr>
            </a:lvl5pPr>
            <a:lvl6pPr>
              <a:defRPr sz="1125" b="1">
                <a:solidFill>
                  <a:srgbClr val="007E78"/>
                </a:solidFill>
              </a:defRPr>
            </a:lvl6pPr>
            <a:lvl7pPr>
              <a:defRPr sz="1125" b="1">
                <a:solidFill>
                  <a:srgbClr val="007E78"/>
                </a:solidFill>
              </a:defRPr>
            </a:lvl7pPr>
            <a:lvl8pPr>
              <a:defRPr sz="1125" b="1">
                <a:solidFill>
                  <a:srgbClr val="007E78"/>
                </a:solidFill>
              </a:defRPr>
            </a:lvl8pPr>
            <a:lvl9pPr>
              <a:defRPr sz="1125" b="1">
                <a:solidFill>
                  <a:srgbClr val="007E78"/>
                </a:solidFill>
              </a:defRPr>
            </a:lvl9pPr>
          </a:lstStyle>
          <a:p xmlns:a="http://schemas.openxmlformats.org/drawingml/2006/main">
            <a:pPr>
              <a:buNone/>
              <a:defRPr sz="1125" b="1">
                <a:solidFill>
                  <a:srgbClr val="007E78"/>
                </a:solidFill>
              </a:defRPr>
            </a:pPr>
            <a:r>
              <a:rPr sz="1125" b="1">
                <a:solidFill>
                  <a:srgbClr val="007E78"/>
                </a:solidFill>
              </a:rPr>
              <a:t>03  ARCHITECTURE DISTINCTION</a:t>
            </a:r>
          </a:p>
        </p:txBody>
      </p:sp>
      <p:sp>
        <p:nvSpPr>
          <p:cNvPr id="3" name="">
            <a:extLst xmlns:a="http://schemas.openxmlformats.org/drawingml/2006/main">
              <a:ext uri="{FF2B5EF4-FFF2-40B4-BE49-F238E27FC236}">
                <a16:creationId xmlns:a16="http://schemas.microsoft.com/office/drawing/2014/main" id="{D705DEE9-B5E1-4B3D-839A-EED348864F5F}"/>
              </a:ext>
            </a:extLst>
          </p:cNvPr>
          <p:cNvSpPr>
            <a:spLocks xmlns:a="http://schemas.openxmlformats.org/drawingml/2006/main" noGrp="1"/>
          </p:cNvSpPr>
          <p:nvPr/>
        </p:nvSpPr>
        <p:spPr>
          <a:xfrm xmlns:a="http://schemas.openxmlformats.org/drawingml/2006/main">
            <a:off x="609600" y="685800"/>
            <a:ext cx="10858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10243A"/>
                </a:solidFill>
              </a:defRPr>
            </a:defPPr>
            <a:lvl1pPr>
              <a:defRPr sz="2850" b="1">
                <a:solidFill>
                  <a:srgbClr val="10243A"/>
                </a:solidFill>
              </a:defRPr>
            </a:lvl1pPr>
            <a:lvl2pPr>
              <a:defRPr sz="2850" b="1">
                <a:solidFill>
                  <a:srgbClr val="10243A"/>
                </a:solidFill>
              </a:defRPr>
            </a:lvl2pPr>
            <a:lvl3pPr>
              <a:defRPr sz="2850" b="1">
                <a:solidFill>
                  <a:srgbClr val="10243A"/>
                </a:solidFill>
              </a:defRPr>
            </a:lvl3pPr>
            <a:lvl4pPr>
              <a:defRPr sz="2850" b="1">
                <a:solidFill>
                  <a:srgbClr val="10243A"/>
                </a:solidFill>
              </a:defRPr>
            </a:lvl4pPr>
            <a:lvl5pPr>
              <a:defRPr sz="2850" b="1">
                <a:solidFill>
                  <a:srgbClr val="10243A"/>
                </a:solidFill>
              </a:defRPr>
            </a:lvl5pPr>
            <a:lvl6pPr>
              <a:defRPr sz="2850" b="1">
                <a:solidFill>
                  <a:srgbClr val="10243A"/>
                </a:solidFill>
              </a:defRPr>
            </a:lvl6pPr>
            <a:lvl7pPr>
              <a:defRPr sz="2850" b="1">
                <a:solidFill>
                  <a:srgbClr val="10243A"/>
                </a:solidFill>
              </a:defRPr>
            </a:lvl7pPr>
            <a:lvl8pPr>
              <a:defRPr sz="2850" b="1">
                <a:solidFill>
                  <a:srgbClr val="10243A"/>
                </a:solidFill>
              </a:defRPr>
            </a:lvl8pPr>
            <a:lvl9pPr>
              <a:defRPr sz="2850" b="1">
                <a:solidFill>
                  <a:srgbClr val="10243A"/>
                </a:solidFill>
              </a:defRPr>
            </a:lvl9pPr>
          </a:lstStyle>
          <a:p xmlns:a="http://schemas.openxmlformats.org/drawingml/2006/main">
            <a:pPr>
              <a:buNone/>
              <a:defRPr sz="2850" b="1">
                <a:solidFill>
                  <a:srgbClr val="10243A"/>
                </a:solidFill>
              </a:defRPr>
            </a:pPr>
            <a:r>
              <a:rPr sz="2850" b="1">
                <a:solidFill>
                  <a:srgbClr val="10243A"/>
                </a:solidFill>
              </a:rPr>
              <a:t>Two graphs in the system</a:t>
            </a:r>
          </a:p>
        </p:txBody>
      </p:sp>
      <p:sp>
        <p:nvSpPr>
          <p:cNvPr id="4" name="">
            <a:extLst xmlns:a="http://schemas.openxmlformats.org/drawingml/2006/main">
              <a:ext uri="{FF2B5EF4-FFF2-40B4-BE49-F238E27FC236}">
                <a16:creationId xmlns:a16="http://schemas.microsoft.com/office/drawing/2014/main" id="{0D2D5FB3-93C5-4127-A5B1-26BB1412B711}"/>
              </a:ext>
            </a:extLst>
          </p:cNvPr>
          <p:cNvSpPr>
            <a:spLocks xmlns:a="http://schemas.openxmlformats.org/drawingml/2006/main" noGrp="1"/>
          </p:cNvSpPr>
          <p:nvPr/>
        </p:nvSpPr>
        <p:spPr>
          <a:xfrm xmlns:a="http://schemas.openxmlformats.org/drawingml/2006/main">
            <a:off x="609600" y="6324600"/>
            <a:ext cx="10972800" cy="9525"/>
          </a:xfrm>
          <a:prstGeom xmlns:a="http://schemas.openxmlformats.org/drawingml/2006/main" prst="rect">
            <a:avLst/>
          </a:prstGeom>
          <a:solidFill xmlns:a="http://schemas.openxmlformats.org/drawingml/2006/main">
            <a:srgbClr val="D7E3E9"/>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2FBEDCA-FAE8-4680-BAED-79BE3A8F9156}"/>
              </a:ext>
            </a:extLst>
          </p:cNvPr>
          <p:cNvSpPr>
            <a:spLocks xmlns:a="http://schemas.openxmlformats.org/drawingml/2006/main" noGrp="1"/>
          </p:cNvSpPr>
          <p:nvPr/>
        </p:nvSpPr>
        <p:spPr>
          <a:xfrm xmlns:a="http://schemas.openxmlformats.org/drawingml/2006/main">
            <a:off x="609600" y="6429375"/>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AgentFlow  |  Final Review</a:t>
            </a:r>
          </a:p>
        </p:txBody>
      </p:sp>
      <p:sp>
        <p:nvSpPr>
          <p:cNvPr id="6" name="">
            <a:extLst xmlns:a="http://schemas.openxmlformats.org/drawingml/2006/main">
              <a:ext uri="{FF2B5EF4-FFF2-40B4-BE49-F238E27FC236}">
                <a16:creationId xmlns:a16="http://schemas.microsoft.com/office/drawing/2014/main" id="{222244BC-A59C-4E69-ACA7-845EAC044CA0}"/>
              </a:ext>
            </a:extLst>
          </p:cNvPr>
          <p:cNvSpPr>
            <a:spLocks xmlns:a="http://schemas.openxmlformats.org/drawingml/2006/main" noGrp="1"/>
          </p:cNvSpPr>
          <p:nvPr/>
        </p:nvSpPr>
        <p:spPr>
          <a:xfrm xmlns:a="http://schemas.openxmlformats.org/drawingml/2006/main">
            <a:off x="11029950" y="642937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04</a:t>
            </a:r>
          </a:p>
        </p:txBody>
      </p:sp>
      <p:sp>
        <p:nvSpPr>
          <p:cNvPr id="7" name="">
            <a:extLst xmlns:a="http://schemas.openxmlformats.org/drawingml/2006/main">
              <a:ext uri="{FF2B5EF4-FFF2-40B4-BE49-F238E27FC236}">
                <a16:creationId xmlns:a16="http://schemas.microsoft.com/office/drawing/2014/main" id="{D2584619-64F0-43E0-9E71-DBFB7C235C85}"/>
              </a:ext>
            </a:extLst>
          </p:cNvPr>
          <p:cNvSpPr>
            <a:spLocks xmlns:a="http://schemas.openxmlformats.org/drawingml/2006/main" noGrp="1"/>
          </p:cNvSpPr>
          <p:nvPr/>
        </p:nvSpPr>
        <p:spPr>
          <a:xfrm xmlns:a="http://schemas.openxmlformats.org/drawingml/2006/main">
            <a:off x="742950" y="1800225"/>
            <a:ext cx="4857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1">
                <a:solidFill>
                  <a:srgbClr val="007E78"/>
                </a:solidFill>
              </a:defRPr>
            </a:defPPr>
            <a:lvl1pPr>
              <a:defRPr sz="1950" b="1">
                <a:solidFill>
                  <a:srgbClr val="007E78"/>
                </a:solidFill>
              </a:defRPr>
            </a:lvl1pPr>
            <a:lvl2pPr>
              <a:defRPr sz="1950" b="1">
                <a:solidFill>
                  <a:srgbClr val="007E78"/>
                </a:solidFill>
              </a:defRPr>
            </a:lvl2pPr>
            <a:lvl3pPr>
              <a:defRPr sz="1950" b="1">
                <a:solidFill>
                  <a:srgbClr val="007E78"/>
                </a:solidFill>
              </a:defRPr>
            </a:lvl3pPr>
            <a:lvl4pPr>
              <a:defRPr sz="1950" b="1">
                <a:solidFill>
                  <a:srgbClr val="007E78"/>
                </a:solidFill>
              </a:defRPr>
            </a:lvl4pPr>
            <a:lvl5pPr>
              <a:defRPr sz="1950" b="1">
                <a:solidFill>
                  <a:srgbClr val="007E78"/>
                </a:solidFill>
              </a:defRPr>
            </a:lvl5pPr>
            <a:lvl6pPr>
              <a:defRPr sz="1950" b="1">
                <a:solidFill>
                  <a:srgbClr val="007E78"/>
                </a:solidFill>
              </a:defRPr>
            </a:lvl6pPr>
            <a:lvl7pPr>
              <a:defRPr sz="1950" b="1">
                <a:solidFill>
                  <a:srgbClr val="007E78"/>
                </a:solidFill>
              </a:defRPr>
            </a:lvl7pPr>
            <a:lvl8pPr>
              <a:defRPr sz="1950" b="1">
                <a:solidFill>
                  <a:srgbClr val="007E78"/>
                </a:solidFill>
              </a:defRPr>
            </a:lvl8pPr>
            <a:lvl9pPr>
              <a:defRPr sz="1950" b="1">
                <a:solidFill>
                  <a:srgbClr val="007E78"/>
                </a:solidFill>
              </a:defRPr>
            </a:lvl9pPr>
          </a:lstStyle>
          <a:p xmlns:a="http://schemas.openxmlformats.org/drawingml/2006/main">
            <a:pPr>
              <a:buNone/>
              <a:defRPr sz="1950" b="1">
                <a:solidFill>
                  <a:srgbClr val="007E78"/>
                </a:solidFill>
              </a:defRPr>
            </a:pPr>
            <a:r>
              <a:rPr sz="1950" b="1">
                <a:solidFill>
                  <a:srgbClr val="007E78"/>
                </a:solidFill>
              </a:rPr>
              <a:t>LangGraph application graph</a:t>
            </a:r>
          </a:p>
        </p:txBody>
      </p:sp>
      <p:sp>
        <p:nvSpPr>
          <p:cNvPr id="8" name="">
            <a:extLst xmlns:a="http://schemas.openxmlformats.org/drawingml/2006/main">
              <a:ext uri="{FF2B5EF4-FFF2-40B4-BE49-F238E27FC236}">
                <a16:creationId xmlns:a16="http://schemas.microsoft.com/office/drawing/2014/main" id="{39602B12-56A3-4933-9985-07199EAC1021}"/>
              </a:ext>
            </a:extLst>
          </p:cNvPr>
          <p:cNvSpPr>
            <a:spLocks xmlns:a="http://schemas.openxmlformats.org/drawingml/2006/main" noGrp="1"/>
          </p:cNvSpPr>
          <p:nvPr/>
        </p:nvSpPr>
        <p:spPr>
          <a:xfrm xmlns:a="http://schemas.openxmlformats.org/drawingml/2006/main">
            <a:off x="6353175" y="1800225"/>
            <a:ext cx="4953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1">
                <a:solidFill>
                  <a:srgbClr val="007E78"/>
                </a:solidFill>
              </a:defRPr>
            </a:defPPr>
            <a:lvl1pPr>
              <a:defRPr sz="1950" b="1">
                <a:solidFill>
                  <a:srgbClr val="007E78"/>
                </a:solidFill>
              </a:defRPr>
            </a:lvl1pPr>
            <a:lvl2pPr>
              <a:defRPr sz="1950" b="1">
                <a:solidFill>
                  <a:srgbClr val="007E78"/>
                </a:solidFill>
              </a:defRPr>
            </a:lvl2pPr>
            <a:lvl3pPr>
              <a:defRPr sz="1950" b="1">
                <a:solidFill>
                  <a:srgbClr val="007E78"/>
                </a:solidFill>
              </a:defRPr>
            </a:lvl3pPr>
            <a:lvl4pPr>
              <a:defRPr sz="1950" b="1">
                <a:solidFill>
                  <a:srgbClr val="007E78"/>
                </a:solidFill>
              </a:defRPr>
            </a:lvl4pPr>
            <a:lvl5pPr>
              <a:defRPr sz="1950" b="1">
                <a:solidFill>
                  <a:srgbClr val="007E78"/>
                </a:solidFill>
              </a:defRPr>
            </a:lvl5pPr>
            <a:lvl6pPr>
              <a:defRPr sz="1950" b="1">
                <a:solidFill>
                  <a:srgbClr val="007E78"/>
                </a:solidFill>
              </a:defRPr>
            </a:lvl6pPr>
            <a:lvl7pPr>
              <a:defRPr sz="1950" b="1">
                <a:solidFill>
                  <a:srgbClr val="007E78"/>
                </a:solidFill>
              </a:defRPr>
            </a:lvl7pPr>
            <a:lvl8pPr>
              <a:defRPr sz="1950" b="1">
                <a:solidFill>
                  <a:srgbClr val="007E78"/>
                </a:solidFill>
              </a:defRPr>
            </a:lvl8pPr>
            <a:lvl9pPr>
              <a:defRPr sz="1950" b="1">
                <a:solidFill>
                  <a:srgbClr val="007E78"/>
                </a:solidFill>
              </a:defRPr>
            </a:lvl9pPr>
          </a:lstStyle>
          <a:p xmlns:a="http://schemas.openxmlformats.org/drawingml/2006/main">
            <a:pPr>
              <a:buNone/>
              <a:defRPr sz="1950" b="1">
                <a:solidFill>
                  <a:srgbClr val="007E78"/>
                </a:solidFill>
              </a:defRPr>
            </a:pPr>
            <a:r>
              <a:rPr sz="1950" b="1">
                <a:solidFill>
                  <a:srgbClr val="007E78"/>
                </a:solidFill>
              </a:rPr>
              <a:t>Research task graph</a:t>
            </a:r>
          </a:p>
        </p:txBody>
      </p:sp>
      <p:sp>
        <p:nvSpPr>
          <p:cNvPr id="9" name="">
            <a:extLst xmlns:a="http://schemas.openxmlformats.org/drawingml/2006/main">
              <a:ext uri="{FF2B5EF4-FFF2-40B4-BE49-F238E27FC236}">
                <a16:creationId xmlns:a16="http://schemas.microsoft.com/office/drawing/2014/main" id="{E5237DF3-3958-4191-BB38-36481F66944E}"/>
              </a:ext>
            </a:extLst>
          </p:cNvPr>
          <p:cNvSpPr>
            <a:spLocks xmlns:a="http://schemas.openxmlformats.org/drawingml/2006/main" noGrp="1"/>
          </p:cNvSpPr>
          <p:nvPr/>
        </p:nvSpPr>
        <p:spPr>
          <a:xfrm xmlns:a="http://schemas.openxmlformats.org/drawingml/2006/main">
            <a:off x="1562100" y="2752725"/>
            <a:ext cx="2857500" cy="838200"/>
          </a:xfrm>
          <a:prstGeom xmlns:a="http://schemas.openxmlformats.org/drawingml/2006/main" prst="roundRect">
            <a:avLst>
              <a:gd name="adj" fmla="val 9091"/>
            </a:avLst>
          </a:prstGeom>
          <a:solidFill xmlns:a="http://schemas.openxmlformats.org/drawingml/2006/main">
            <a:srgbClr val="E5F3F1"/>
          </a:solidFill>
          <a:ln xmlns:a="http://schemas.openxmlformats.org/drawingml/2006/main" w="9525">
            <a:solidFill>
              <a:srgbClr val="D7E3E9"/>
            </a:solidFill>
            <a:prstDash val="solid"/>
          </a:ln>
        </p:spPr>
      </p:sp>
      <p:sp>
        <p:nvSpPr>
          <p:cNvPr id="10" name="">
            <a:extLst xmlns:a="http://schemas.openxmlformats.org/drawingml/2006/main">
              <a:ext uri="{FF2B5EF4-FFF2-40B4-BE49-F238E27FC236}">
                <a16:creationId xmlns:a16="http://schemas.microsoft.com/office/drawing/2014/main" id="{A73D3A2D-B0A6-426F-A30F-9E595A05D4A2}"/>
              </a:ext>
            </a:extLst>
          </p:cNvPr>
          <p:cNvSpPr>
            <a:spLocks xmlns:a="http://schemas.openxmlformats.org/drawingml/2006/main" noGrp="1"/>
          </p:cNvSpPr>
          <p:nvPr/>
        </p:nvSpPr>
        <p:spPr>
          <a:xfrm xmlns:a="http://schemas.openxmlformats.org/drawingml/2006/main">
            <a:off x="1676400" y="2886075"/>
            <a:ext cx="2628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10243A"/>
                </a:solidFill>
              </a:defRPr>
            </a:defPPr>
            <a:lvl1pPr>
              <a:defRPr sz="1500" b="1">
                <a:solidFill>
                  <a:srgbClr val="10243A"/>
                </a:solidFill>
              </a:defRPr>
            </a:lvl1pPr>
            <a:lvl2pPr>
              <a:defRPr sz="1500" b="1">
                <a:solidFill>
                  <a:srgbClr val="10243A"/>
                </a:solidFill>
              </a:defRPr>
            </a:lvl2pPr>
            <a:lvl3pPr>
              <a:defRPr sz="1500" b="1">
                <a:solidFill>
                  <a:srgbClr val="10243A"/>
                </a:solidFill>
              </a:defRPr>
            </a:lvl3pPr>
            <a:lvl4pPr>
              <a:defRPr sz="1500" b="1">
                <a:solidFill>
                  <a:srgbClr val="10243A"/>
                </a:solidFill>
              </a:defRPr>
            </a:lvl4pPr>
            <a:lvl5pPr>
              <a:defRPr sz="1500" b="1">
                <a:solidFill>
                  <a:srgbClr val="10243A"/>
                </a:solidFill>
              </a:defRPr>
            </a:lvl5pPr>
            <a:lvl6pPr>
              <a:defRPr sz="1500" b="1">
                <a:solidFill>
                  <a:srgbClr val="10243A"/>
                </a:solidFill>
              </a:defRPr>
            </a:lvl6pPr>
            <a:lvl7pPr>
              <a:defRPr sz="1500" b="1">
                <a:solidFill>
                  <a:srgbClr val="10243A"/>
                </a:solidFill>
              </a:defRPr>
            </a:lvl7pPr>
            <a:lvl8pPr>
              <a:defRPr sz="1500" b="1">
                <a:solidFill>
                  <a:srgbClr val="10243A"/>
                </a:solidFill>
              </a:defRPr>
            </a:lvl8pPr>
            <a:lvl9pPr>
              <a:defRPr sz="1500" b="1">
                <a:solidFill>
                  <a:srgbClr val="10243A"/>
                </a:solidFill>
              </a:defRPr>
            </a:lvl9pPr>
          </a:lstStyle>
          <a:p xmlns:a="http://schemas.openxmlformats.org/drawingml/2006/main">
            <a:pPr>
              <a:buNone/>
              <a:defRPr sz="1500" b="1">
                <a:solidFill>
                  <a:srgbClr val="10243A"/>
                </a:solidFill>
              </a:defRPr>
            </a:pPr>
            <a:r>
              <a:rPr sz="1500" b="1">
                <a:solidFill>
                  <a:srgbClr val="10243A"/>
                </a:solidFill>
              </a:rPr>
              <a:t>Controller step</a:t>
            </a:r>
          </a:p>
        </p:txBody>
      </p:sp>
      <p:sp>
        <p:nvSpPr>
          <p:cNvPr id="11" name="">
            <a:extLst xmlns:a="http://schemas.openxmlformats.org/drawingml/2006/main">
              <a:ext uri="{FF2B5EF4-FFF2-40B4-BE49-F238E27FC236}">
                <a16:creationId xmlns:a16="http://schemas.microsoft.com/office/drawing/2014/main" id="{BB9A8FB4-5BA3-4C45-82F3-0CBFDCED9A0D}"/>
              </a:ext>
            </a:extLst>
          </p:cNvPr>
          <p:cNvSpPr>
            <a:spLocks xmlns:a="http://schemas.openxmlformats.org/drawingml/2006/main" noGrp="1"/>
          </p:cNvSpPr>
          <p:nvPr/>
        </p:nvSpPr>
        <p:spPr>
          <a:xfrm xmlns:a="http://schemas.openxmlformats.org/drawingml/2006/main">
            <a:off x="2533650" y="3829050"/>
            <a:ext cx="857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750" b="1">
                <a:solidFill>
                  <a:srgbClr val="007E78"/>
                </a:solidFill>
              </a:defRPr>
            </a:defPPr>
            <a:lvl1pPr>
              <a:defRPr sz="3750" b="1">
                <a:solidFill>
                  <a:srgbClr val="007E78"/>
                </a:solidFill>
              </a:defRPr>
            </a:lvl1pPr>
            <a:lvl2pPr>
              <a:defRPr sz="3750" b="1">
                <a:solidFill>
                  <a:srgbClr val="007E78"/>
                </a:solidFill>
              </a:defRPr>
            </a:lvl2pPr>
            <a:lvl3pPr>
              <a:defRPr sz="3750" b="1">
                <a:solidFill>
                  <a:srgbClr val="007E78"/>
                </a:solidFill>
              </a:defRPr>
            </a:lvl3pPr>
            <a:lvl4pPr>
              <a:defRPr sz="3750" b="1">
                <a:solidFill>
                  <a:srgbClr val="007E78"/>
                </a:solidFill>
              </a:defRPr>
            </a:lvl4pPr>
            <a:lvl5pPr>
              <a:defRPr sz="3750" b="1">
                <a:solidFill>
                  <a:srgbClr val="007E78"/>
                </a:solidFill>
              </a:defRPr>
            </a:lvl5pPr>
            <a:lvl6pPr>
              <a:defRPr sz="3750" b="1">
                <a:solidFill>
                  <a:srgbClr val="007E78"/>
                </a:solidFill>
              </a:defRPr>
            </a:lvl6pPr>
            <a:lvl7pPr>
              <a:defRPr sz="3750" b="1">
                <a:solidFill>
                  <a:srgbClr val="007E78"/>
                </a:solidFill>
              </a:defRPr>
            </a:lvl7pPr>
            <a:lvl8pPr>
              <a:defRPr sz="3750" b="1">
                <a:solidFill>
                  <a:srgbClr val="007E78"/>
                </a:solidFill>
              </a:defRPr>
            </a:lvl8pPr>
            <a:lvl9pPr>
              <a:defRPr sz="3750" b="1">
                <a:solidFill>
                  <a:srgbClr val="007E78"/>
                </a:solidFill>
              </a:defRPr>
            </a:lvl9pPr>
          </a:lstStyle>
          <a:p xmlns:a="http://schemas.openxmlformats.org/drawingml/2006/main">
            <a:pPr>
              <a:buNone/>
              <a:defRPr sz="3750" b="1">
                <a:solidFill>
                  <a:srgbClr val="007E78"/>
                </a:solidFill>
              </a:defRPr>
            </a:pPr>
            <a:r>
              <a:rPr sz="3750" b="1">
                <a:solidFill>
                  <a:srgbClr val="007E78"/>
                </a:solidFill>
              </a:rPr>
              <a:t>↺</a:t>
            </a:r>
          </a:p>
        </p:txBody>
      </p:sp>
      <p:sp>
        <p:nvSpPr>
          <p:cNvPr id="12" name="">
            <a:extLst xmlns:a="http://schemas.openxmlformats.org/drawingml/2006/main">
              <a:ext uri="{FF2B5EF4-FFF2-40B4-BE49-F238E27FC236}">
                <a16:creationId xmlns:a16="http://schemas.microsoft.com/office/drawing/2014/main" id="{B114702D-C92D-4063-BECD-3EA2FCD91504}"/>
              </a:ext>
            </a:extLst>
          </p:cNvPr>
          <p:cNvSpPr>
            <a:spLocks xmlns:a="http://schemas.openxmlformats.org/drawingml/2006/main" noGrp="1"/>
          </p:cNvSpPr>
          <p:nvPr/>
        </p:nvSpPr>
        <p:spPr>
          <a:xfrm xmlns:a="http://schemas.openxmlformats.org/drawingml/2006/main">
            <a:off x="6572250" y="2762250"/>
            <a:ext cx="1952625" cy="742950"/>
          </a:xfrm>
          <a:prstGeom xmlns:a="http://schemas.openxmlformats.org/drawingml/2006/main" prst="roundRect">
            <a:avLst>
              <a:gd name="adj" fmla="val 10256"/>
            </a:avLst>
          </a:prstGeom>
          <a:solidFill xmlns:a="http://schemas.openxmlformats.org/drawingml/2006/main">
            <a:srgbClr val="FFFFFF"/>
          </a:solidFill>
          <a:ln xmlns:a="http://schemas.openxmlformats.org/drawingml/2006/main" w="9525">
            <a:solidFill>
              <a:srgbClr val="D7E3E9"/>
            </a:solidFill>
            <a:prstDash val="solid"/>
          </a:ln>
        </p:spPr>
      </p:sp>
      <p:sp>
        <p:nvSpPr>
          <p:cNvPr id="13" name="">
            <a:extLst xmlns:a="http://schemas.openxmlformats.org/drawingml/2006/main">
              <a:ext uri="{FF2B5EF4-FFF2-40B4-BE49-F238E27FC236}">
                <a16:creationId xmlns:a16="http://schemas.microsoft.com/office/drawing/2014/main" id="{87080569-FF03-4B6E-8283-872B0785C0BF}"/>
              </a:ext>
            </a:extLst>
          </p:cNvPr>
          <p:cNvSpPr>
            <a:spLocks xmlns:a="http://schemas.openxmlformats.org/drawingml/2006/main" noGrp="1"/>
          </p:cNvSpPr>
          <p:nvPr/>
        </p:nvSpPr>
        <p:spPr>
          <a:xfrm xmlns:a="http://schemas.openxmlformats.org/drawingml/2006/main">
            <a:off x="6686550" y="2895600"/>
            <a:ext cx="17240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10243A"/>
                </a:solidFill>
              </a:defRPr>
            </a:defPPr>
            <a:lvl1pPr>
              <a:defRPr sz="1500" b="1">
                <a:solidFill>
                  <a:srgbClr val="10243A"/>
                </a:solidFill>
              </a:defRPr>
            </a:lvl1pPr>
            <a:lvl2pPr>
              <a:defRPr sz="1500" b="1">
                <a:solidFill>
                  <a:srgbClr val="10243A"/>
                </a:solidFill>
              </a:defRPr>
            </a:lvl2pPr>
            <a:lvl3pPr>
              <a:defRPr sz="1500" b="1">
                <a:solidFill>
                  <a:srgbClr val="10243A"/>
                </a:solidFill>
              </a:defRPr>
            </a:lvl3pPr>
            <a:lvl4pPr>
              <a:defRPr sz="1500" b="1">
                <a:solidFill>
                  <a:srgbClr val="10243A"/>
                </a:solidFill>
              </a:defRPr>
            </a:lvl4pPr>
            <a:lvl5pPr>
              <a:defRPr sz="1500" b="1">
                <a:solidFill>
                  <a:srgbClr val="10243A"/>
                </a:solidFill>
              </a:defRPr>
            </a:lvl5pPr>
            <a:lvl6pPr>
              <a:defRPr sz="1500" b="1">
                <a:solidFill>
                  <a:srgbClr val="10243A"/>
                </a:solidFill>
              </a:defRPr>
            </a:lvl6pPr>
            <a:lvl7pPr>
              <a:defRPr sz="1500" b="1">
                <a:solidFill>
                  <a:srgbClr val="10243A"/>
                </a:solidFill>
              </a:defRPr>
            </a:lvl7pPr>
            <a:lvl8pPr>
              <a:defRPr sz="1500" b="1">
                <a:solidFill>
                  <a:srgbClr val="10243A"/>
                </a:solidFill>
              </a:defRPr>
            </a:lvl8pPr>
            <a:lvl9pPr>
              <a:defRPr sz="1500" b="1">
                <a:solidFill>
                  <a:srgbClr val="10243A"/>
                </a:solidFill>
              </a:defRPr>
            </a:lvl9pPr>
          </a:lstStyle>
          <a:p xmlns:a="http://schemas.openxmlformats.org/drawingml/2006/main">
            <a:pPr>
              <a:buNone/>
              <a:defRPr sz="1500" b="1">
                <a:solidFill>
                  <a:srgbClr val="10243A"/>
                </a:solidFill>
              </a:defRPr>
            </a:pPr>
            <a:r>
              <a:rPr sz="1500" b="1">
                <a:solidFill>
                  <a:srgbClr val="10243A"/>
                </a:solidFill>
              </a:rPr>
              <a:t>Read inputs</a:t>
            </a:r>
          </a:p>
        </p:txBody>
      </p:sp>
      <p:sp>
        <p:nvSpPr>
          <p:cNvPr id="14" name="">
            <a:extLst xmlns:a="http://schemas.openxmlformats.org/drawingml/2006/main">
              <a:ext uri="{FF2B5EF4-FFF2-40B4-BE49-F238E27FC236}">
                <a16:creationId xmlns:a16="http://schemas.microsoft.com/office/drawing/2014/main" id="{26BA1727-47D0-41DA-B676-A29FA79981BE}"/>
              </a:ext>
            </a:extLst>
          </p:cNvPr>
          <p:cNvSpPr>
            <a:spLocks xmlns:a="http://schemas.openxmlformats.org/drawingml/2006/main" noGrp="1"/>
          </p:cNvSpPr>
          <p:nvPr/>
        </p:nvSpPr>
        <p:spPr>
          <a:xfrm xmlns:a="http://schemas.openxmlformats.org/drawingml/2006/main">
            <a:off x="8629650" y="2876550"/>
            <a:ext cx="514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75" b="1">
                <a:solidFill>
                  <a:srgbClr val="007E78"/>
                </a:solidFill>
              </a:defRPr>
            </a:defPPr>
            <a:lvl1pPr>
              <a:defRPr sz="2775" b="1">
                <a:solidFill>
                  <a:srgbClr val="007E78"/>
                </a:solidFill>
              </a:defRPr>
            </a:lvl1pPr>
            <a:lvl2pPr>
              <a:defRPr sz="2775" b="1">
                <a:solidFill>
                  <a:srgbClr val="007E78"/>
                </a:solidFill>
              </a:defRPr>
            </a:lvl2pPr>
            <a:lvl3pPr>
              <a:defRPr sz="2775" b="1">
                <a:solidFill>
                  <a:srgbClr val="007E78"/>
                </a:solidFill>
              </a:defRPr>
            </a:lvl3pPr>
            <a:lvl4pPr>
              <a:defRPr sz="2775" b="1">
                <a:solidFill>
                  <a:srgbClr val="007E78"/>
                </a:solidFill>
              </a:defRPr>
            </a:lvl4pPr>
            <a:lvl5pPr>
              <a:defRPr sz="2775" b="1">
                <a:solidFill>
                  <a:srgbClr val="007E78"/>
                </a:solidFill>
              </a:defRPr>
            </a:lvl5pPr>
            <a:lvl6pPr>
              <a:defRPr sz="2775" b="1">
                <a:solidFill>
                  <a:srgbClr val="007E78"/>
                </a:solidFill>
              </a:defRPr>
            </a:lvl6pPr>
            <a:lvl7pPr>
              <a:defRPr sz="2775" b="1">
                <a:solidFill>
                  <a:srgbClr val="007E78"/>
                </a:solidFill>
              </a:defRPr>
            </a:lvl7pPr>
            <a:lvl8pPr>
              <a:defRPr sz="2775" b="1">
                <a:solidFill>
                  <a:srgbClr val="007E78"/>
                </a:solidFill>
              </a:defRPr>
            </a:lvl8pPr>
            <a:lvl9pPr>
              <a:defRPr sz="2775" b="1">
                <a:solidFill>
                  <a:srgbClr val="007E78"/>
                </a:solidFill>
              </a:defRPr>
            </a:lvl9pPr>
          </a:lstStyle>
          <a:p xmlns:a="http://schemas.openxmlformats.org/drawingml/2006/main">
            <a:pPr>
              <a:buNone/>
              <a:defRPr sz="2775" b="1">
                <a:solidFill>
                  <a:srgbClr val="007E78"/>
                </a:solidFill>
              </a:defRPr>
            </a:pPr>
            <a:r>
              <a:rPr sz="2775" b="1">
                <a:solidFill>
                  <a:srgbClr val="007E78"/>
                </a:solidFill>
              </a:rPr>
              <a:t>→</a:t>
            </a:r>
          </a:p>
        </p:txBody>
      </p:sp>
      <p:sp>
        <p:nvSpPr>
          <p:cNvPr id="15" name="">
            <a:extLst xmlns:a="http://schemas.openxmlformats.org/drawingml/2006/main">
              <a:ext uri="{FF2B5EF4-FFF2-40B4-BE49-F238E27FC236}">
                <a16:creationId xmlns:a16="http://schemas.microsoft.com/office/drawing/2014/main" id="{CA33694D-DA8E-400F-BFC3-A399F40D339B}"/>
              </a:ext>
            </a:extLst>
          </p:cNvPr>
          <p:cNvSpPr>
            <a:spLocks xmlns:a="http://schemas.openxmlformats.org/drawingml/2006/main" noGrp="1"/>
          </p:cNvSpPr>
          <p:nvPr/>
        </p:nvSpPr>
        <p:spPr>
          <a:xfrm xmlns:a="http://schemas.openxmlformats.org/drawingml/2006/main">
            <a:off x="9201150" y="2762250"/>
            <a:ext cx="1952625" cy="742950"/>
          </a:xfrm>
          <a:prstGeom xmlns:a="http://schemas.openxmlformats.org/drawingml/2006/main" prst="roundRect">
            <a:avLst>
              <a:gd name="adj" fmla="val 10256"/>
            </a:avLst>
          </a:prstGeom>
          <a:solidFill xmlns:a="http://schemas.openxmlformats.org/drawingml/2006/main">
            <a:srgbClr val="FFFFFF"/>
          </a:solidFill>
          <a:ln xmlns:a="http://schemas.openxmlformats.org/drawingml/2006/main" w="9525">
            <a:solidFill>
              <a:srgbClr val="D7E3E9"/>
            </a:solidFill>
            <a:prstDash val="solid"/>
          </a:ln>
        </p:spPr>
      </p:sp>
      <p:sp>
        <p:nvSpPr>
          <p:cNvPr id="16" name="">
            <a:extLst xmlns:a="http://schemas.openxmlformats.org/drawingml/2006/main">
              <a:ext uri="{FF2B5EF4-FFF2-40B4-BE49-F238E27FC236}">
                <a16:creationId xmlns:a16="http://schemas.microsoft.com/office/drawing/2014/main" id="{D0D86BDF-BA5A-440C-A40B-2E0C5919C816}"/>
              </a:ext>
            </a:extLst>
          </p:cNvPr>
          <p:cNvSpPr>
            <a:spLocks xmlns:a="http://schemas.openxmlformats.org/drawingml/2006/main" noGrp="1"/>
          </p:cNvSpPr>
          <p:nvPr/>
        </p:nvSpPr>
        <p:spPr>
          <a:xfrm xmlns:a="http://schemas.openxmlformats.org/drawingml/2006/main">
            <a:off x="9315450" y="2895600"/>
            <a:ext cx="17240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10243A"/>
                </a:solidFill>
              </a:defRPr>
            </a:defPPr>
            <a:lvl1pPr>
              <a:defRPr sz="1500" b="1">
                <a:solidFill>
                  <a:srgbClr val="10243A"/>
                </a:solidFill>
              </a:defRPr>
            </a:lvl1pPr>
            <a:lvl2pPr>
              <a:defRPr sz="1500" b="1">
                <a:solidFill>
                  <a:srgbClr val="10243A"/>
                </a:solidFill>
              </a:defRPr>
            </a:lvl2pPr>
            <a:lvl3pPr>
              <a:defRPr sz="1500" b="1">
                <a:solidFill>
                  <a:srgbClr val="10243A"/>
                </a:solidFill>
              </a:defRPr>
            </a:lvl3pPr>
            <a:lvl4pPr>
              <a:defRPr sz="1500" b="1">
                <a:solidFill>
                  <a:srgbClr val="10243A"/>
                </a:solidFill>
              </a:defRPr>
            </a:lvl4pPr>
            <a:lvl5pPr>
              <a:defRPr sz="1500" b="1">
                <a:solidFill>
                  <a:srgbClr val="10243A"/>
                </a:solidFill>
              </a:defRPr>
            </a:lvl5pPr>
            <a:lvl6pPr>
              <a:defRPr sz="1500" b="1">
                <a:solidFill>
                  <a:srgbClr val="10243A"/>
                </a:solidFill>
              </a:defRPr>
            </a:lvl6pPr>
            <a:lvl7pPr>
              <a:defRPr sz="1500" b="1">
                <a:solidFill>
                  <a:srgbClr val="10243A"/>
                </a:solidFill>
              </a:defRPr>
            </a:lvl7pPr>
            <a:lvl8pPr>
              <a:defRPr sz="1500" b="1">
                <a:solidFill>
                  <a:srgbClr val="10243A"/>
                </a:solidFill>
              </a:defRPr>
            </a:lvl8pPr>
            <a:lvl9pPr>
              <a:defRPr sz="1500" b="1">
                <a:solidFill>
                  <a:srgbClr val="10243A"/>
                </a:solidFill>
              </a:defRPr>
            </a:lvl9pPr>
          </a:lstStyle>
          <a:p xmlns:a="http://schemas.openxmlformats.org/drawingml/2006/main">
            <a:pPr>
              <a:buNone/>
              <a:defRPr sz="1500" b="1">
                <a:solidFill>
                  <a:srgbClr val="10243A"/>
                </a:solidFill>
              </a:defRPr>
            </a:pPr>
            <a:r>
              <a:rPr sz="1500" b="1">
                <a:solidFill>
                  <a:srgbClr val="10243A"/>
                </a:solidFill>
              </a:rPr>
              <a:t>Compare</a:t>
            </a:r>
          </a:p>
        </p:txBody>
      </p:sp>
      <p:sp>
        <p:nvSpPr>
          <p:cNvPr id="17" name="">
            <a:extLst xmlns:a="http://schemas.openxmlformats.org/drawingml/2006/main">
              <a:ext uri="{FF2B5EF4-FFF2-40B4-BE49-F238E27FC236}">
                <a16:creationId xmlns:a16="http://schemas.microsoft.com/office/drawing/2014/main" id="{75C4259F-7A74-422E-BBDB-87841A7D449F}"/>
              </a:ext>
            </a:extLst>
          </p:cNvPr>
          <p:cNvSpPr>
            <a:spLocks xmlns:a="http://schemas.openxmlformats.org/drawingml/2006/main" noGrp="1"/>
          </p:cNvSpPr>
          <p:nvPr/>
        </p:nvSpPr>
        <p:spPr>
          <a:xfrm xmlns:a="http://schemas.openxmlformats.org/drawingml/2006/main">
            <a:off x="733425" y="5076825"/>
            <a:ext cx="10001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10243A"/>
                </a:solidFill>
              </a:defRPr>
            </a:defPPr>
            <a:lvl1pPr>
              <a:defRPr sz="1725" b="1">
                <a:solidFill>
                  <a:srgbClr val="10243A"/>
                </a:solidFill>
              </a:defRPr>
            </a:lvl1pPr>
            <a:lvl2pPr>
              <a:defRPr sz="1725" b="1">
                <a:solidFill>
                  <a:srgbClr val="10243A"/>
                </a:solidFill>
              </a:defRPr>
            </a:lvl2pPr>
            <a:lvl3pPr>
              <a:defRPr sz="1725" b="1">
                <a:solidFill>
                  <a:srgbClr val="10243A"/>
                </a:solidFill>
              </a:defRPr>
            </a:lvl3pPr>
            <a:lvl4pPr>
              <a:defRPr sz="1725" b="1">
                <a:solidFill>
                  <a:srgbClr val="10243A"/>
                </a:solidFill>
              </a:defRPr>
            </a:lvl4pPr>
            <a:lvl5pPr>
              <a:defRPr sz="1725" b="1">
                <a:solidFill>
                  <a:srgbClr val="10243A"/>
                </a:solidFill>
              </a:defRPr>
            </a:lvl5pPr>
            <a:lvl6pPr>
              <a:defRPr sz="1725" b="1">
                <a:solidFill>
                  <a:srgbClr val="10243A"/>
                </a:solidFill>
              </a:defRPr>
            </a:lvl6pPr>
            <a:lvl7pPr>
              <a:defRPr sz="1725" b="1">
                <a:solidFill>
                  <a:srgbClr val="10243A"/>
                </a:solidFill>
              </a:defRPr>
            </a:lvl7pPr>
            <a:lvl8pPr>
              <a:defRPr sz="1725" b="1">
                <a:solidFill>
                  <a:srgbClr val="10243A"/>
                </a:solidFill>
              </a:defRPr>
            </a:lvl8pPr>
            <a:lvl9pPr>
              <a:defRPr sz="1725" b="1">
                <a:solidFill>
                  <a:srgbClr val="10243A"/>
                </a:solidFill>
              </a:defRPr>
            </a:lvl9pPr>
          </a:lstStyle>
          <a:p xmlns:a="http://schemas.openxmlformats.org/drawingml/2006/main">
            <a:pPr>
              <a:buNone/>
              <a:defRPr sz="1725" b="1">
                <a:solidFill>
                  <a:srgbClr val="10243A"/>
                </a:solidFill>
              </a:defRPr>
            </a:pPr>
            <a:r>
              <a:rPr sz="1725" b="1">
                <a:solidFill>
                  <a:srgbClr val="10243A"/>
                </a:solidFill>
              </a:rPr>
              <a:t>The controller chooses one ready task per iteration.</a:t>
            </a:r>
          </a:p>
        </p:txBody>
      </p:sp>
    </p:spTree>
    <p:extLst>
      <p:ext uri="{BB962C8B-B14F-4D97-AF65-F5344CB8AC3E}">
        <p14:creationId xmlns:p14="http://schemas.microsoft.com/office/powerpoint/2010/main" val="46703264"/>
      </p:ext>
    </p:extLst>
  </p:cSld>
</p:sld>
</file>

<file path=ppt/slides/slide5.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A64EA23E-3F12-4D81-AD28-8AB6CAA7396A}"/>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E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C4091E2-5681-4570-9D51-19C9A16055FA}"/>
              </a:ext>
            </a:extLst>
          </p:cNvPr>
          <p:cNvSpPr>
            <a:spLocks xmlns:a="http://schemas.openxmlformats.org/drawingml/2006/main" noGrp="1"/>
          </p:cNvSpPr>
          <p:nvPr/>
        </p:nvSpPr>
        <p:spPr>
          <a:xfrm xmlns:a="http://schemas.openxmlformats.org/drawingml/2006/main">
            <a:off x="609600" y="323850"/>
            <a:ext cx="1009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07E78"/>
                </a:solidFill>
              </a:defRPr>
            </a:defPPr>
            <a:lvl1pPr>
              <a:defRPr sz="1125" b="1">
                <a:solidFill>
                  <a:srgbClr val="007E78"/>
                </a:solidFill>
              </a:defRPr>
            </a:lvl1pPr>
            <a:lvl2pPr>
              <a:defRPr sz="1125" b="1">
                <a:solidFill>
                  <a:srgbClr val="007E78"/>
                </a:solidFill>
              </a:defRPr>
            </a:lvl2pPr>
            <a:lvl3pPr>
              <a:defRPr sz="1125" b="1">
                <a:solidFill>
                  <a:srgbClr val="007E78"/>
                </a:solidFill>
              </a:defRPr>
            </a:lvl3pPr>
            <a:lvl4pPr>
              <a:defRPr sz="1125" b="1">
                <a:solidFill>
                  <a:srgbClr val="007E78"/>
                </a:solidFill>
              </a:defRPr>
            </a:lvl4pPr>
            <a:lvl5pPr>
              <a:defRPr sz="1125" b="1">
                <a:solidFill>
                  <a:srgbClr val="007E78"/>
                </a:solidFill>
              </a:defRPr>
            </a:lvl5pPr>
            <a:lvl6pPr>
              <a:defRPr sz="1125" b="1">
                <a:solidFill>
                  <a:srgbClr val="007E78"/>
                </a:solidFill>
              </a:defRPr>
            </a:lvl6pPr>
            <a:lvl7pPr>
              <a:defRPr sz="1125" b="1">
                <a:solidFill>
                  <a:srgbClr val="007E78"/>
                </a:solidFill>
              </a:defRPr>
            </a:lvl7pPr>
            <a:lvl8pPr>
              <a:defRPr sz="1125" b="1">
                <a:solidFill>
                  <a:srgbClr val="007E78"/>
                </a:solidFill>
              </a:defRPr>
            </a:lvl8pPr>
            <a:lvl9pPr>
              <a:defRPr sz="1125" b="1">
                <a:solidFill>
                  <a:srgbClr val="007E78"/>
                </a:solidFill>
              </a:defRPr>
            </a:lvl9pPr>
          </a:lstStyle>
          <a:p xmlns:a="http://schemas.openxmlformats.org/drawingml/2006/main">
            <a:pPr>
              <a:buNone/>
              <a:defRPr sz="1125" b="1">
                <a:solidFill>
                  <a:srgbClr val="007E78"/>
                </a:solidFill>
              </a:defRPr>
            </a:pPr>
            <a:r>
              <a:rPr sz="1125" b="1">
                <a:solidFill>
                  <a:srgbClr val="007E78"/>
                </a:solidFill>
              </a:rPr>
              <a:t>04  RUNTIME COMPONENTS</a:t>
            </a:r>
          </a:p>
        </p:txBody>
      </p:sp>
      <p:sp>
        <p:nvSpPr>
          <p:cNvPr id="3" name="">
            <a:extLst xmlns:a="http://schemas.openxmlformats.org/drawingml/2006/main">
              <a:ext uri="{FF2B5EF4-FFF2-40B4-BE49-F238E27FC236}">
                <a16:creationId xmlns:a16="http://schemas.microsoft.com/office/drawing/2014/main" id="{45D1693B-9E44-41F9-9EB7-0C468BF94DD2}"/>
              </a:ext>
            </a:extLst>
          </p:cNvPr>
          <p:cNvSpPr>
            <a:spLocks xmlns:a="http://schemas.openxmlformats.org/drawingml/2006/main" noGrp="1"/>
          </p:cNvSpPr>
          <p:nvPr/>
        </p:nvSpPr>
        <p:spPr>
          <a:xfrm xmlns:a="http://schemas.openxmlformats.org/drawingml/2006/main">
            <a:off x="609600" y="685800"/>
            <a:ext cx="10858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10243A"/>
                </a:solidFill>
              </a:defRPr>
            </a:defPPr>
            <a:lvl1pPr>
              <a:defRPr sz="2850" b="1">
                <a:solidFill>
                  <a:srgbClr val="10243A"/>
                </a:solidFill>
              </a:defRPr>
            </a:lvl1pPr>
            <a:lvl2pPr>
              <a:defRPr sz="2850" b="1">
                <a:solidFill>
                  <a:srgbClr val="10243A"/>
                </a:solidFill>
              </a:defRPr>
            </a:lvl2pPr>
            <a:lvl3pPr>
              <a:defRPr sz="2850" b="1">
                <a:solidFill>
                  <a:srgbClr val="10243A"/>
                </a:solidFill>
              </a:defRPr>
            </a:lvl3pPr>
            <a:lvl4pPr>
              <a:defRPr sz="2850" b="1">
                <a:solidFill>
                  <a:srgbClr val="10243A"/>
                </a:solidFill>
              </a:defRPr>
            </a:lvl4pPr>
            <a:lvl5pPr>
              <a:defRPr sz="2850" b="1">
                <a:solidFill>
                  <a:srgbClr val="10243A"/>
                </a:solidFill>
              </a:defRPr>
            </a:lvl5pPr>
            <a:lvl6pPr>
              <a:defRPr sz="2850" b="1">
                <a:solidFill>
                  <a:srgbClr val="10243A"/>
                </a:solidFill>
              </a:defRPr>
            </a:lvl6pPr>
            <a:lvl7pPr>
              <a:defRPr sz="2850" b="1">
                <a:solidFill>
                  <a:srgbClr val="10243A"/>
                </a:solidFill>
              </a:defRPr>
            </a:lvl7pPr>
            <a:lvl8pPr>
              <a:defRPr sz="2850" b="1">
                <a:solidFill>
                  <a:srgbClr val="10243A"/>
                </a:solidFill>
              </a:defRPr>
            </a:lvl8pPr>
            <a:lvl9pPr>
              <a:defRPr sz="2850" b="1">
                <a:solidFill>
                  <a:srgbClr val="10243A"/>
                </a:solidFill>
              </a:defRPr>
            </a:lvl9pPr>
          </a:lstStyle>
          <a:p xmlns:a="http://schemas.openxmlformats.org/drawingml/2006/main">
            <a:pPr>
              <a:buNone/>
              <a:defRPr sz="2850" b="1">
                <a:solidFill>
                  <a:srgbClr val="10243A"/>
                </a:solidFill>
              </a:defRPr>
            </a:pPr>
            <a:r>
              <a:rPr sz="2850" b="1">
                <a:solidFill>
                  <a:srgbClr val="10243A"/>
                </a:solidFill>
              </a:rPr>
              <a:t>High-level design</a:t>
            </a:r>
          </a:p>
        </p:txBody>
      </p:sp>
      <p:sp>
        <p:nvSpPr>
          <p:cNvPr id="4" name="">
            <a:extLst xmlns:a="http://schemas.openxmlformats.org/drawingml/2006/main">
              <a:ext uri="{FF2B5EF4-FFF2-40B4-BE49-F238E27FC236}">
                <a16:creationId xmlns:a16="http://schemas.microsoft.com/office/drawing/2014/main" id="{31F60145-8B33-4F5E-A6C9-9E610F13FDE7}"/>
              </a:ext>
            </a:extLst>
          </p:cNvPr>
          <p:cNvSpPr>
            <a:spLocks xmlns:a="http://schemas.openxmlformats.org/drawingml/2006/main" noGrp="1"/>
          </p:cNvSpPr>
          <p:nvPr/>
        </p:nvSpPr>
        <p:spPr>
          <a:xfrm xmlns:a="http://schemas.openxmlformats.org/drawingml/2006/main">
            <a:off x="609600" y="6324600"/>
            <a:ext cx="10972800" cy="9525"/>
          </a:xfrm>
          <a:prstGeom xmlns:a="http://schemas.openxmlformats.org/drawingml/2006/main" prst="rect">
            <a:avLst/>
          </a:prstGeom>
          <a:solidFill xmlns:a="http://schemas.openxmlformats.org/drawingml/2006/main">
            <a:srgbClr val="D7E3E9"/>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F16979B-7C29-4D7A-A1B9-6D34750C914C}"/>
              </a:ext>
            </a:extLst>
          </p:cNvPr>
          <p:cNvSpPr>
            <a:spLocks xmlns:a="http://schemas.openxmlformats.org/drawingml/2006/main" noGrp="1"/>
          </p:cNvSpPr>
          <p:nvPr/>
        </p:nvSpPr>
        <p:spPr>
          <a:xfrm xmlns:a="http://schemas.openxmlformats.org/drawingml/2006/main">
            <a:off x="609600" y="6429375"/>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AgentFlow  |  Final Review</a:t>
            </a:r>
          </a:p>
        </p:txBody>
      </p:sp>
      <p:sp>
        <p:nvSpPr>
          <p:cNvPr id="6" name="">
            <a:extLst xmlns:a="http://schemas.openxmlformats.org/drawingml/2006/main">
              <a:ext uri="{FF2B5EF4-FFF2-40B4-BE49-F238E27FC236}">
                <a16:creationId xmlns:a16="http://schemas.microsoft.com/office/drawing/2014/main" id="{39007E33-4F18-4589-8CDF-67782374BBDB}"/>
              </a:ext>
            </a:extLst>
          </p:cNvPr>
          <p:cNvSpPr>
            <a:spLocks xmlns:a="http://schemas.openxmlformats.org/drawingml/2006/main" noGrp="1"/>
          </p:cNvSpPr>
          <p:nvPr/>
        </p:nvSpPr>
        <p:spPr>
          <a:xfrm xmlns:a="http://schemas.openxmlformats.org/drawingml/2006/main">
            <a:off x="11029950" y="642937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05</a:t>
            </a:r>
          </a:p>
        </p:txBody>
      </p:sp>
      <p:sp>
        <p:nvSpPr>
          <p:cNvPr id="7" name="">
            <a:extLst xmlns:a="http://schemas.openxmlformats.org/drawingml/2006/main">
              <a:ext uri="{FF2B5EF4-FFF2-40B4-BE49-F238E27FC236}">
                <a16:creationId xmlns:a16="http://schemas.microsoft.com/office/drawing/2014/main" id="{5A64C859-CA08-45F5-8520-3011F6F6B2EB}"/>
              </a:ext>
            </a:extLst>
          </p:cNvPr>
          <p:cNvSpPr>
            <a:spLocks xmlns:a="http://schemas.openxmlformats.org/drawingml/2006/main" noGrp="1"/>
          </p:cNvSpPr>
          <p:nvPr/>
        </p:nvSpPr>
        <p:spPr>
          <a:xfrm xmlns:a="http://schemas.openxmlformats.org/drawingml/2006/main">
            <a:off x="666750" y="1952625"/>
            <a:ext cx="2095500"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D7E3E9"/>
            </a:solidFill>
            <a:prstDash val="solid"/>
          </a:ln>
        </p:spPr>
      </p:sp>
      <p:sp>
        <p:nvSpPr>
          <p:cNvPr id="8" name="">
            <a:extLst xmlns:a="http://schemas.openxmlformats.org/drawingml/2006/main">
              <a:ext uri="{FF2B5EF4-FFF2-40B4-BE49-F238E27FC236}">
                <a16:creationId xmlns:a16="http://schemas.microsoft.com/office/drawing/2014/main" id="{8ACFD466-1ADF-4BEC-A766-160A05879147}"/>
              </a:ext>
            </a:extLst>
          </p:cNvPr>
          <p:cNvSpPr>
            <a:spLocks xmlns:a="http://schemas.openxmlformats.org/drawingml/2006/main" noGrp="1"/>
          </p:cNvSpPr>
          <p:nvPr/>
        </p:nvSpPr>
        <p:spPr>
          <a:xfrm xmlns:a="http://schemas.openxmlformats.org/drawingml/2006/main">
            <a:off x="781050" y="2085975"/>
            <a:ext cx="1866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10243A"/>
                </a:solidFill>
              </a:defRPr>
            </a:defPPr>
            <a:lvl1pPr>
              <a:defRPr sz="1500" b="1">
                <a:solidFill>
                  <a:srgbClr val="10243A"/>
                </a:solidFill>
              </a:defRPr>
            </a:lvl1pPr>
            <a:lvl2pPr>
              <a:defRPr sz="1500" b="1">
                <a:solidFill>
                  <a:srgbClr val="10243A"/>
                </a:solidFill>
              </a:defRPr>
            </a:lvl2pPr>
            <a:lvl3pPr>
              <a:defRPr sz="1500" b="1">
                <a:solidFill>
                  <a:srgbClr val="10243A"/>
                </a:solidFill>
              </a:defRPr>
            </a:lvl3pPr>
            <a:lvl4pPr>
              <a:defRPr sz="1500" b="1">
                <a:solidFill>
                  <a:srgbClr val="10243A"/>
                </a:solidFill>
              </a:defRPr>
            </a:lvl4pPr>
            <a:lvl5pPr>
              <a:defRPr sz="1500" b="1">
                <a:solidFill>
                  <a:srgbClr val="10243A"/>
                </a:solidFill>
              </a:defRPr>
            </a:lvl5pPr>
            <a:lvl6pPr>
              <a:defRPr sz="1500" b="1">
                <a:solidFill>
                  <a:srgbClr val="10243A"/>
                </a:solidFill>
              </a:defRPr>
            </a:lvl6pPr>
            <a:lvl7pPr>
              <a:defRPr sz="1500" b="1">
                <a:solidFill>
                  <a:srgbClr val="10243A"/>
                </a:solidFill>
              </a:defRPr>
            </a:lvl7pPr>
            <a:lvl8pPr>
              <a:defRPr sz="1500" b="1">
                <a:solidFill>
                  <a:srgbClr val="10243A"/>
                </a:solidFill>
              </a:defRPr>
            </a:lvl8pPr>
            <a:lvl9pPr>
              <a:defRPr sz="1500" b="1">
                <a:solidFill>
                  <a:srgbClr val="10243A"/>
                </a:solidFill>
              </a:defRPr>
            </a:lvl9pPr>
          </a:lstStyle>
          <a:p xmlns:a="http://schemas.openxmlformats.org/drawingml/2006/main">
            <a:pPr>
              <a:buNone/>
              <a:defRPr sz="1500" b="1">
                <a:solidFill>
                  <a:srgbClr val="10243A"/>
                </a:solidFill>
              </a:defRPr>
            </a:pPr>
            <a:r>
              <a:rPr sz="1500" b="1">
                <a:solidFill>
                  <a:srgbClr val="10243A"/>
                </a:solidFill>
              </a:rPr>
              <a:t>Browser + FastAPI</a:t>
            </a:r>
          </a:p>
        </p:txBody>
      </p:sp>
      <p:sp>
        <p:nvSpPr>
          <p:cNvPr id="9" name="">
            <a:extLst xmlns:a="http://schemas.openxmlformats.org/drawingml/2006/main">
              <a:ext uri="{FF2B5EF4-FFF2-40B4-BE49-F238E27FC236}">
                <a16:creationId xmlns:a16="http://schemas.microsoft.com/office/drawing/2014/main" id="{2B7C78DE-3AE2-4E81-BB93-FEF84D18030F}"/>
              </a:ext>
            </a:extLst>
          </p:cNvPr>
          <p:cNvSpPr>
            <a:spLocks xmlns:a="http://schemas.openxmlformats.org/drawingml/2006/main" noGrp="1"/>
          </p:cNvSpPr>
          <p:nvPr/>
        </p:nvSpPr>
        <p:spPr>
          <a:xfrm xmlns:a="http://schemas.openxmlformats.org/drawingml/2006/main">
            <a:off x="2914650" y="2095500"/>
            <a:ext cx="514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75" b="1">
                <a:solidFill>
                  <a:srgbClr val="007E78"/>
                </a:solidFill>
              </a:defRPr>
            </a:defPPr>
            <a:lvl1pPr>
              <a:defRPr sz="2775" b="1">
                <a:solidFill>
                  <a:srgbClr val="007E78"/>
                </a:solidFill>
              </a:defRPr>
            </a:lvl1pPr>
            <a:lvl2pPr>
              <a:defRPr sz="2775" b="1">
                <a:solidFill>
                  <a:srgbClr val="007E78"/>
                </a:solidFill>
              </a:defRPr>
            </a:lvl2pPr>
            <a:lvl3pPr>
              <a:defRPr sz="2775" b="1">
                <a:solidFill>
                  <a:srgbClr val="007E78"/>
                </a:solidFill>
              </a:defRPr>
            </a:lvl3pPr>
            <a:lvl4pPr>
              <a:defRPr sz="2775" b="1">
                <a:solidFill>
                  <a:srgbClr val="007E78"/>
                </a:solidFill>
              </a:defRPr>
            </a:lvl4pPr>
            <a:lvl5pPr>
              <a:defRPr sz="2775" b="1">
                <a:solidFill>
                  <a:srgbClr val="007E78"/>
                </a:solidFill>
              </a:defRPr>
            </a:lvl5pPr>
            <a:lvl6pPr>
              <a:defRPr sz="2775" b="1">
                <a:solidFill>
                  <a:srgbClr val="007E78"/>
                </a:solidFill>
              </a:defRPr>
            </a:lvl6pPr>
            <a:lvl7pPr>
              <a:defRPr sz="2775" b="1">
                <a:solidFill>
                  <a:srgbClr val="007E78"/>
                </a:solidFill>
              </a:defRPr>
            </a:lvl7pPr>
            <a:lvl8pPr>
              <a:defRPr sz="2775" b="1">
                <a:solidFill>
                  <a:srgbClr val="007E78"/>
                </a:solidFill>
              </a:defRPr>
            </a:lvl8pPr>
            <a:lvl9pPr>
              <a:defRPr sz="2775" b="1">
                <a:solidFill>
                  <a:srgbClr val="007E78"/>
                </a:solidFill>
              </a:defRPr>
            </a:lvl9pPr>
          </a:lstStyle>
          <a:p xmlns:a="http://schemas.openxmlformats.org/drawingml/2006/main">
            <a:pPr>
              <a:buNone/>
              <a:defRPr sz="2775" b="1">
                <a:solidFill>
                  <a:srgbClr val="007E78"/>
                </a:solidFill>
              </a:defRPr>
            </a:pPr>
            <a:r>
              <a:rPr sz="2775" b="1">
                <a:solidFill>
                  <a:srgbClr val="007E78"/>
                </a:solidFill>
              </a:rPr>
              <a:t>→</a:t>
            </a:r>
          </a:p>
        </p:txBody>
      </p:sp>
      <p:sp>
        <p:nvSpPr>
          <p:cNvPr id="10" name="">
            <a:extLst xmlns:a="http://schemas.openxmlformats.org/drawingml/2006/main">
              <a:ext uri="{FF2B5EF4-FFF2-40B4-BE49-F238E27FC236}">
                <a16:creationId xmlns:a16="http://schemas.microsoft.com/office/drawing/2014/main" id="{DC5D6D62-71D7-4196-AA7B-B1AC13412FBA}"/>
              </a:ext>
            </a:extLst>
          </p:cNvPr>
          <p:cNvSpPr>
            <a:spLocks xmlns:a="http://schemas.openxmlformats.org/drawingml/2006/main" noGrp="1"/>
          </p:cNvSpPr>
          <p:nvPr/>
        </p:nvSpPr>
        <p:spPr>
          <a:xfrm xmlns:a="http://schemas.openxmlformats.org/drawingml/2006/main">
            <a:off x="3457575" y="1952625"/>
            <a:ext cx="2333625"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D7E3E9"/>
            </a:solidFill>
            <a:prstDash val="solid"/>
          </a:ln>
        </p:spPr>
      </p:sp>
      <p:sp>
        <p:nvSpPr>
          <p:cNvPr id="11" name="">
            <a:extLst xmlns:a="http://schemas.openxmlformats.org/drawingml/2006/main">
              <a:ext uri="{FF2B5EF4-FFF2-40B4-BE49-F238E27FC236}">
                <a16:creationId xmlns:a16="http://schemas.microsoft.com/office/drawing/2014/main" id="{AC105E45-E174-4B4F-B78A-8A849977BD6A}"/>
              </a:ext>
            </a:extLst>
          </p:cNvPr>
          <p:cNvSpPr>
            <a:spLocks xmlns:a="http://schemas.openxmlformats.org/drawingml/2006/main" noGrp="1"/>
          </p:cNvSpPr>
          <p:nvPr/>
        </p:nvSpPr>
        <p:spPr>
          <a:xfrm xmlns:a="http://schemas.openxmlformats.org/drawingml/2006/main">
            <a:off x="3571875" y="2085975"/>
            <a:ext cx="21050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10243A"/>
                </a:solidFill>
              </a:defRPr>
            </a:defPPr>
            <a:lvl1pPr>
              <a:defRPr sz="1500" b="1">
                <a:solidFill>
                  <a:srgbClr val="10243A"/>
                </a:solidFill>
              </a:defRPr>
            </a:lvl1pPr>
            <a:lvl2pPr>
              <a:defRPr sz="1500" b="1">
                <a:solidFill>
                  <a:srgbClr val="10243A"/>
                </a:solidFill>
              </a:defRPr>
            </a:lvl2pPr>
            <a:lvl3pPr>
              <a:defRPr sz="1500" b="1">
                <a:solidFill>
                  <a:srgbClr val="10243A"/>
                </a:solidFill>
              </a:defRPr>
            </a:lvl3pPr>
            <a:lvl4pPr>
              <a:defRPr sz="1500" b="1">
                <a:solidFill>
                  <a:srgbClr val="10243A"/>
                </a:solidFill>
              </a:defRPr>
            </a:lvl4pPr>
            <a:lvl5pPr>
              <a:defRPr sz="1500" b="1">
                <a:solidFill>
                  <a:srgbClr val="10243A"/>
                </a:solidFill>
              </a:defRPr>
            </a:lvl5pPr>
            <a:lvl6pPr>
              <a:defRPr sz="1500" b="1">
                <a:solidFill>
                  <a:srgbClr val="10243A"/>
                </a:solidFill>
              </a:defRPr>
            </a:lvl6pPr>
            <a:lvl7pPr>
              <a:defRPr sz="1500" b="1">
                <a:solidFill>
                  <a:srgbClr val="10243A"/>
                </a:solidFill>
              </a:defRPr>
            </a:lvl7pPr>
            <a:lvl8pPr>
              <a:defRPr sz="1500" b="1">
                <a:solidFill>
                  <a:srgbClr val="10243A"/>
                </a:solidFill>
              </a:defRPr>
            </a:lvl8pPr>
            <a:lvl9pPr>
              <a:defRPr sz="1500" b="1">
                <a:solidFill>
                  <a:srgbClr val="10243A"/>
                </a:solidFill>
              </a:defRPr>
            </a:lvl9pPr>
          </a:lstStyle>
          <a:p xmlns:a="http://schemas.openxmlformats.org/drawingml/2006/main">
            <a:pPr>
              <a:buNone/>
              <a:defRPr sz="1500" b="1">
                <a:solidFill>
                  <a:srgbClr val="10243A"/>
                </a:solidFill>
              </a:defRPr>
            </a:pPr>
            <a:r>
              <a:rPr sz="1500" b="1">
                <a:solidFill>
                  <a:srgbClr val="10243A"/>
                </a:solidFill>
              </a:rPr>
              <a:t>Planner + plan guard</a:t>
            </a:r>
          </a:p>
        </p:txBody>
      </p:sp>
      <p:sp>
        <p:nvSpPr>
          <p:cNvPr id="12" name="">
            <a:extLst xmlns:a="http://schemas.openxmlformats.org/drawingml/2006/main">
              <a:ext uri="{FF2B5EF4-FFF2-40B4-BE49-F238E27FC236}">
                <a16:creationId xmlns:a16="http://schemas.microsoft.com/office/drawing/2014/main" id="{36B9D7A3-0C7B-47D0-B95E-032F8BE4BF25}"/>
              </a:ext>
            </a:extLst>
          </p:cNvPr>
          <p:cNvSpPr>
            <a:spLocks xmlns:a="http://schemas.openxmlformats.org/drawingml/2006/main" noGrp="1"/>
          </p:cNvSpPr>
          <p:nvPr/>
        </p:nvSpPr>
        <p:spPr>
          <a:xfrm xmlns:a="http://schemas.openxmlformats.org/drawingml/2006/main">
            <a:off x="5953125" y="2095500"/>
            <a:ext cx="514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75" b="1">
                <a:solidFill>
                  <a:srgbClr val="007E78"/>
                </a:solidFill>
              </a:defRPr>
            </a:defPPr>
            <a:lvl1pPr>
              <a:defRPr sz="2775" b="1">
                <a:solidFill>
                  <a:srgbClr val="007E78"/>
                </a:solidFill>
              </a:defRPr>
            </a:lvl1pPr>
            <a:lvl2pPr>
              <a:defRPr sz="2775" b="1">
                <a:solidFill>
                  <a:srgbClr val="007E78"/>
                </a:solidFill>
              </a:defRPr>
            </a:lvl2pPr>
            <a:lvl3pPr>
              <a:defRPr sz="2775" b="1">
                <a:solidFill>
                  <a:srgbClr val="007E78"/>
                </a:solidFill>
              </a:defRPr>
            </a:lvl3pPr>
            <a:lvl4pPr>
              <a:defRPr sz="2775" b="1">
                <a:solidFill>
                  <a:srgbClr val="007E78"/>
                </a:solidFill>
              </a:defRPr>
            </a:lvl4pPr>
            <a:lvl5pPr>
              <a:defRPr sz="2775" b="1">
                <a:solidFill>
                  <a:srgbClr val="007E78"/>
                </a:solidFill>
              </a:defRPr>
            </a:lvl5pPr>
            <a:lvl6pPr>
              <a:defRPr sz="2775" b="1">
                <a:solidFill>
                  <a:srgbClr val="007E78"/>
                </a:solidFill>
              </a:defRPr>
            </a:lvl6pPr>
            <a:lvl7pPr>
              <a:defRPr sz="2775" b="1">
                <a:solidFill>
                  <a:srgbClr val="007E78"/>
                </a:solidFill>
              </a:defRPr>
            </a:lvl7pPr>
            <a:lvl8pPr>
              <a:defRPr sz="2775" b="1">
                <a:solidFill>
                  <a:srgbClr val="007E78"/>
                </a:solidFill>
              </a:defRPr>
            </a:lvl8pPr>
            <a:lvl9pPr>
              <a:defRPr sz="2775" b="1">
                <a:solidFill>
                  <a:srgbClr val="007E78"/>
                </a:solidFill>
              </a:defRPr>
            </a:lvl9pPr>
          </a:lstStyle>
          <a:p xmlns:a="http://schemas.openxmlformats.org/drawingml/2006/main">
            <a:pPr>
              <a:buNone/>
              <a:defRPr sz="2775" b="1">
                <a:solidFill>
                  <a:srgbClr val="007E78"/>
                </a:solidFill>
              </a:defRPr>
            </a:pPr>
            <a:r>
              <a:rPr sz="2775" b="1">
                <a:solidFill>
                  <a:srgbClr val="007E78"/>
                </a:solidFill>
              </a:rPr>
              <a:t>→</a:t>
            </a:r>
          </a:p>
        </p:txBody>
      </p:sp>
      <p:sp>
        <p:nvSpPr>
          <p:cNvPr id="13" name="">
            <a:extLst xmlns:a="http://schemas.openxmlformats.org/drawingml/2006/main">
              <a:ext uri="{FF2B5EF4-FFF2-40B4-BE49-F238E27FC236}">
                <a16:creationId xmlns:a16="http://schemas.microsoft.com/office/drawing/2014/main" id="{51A567B7-F36F-47BF-9A71-A111084E1526}"/>
              </a:ext>
            </a:extLst>
          </p:cNvPr>
          <p:cNvSpPr>
            <a:spLocks xmlns:a="http://schemas.openxmlformats.org/drawingml/2006/main" noGrp="1"/>
          </p:cNvSpPr>
          <p:nvPr/>
        </p:nvSpPr>
        <p:spPr>
          <a:xfrm xmlns:a="http://schemas.openxmlformats.org/drawingml/2006/main">
            <a:off x="6524625" y="1952625"/>
            <a:ext cx="2524125"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D7E3E9"/>
            </a:solidFill>
            <a:prstDash val="solid"/>
          </a:ln>
        </p:spPr>
      </p:sp>
      <p:sp>
        <p:nvSpPr>
          <p:cNvPr id="14" name="">
            <a:extLst xmlns:a="http://schemas.openxmlformats.org/drawingml/2006/main">
              <a:ext uri="{FF2B5EF4-FFF2-40B4-BE49-F238E27FC236}">
                <a16:creationId xmlns:a16="http://schemas.microsoft.com/office/drawing/2014/main" id="{3F2EB2DF-EBD3-4FFB-824B-1024C1AA4C7E}"/>
              </a:ext>
            </a:extLst>
          </p:cNvPr>
          <p:cNvSpPr>
            <a:spLocks xmlns:a="http://schemas.openxmlformats.org/drawingml/2006/main" noGrp="1"/>
          </p:cNvSpPr>
          <p:nvPr/>
        </p:nvSpPr>
        <p:spPr>
          <a:xfrm xmlns:a="http://schemas.openxmlformats.org/drawingml/2006/main">
            <a:off x="6638925" y="2085975"/>
            <a:ext cx="22955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10243A"/>
                </a:solidFill>
              </a:defRPr>
            </a:defPPr>
            <a:lvl1pPr>
              <a:defRPr sz="1500" b="1">
                <a:solidFill>
                  <a:srgbClr val="10243A"/>
                </a:solidFill>
              </a:defRPr>
            </a:lvl1pPr>
            <a:lvl2pPr>
              <a:defRPr sz="1500" b="1">
                <a:solidFill>
                  <a:srgbClr val="10243A"/>
                </a:solidFill>
              </a:defRPr>
            </a:lvl2pPr>
            <a:lvl3pPr>
              <a:defRPr sz="1500" b="1">
                <a:solidFill>
                  <a:srgbClr val="10243A"/>
                </a:solidFill>
              </a:defRPr>
            </a:lvl3pPr>
            <a:lvl4pPr>
              <a:defRPr sz="1500" b="1">
                <a:solidFill>
                  <a:srgbClr val="10243A"/>
                </a:solidFill>
              </a:defRPr>
            </a:lvl4pPr>
            <a:lvl5pPr>
              <a:defRPr sz="1500" b="1">
                <a:solidFill>
                  <a:srgbClr val="10243A"/>
                </a:solidFill>
              </a:defRPr>
            </a:lvl5pPr>
            <a:lvl6pPr>
              <a:defRPr sz="1500" b="1">
                <a:solidFill>
                  <a:srgbClr val="10243A"/>
                </a:solidFill>
              </a:defRPr>
            </a:lvl6pPr>
            <a:lvl7pPr>
              <a:defRPr sz="1500" b="1">
                <a:solidFill>
                  <a:srgbClr val="10243A"/>
                </a:solidFill>
              </a:defRPr>
            </a:lvl7pPr>
            <a:lvl8pPr>
              <a:defRPr sz="1500" b="1">
                <a:solidFill>
                  <a:srgbClr val="10243A"/>
                </a:solidFill>
              </a:defRPr>
            </a:lvl8pPr>
            <a:lvl9pPr>
              <a:defRPr sz="1500" b="1">
                <a:solidFill>
                  <a:srgbClr val="10243A"/>
                </a:solidFill>
              </a:defRPr>
            </a:lvl9pPr>
          </a:lstStyle>
          <a:p xmlns:a="http://schemas.openxmlformats.org/drawingml/2006/main">
            <a:pPr>
              <a:buNone/>
              <a:defRPr sz="1500" b="1">
                <a:solidFill>
                  <a:srgbClr val="10243A"/>
                </a:solidFill>
              </a:defRPr>
            </a:pPr>
            <a:r>
              <a:rPr sz="1500" b="1">
                <a:solidFill>
                  <a:srgbClr val="10243A"/>
                </a:solidFill>
              </a:rPr>
              <a:t>LangGraph controller</a:t>
            </a:r>
          </a:p>
        </p:txBody>
      </p:sp>
      <p:sp>
        <p:nvSpPr>
          <p:cNvPr id="15" name="">
            <a:extLst xmlns:a="http://schemas.openxmlformats.org/drawingml/2006/main">
              <a:ext uri="{FF2B5EF4-FFF2-40B4-BE49-F238E27FC236}">
                <a16:creationId xmlns:a16="http://schemas.microsoft.com/office/drawing/2014/main" id="{1704BB1F-317B-4127-A769-55F17585424A}"/>
              </a:ext>
            </a:extLst>
          </p:cNvPr>
          <p:cNvSpPr>
            <a:spLocks xmlns:a="http://schemas.openxmlformats.org/drawingml/2006/main" noGrp="1"/>
          </p:cNvSpPr>
          <p:nvPr/>
        </p:nvSpPr>
        <p:spPr>
          <a:xfrm xmlns:a="http://schemas.openxmlformats.org/drawingml/2006/main">
            <a:off x="9201150" y="2095500"/>
            <a:ext cx="514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75" b="1">
                <a:solidFill>
                  <a:srgbClr val="007E78"/>
                </a:solidFill>
              </a:defRPr>
            </a:defPPr>
            <a:lvl1pPr>
              <a:defRPr sz="2775" b="1">
                <a:solidFill>
                  <a:srgbClr val="007E78"/>
                </a:solidFill>
              </a:defRPr>
            </a:lvl1pPr>
            <a:lvl2pPr>
              <a:defRPr sz="2775" b="1">
                <a:solidFill>
                  <a:srgbClr val="007E78"/>
                </a:solidFill>
              </a:defRPr>
            </a:lvl2pPr>
            <a:lvl3pPr>
              <a:defRPr sz="2775" b="1">
                <a:solidFill>
                  <a:srgbClr val="007E78"/>
                </a:solidFill>
              </a:defRPr>
            </a:lvl3pPr>
            <a:lvl4pPr>
              <a:defRPr sz="2775" b="1">
                <a:solidFill>
                  <a:srgbClr val="007E78"/>
                </a:solidFill>
              </a:defRPr>
            </a:lvl4pPr>
            <a:lvl5pPr>
              <a:defRPr sz="2775" b="1">
                <a:solidFill>
                  <a:srgbClr val="007E78"/>
                </a:solidFill>
              </a:defRPr>
            </a:lvl5pPr>
            <a:lvl6pPr>
              <a:defRPr sz="2775" b="1">
                <a:solidFill>
                  <a:srgbClr val="007E78"/>
                </a:solidFill>
              </a:defRPr>
            </a:lvl6pPr>
            <a:lvl7pPr>
              <a:defRPr sz="2775" b="1">
                <a:solidFill>
                  <a:srgbClr val="007E78"/>
                </a:solidFill>
              </a:defRPr>
            </a:lvl7pPr>
            <a:lvl8pPr>
              <a:defRPr sz="2775" b="1">
                <a:solidFill>
                  <a:srgbClr val="007E78"/>
                </a:solidFill>
              </a:defRPr>
            </a:lvl8pPr>
            <a:lvl9pPr>
              <a:defRPr sz="2775" b="1">
                <a:solidFill>
                  <a:srgbClr val="007E78"/>
                </a:solidFill>
              </a:defRPr>
            </a:lvl9pPr>
          </a:lstStyle>
          <a:p xmlns:a="http://schemas.openxmlformats.org/drawingml/2006/main">
            <a:pPr>
              <a:buNone/>
              <a:defRPr sz="2775" b="1">
                <a:solidFill>
                  <a:srgbClr val="007E78"/>
                </a:solidFill>
              </a:defRPr>
            </a:pPr>
            <a:r>
              <a:rPr sz="2775" b="1">
                <a:solidFill>
                  <a:srgbClr val="007E78"/>
                </a:solidFill>
              </a:rPr>
              <a:t>→</a:t>
            </a:r>
          </a:p>
        </p:txBody>
      </p:sp>
      <p:sp>
        <p:nvSpPr>
          <p:cNvPr id="16" name="">
            <a:extLst xmlns:a="http://schemas.openxmlformats.org/drawingml/2006/main">
              <a:ext uri="{FF2B5EF4-FFF2-40B4-BE49-F238E27FC236}">
                <a16:creationId xmlns:a16="http://schemas.microsoft.com/office/drawing/2014/main" id="{1467432A-4A04-4D1E-B22A-6FB0B8D9F40D}"/>
              </a:ext>
            </a:extLst>
          </p:cNvPr>
          <p:cNvSpPr>
            <a:spLocks xmlns:a="http://schemas.openxmlformats.org/drawingml/2006/main" noGrp="1"/>
          </p:cNvSpPr>
          <p:nvPr/>
        </p:nvSpPr>
        <p:spPr>
          <a:xfrm xmlns:a="http://schemas.openxmlformats.org/drawingml/2006/main">
            <a:off x="9734550" y="1952625"/>
            <a:ext cx="1809750"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D7E3E9"/>
            </a:solidFill>
            <a:prstDash val="solid"/>
          </a:ln>
        </p:spPr>
      </p:sp>
      <p:sp>
        <p:nvSpPr>
          <p:cNvPr id="17" name="">
            <a:extLst xmlns:a="http://schemas.openxmlformats.org/drawingml/2006/main">
              <a:ext uri="{FF2B5EF4-FFF2-40B4-BE49-F238E27FC236}">
                <a16:creationId xmlns:a16="http://schemas.microsoft.com/office/drawing/2014/main" id="{4708673D-438E-4C7A-91BE-6B42DB435D48}"/>
              </a:ext>
            </a:extLst>
          </p:cNvPr>
          <p:cNvSpPr>
            <a:spLocks xmlns:a="http://schemas.openxmlformats.org/drawingml/2006/main" noGrp="1"/>
          </p:cNvSpPr>
          <p:nvPr/>
        </p:nvSpPr>
        <p:spPr>
          <a:xfrm xmlns:a="http://schemas.openxmlformats.org/drawingml/2006/main">
            <a:off x="9848850" y="2085975"/>
            <a:ext cx="15811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10243A"/>
                </a:solidFill>
              </a:defRPr>
            </a:defPPr>
            <a:lvl1pPr>
              <a:defRPr sz="1500" b="1">
                <a:solidFill>
                  <a:srgbClr val="10243A"/>
                </a:solidFill>
              </a:defRPr>
            </a:lvl1pPr>
            <a:lvl2pPr>
              <a:defRPr sz="1500" b="1">
                <a:solidFill>
                  <a:srgbClr val="10243A"/>
                </a:solidFill>
              </a:defRPr>
            </a:lvl2pPr>
            <a:lvl3pPr>
              <a:defRPr sz="1500" b="1">
                <a:solidFill>
                  <a:srgbClr val="10243A"/>
                </a:solidFill>
              </a:defRPr>
            </a:lvl3pPr>
            <a:lvl4pPr>
              <a:defRPr sz="1500" b="1">
                <a:solidFill>
                  <a:srgbClr val="10243A"/>
                </a:solidFill>
              </a:defRPr>
            </a:lvl4pPr>
            <a:lvl5pPr>
              <a:defRPr sz="1500" b="1">
                <a:solidFill>
                  <a:srgbClr val="10243A"/>
                </a:solidFill>
              </a:defRPr>
            </a:lvl5pPr>
            <a:lvl6pPr>
              <a:defRPr sz="1500" b="1">
                <a:solidFill>
                  <a:srgbClr val="10243A"/>
                </a:solidFill>
              </a:defRPr>
            </a:lvl6pPr>
            <a:lvl7pPr>
              <a:defRPr sz="1500" b="1">
                <a:solidFill>
                  <a:srgbClr val="10243A"/>
                </a:solidFill>
              </a:defRPr>
            </a:lvl7pPr>
            <a:lvl8pPr>
              <a:defRPr sz="1500" b="1">
                <a:solidFill>
                  <a:srgbClr val="10243A"/>
                </a:solidFill>
              </a:defRPr>
            </a:lvl8pPr>
            <a:lvl9pPr>
              <a:defRPr sz="1500" b="1">
                <a:solidFill>
                  <a:srgbClr val="10243A"/>
                </a:solidFill>
              </a:defRPr>
            </a:lvl9pPr>
          </a:lstStyle>
          <a:p xmlns:a="http://schemas.openxmlformats.org/drawingml/2006/main">
            <a:pPr>
              <a:buNone/>
              <a:defRPr sz="1500" b="1">
                <a:solidFill>
                  <a:srgbClr val="10243A"/>
                </a:solidFill>
              </a:defRPr>
            </a:pPr>
            <a:r>
              <a:rPr sz="1500" b="1">
                <a:solidFill>
                  <a:srgbClr val="10243A"/>
                </a:solidFill>
              </a:rPr>
              <a:t>Validated report</a:t>
            </a:r>
          </a:p>
        </p:txBody>
      </p:sp>
      <p:sp>
        <p:nvSpPr>
          <p:cNvPr id="18" name="">
            <a:extLst xmlns:a="http://schemas.openxmlformats.org/drawingml/2006/main">
              <a:ext uri="{FF2B5EF4-FFF2-40B4-BE49-F238E27FC236}">
                <a16:creationId xmlns:a16="http://schemas.microsoft.com/office/drawing/2014/main" id="{FB9F5F23-A6C5-40C9-9FB8-FF14614DA1EB}"/>
              </a:ext>
            </a:extLst>
          </p:cNvPr>
          <p:cNvSpPr>
            <a:spLocks xmlns:a="http://schemas.openxmlformats.org/drawingml/2006/main" noGrp="1"/>
          </p:cNvSpPr>
          <p:nvPr/>
        </p:nvSpPr>
        <p:spPr>
          <a:xfrm xmlns:a="http://schemas.openxmlformats.org/drawingml/2006/main">
            <a:off x="6572250" y="3695700"/>
            <a:ext cx="2238375" cy="838200"/>
          </a:xfrm>
          <a:prstGeom xmlns:a="http://schemas.openxmlformats.org/drawingml/2006/main" prst="roundRect">
            <a:avLst>
              <a:gd name="adj" fmla="val 9091"/>
            </a:avLst>
          </a:prstGeom>
          <a:solidFill xmlns:a="http://schemas.openxmlformats.org/drawingml/2006/main">
            <a:srgbClr val="E5F3F1"/>
          </a:solidFill>
          <a:ln xmlns:a="http://schemas.openxmlformats.org/drawingml/2006/main" w="9525">
            <a:solidFill>
              <a:srgbClr val="D7E3E9"/>
            </a:solidFill>
            <a:prstDash val="solid"/>
          </a:ln>
        </p:spPr>
      </p:sp>
      <p:sp>
        <p:nvSpPr>
          <p:cNvPr id="19" name="">
            <a:extLst xmlns:a="http://schemas.openxmlformats.org/drawingml/2006/main">
              <a:ext uri="{FF2B5EF4-FFF2-40B4-BE49-F238E27FC236}">
                <a16:creationId xmlns:a16="http://schemas.microsoft.com/office/drawing/2014/main" id="{863893C4-6AF9-4879-BA28-66DC59F439F0}"/>
              </a:ext>
            </a:extLst>
          </p:cNvPr>
          <p:cNvSpPr>
            <a:spLocks xmlns:a="http://schemas.openxmlformats.org/drawingml/2006/main" noGrp="1"/>
          </p:cNvSpPr>
          <p:nvPr/>
        </p:nvSpPr>
        <p:spPr>
          <a:xfrm xmlns:a="http://schemas.openxmlformats.org/drawingml/2006/main">
            <a:off x="6686550" y="3829050"/>
            <a:ext cx="20097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10243A"/>
                </a:solidFill>
              </a:defRPr>
            </a:defPPr>
            <a:lvl1pPr>
              <a:defRPr sz="1500" b="1">
                <a:solidFill>
                  <a:srgbClr val="10243A"/>
                </a:solidFill>
              </a:defRPr>
            </a:lvl1pPr>
            <a:lvl2pPr>
              <a:defRPr sz="1500" b="1">
                <a:solidFill>
                  <a:srgbClr val="10243A"/>
                </a:solidFill>
              </a:defRPr>
            </a:lvl2pPr>
            <a:lvl3pPr>
              <a:defRPr sz="1500" b="1">
                <a:solidFill>
                  <a:srgbClr val="10243A"/>
                </a:solidFill>
              </a:defRPr>
            </a:lvl3pPr>
            <a:lvl4pPr>
              <a:defRPr sz="1500" b="1">
                <a:solidFill>
                  <a:srgbClr val="10243A"/>
                </a:solidFill>
              </a:defRPr>
            </a:lvl4pPr>
            <a:lvl5pPr>
              <a:defRPr sz="1500" b="1">
                <a:solidFill>
                  <a:srgbClr val="10243A"/>
                </a:solidFill>
              </a:defRPr>
            </a:lvl5pPr>
            <a:lvl6pPr>
              <a:defRPr sz="1500" b="1">
                <a:solidFill>
                  <a:srgbClr val="10243A"/>
                </a:solidFill>
              </a:defRPr>
            </a:lvl6pPr>
            <a:lvl7pPr>
              <a:defRPr sz="1500" b="1">
                <a:solidFill>
                  <a:srgbClr val="10243A"/>
                </a:solidFill>
              </a:defRPr>
            </a:lvl7pPr>
            <a:lvl8pPr>
              <a:defRPr sz="1500" b="1">
                <a:solidFill>
                  <a:srgbClr val="10243A"/>
                </a:solidFill>
              </a:defRPr>
            </a:lvl8pPr>
            <a:lvl9pPr>
              <a:defRPr sz="1500" b="1">
                <a:solidFill>
                  <a:srgbClr val="10243A"/>
                </a:solidFill>
              </a:defRPr>
            </a:lvl9pPr>
          </a:lstStyle>
          <a:p xmlns:a="http://schemas.openxmlformats.org/drawingml/2006/main">
            <a:pPr>
              <a:buNone/>
              <a:defRPr sz="1500" b="1">
                <a:solidFill>
                  <a:srgbClr val="10243A"/>
                </a:solidFill>
              </a:defRPr>
            </a:pPr>
            <a:r>
              <a:rPr sz="1500" b="1">
                <a:solidFill>
                  <a:srgbClr val="10243A"/>
                </a:solidFill>
              </a:rPr>
              <a:t>Approved tools</a:t>
            </a:r>
          </a:p>
        </p:txBody>
      </p:sp>
      <p:sp>
        <p:nvSpPr>
          <p:cNvPr id="20" name="">
            <a:extLst xmlns:a="http://schemas.openxmlformats.org/drawingml/2006/main">
              <a:ext uri="{FF2B5EF4-FFF2-40B4-BE49-F238E27FC236}">
                <a16:creationId xmlns:a16="http://schemas.microsoft.com/office/drawing/2014/main" id="{243F9342-0C59-4DE9-B891-BE26D3726200}"/>
              </a:ext>
            </a:extLst>
          </p:cNvPr>
          <p:cNvSpPr>
            <a:spLocks xmlns:a="http://schemas.openxmlformats.org/drawingml/2006/main" noGrp="1"/>
          </p:cNvSpPr>
          <p:nvPr/>
        </p:nvSpPr>
        <p:spPr>
          <a:xfrm xmlns:a="http://schemas.openxmlformats.org/drawingml/2006/main">
            <a:off x="3333750" y="3695700"/>
            <a:ext cx="2362200" cy="838200"/>
          </a:xfrm>
          <a:prstGeom xmlns:a="http://schemas.openxmlformats.org/drawingml/2006/main" prst="roundRect">
            <a:avLst>
              <a:gd name="adj" fmla="val 9091"/>
            </a:avLst>
          </a:prstGeom>
          <a:solidFill xmlns:a="http://schemas.openxmlformats.org/drawingml/2006/main">
            <a:srgbClr val="E5F3F1"/>
          </a:solidFill>
          <a:ln xmlns:a="http://schemas.openxmlformats.org/drawingml/2006/main" w="9525">
            <a:solidFill>
              <a:srgbClr val="D7E3E9"/>
            </a:solidFill>
            <a:prstDash val="solid"/>
          </a:ln>
        </p:spPr>
      </p:sp>
      <p:sp>
        <p:nvSpPr>
          <p:cNvPr id="21" name="">
            <a:extLst xmlns:a="http://schemas.openxmlformats.org/drawingml/2006/main">
              <a:ext uri="{FF2B5EF4-FFF2-40B4-BE49-F238E27FC236}">
                <a16:creationId xmlns:a16="http://schemas.microsoft.com/office/drawing/2014/main" id="{D2FD2D9D-D6D7-4848-A39D-7D00FE264290}"/>
              </a:ext>
            </a:extLst>
          </p:cNvPr>
          <p:cNvSpPr>
            <a:spLocks xmlns:a="http://schemas.openxmlformats.org/drawingml/2006/main" noGrp="1"/>
          </p:cNvSpPr>
          <p:nvPr/>
        </p:nvSpPr>
        <p:spPr>
          <a:xfrm xmlns:a="http://schemas.openxmlformats.org/drawingml/2006/main">
            <a:off x="3448050" y="3829050"/>
            <a:ext cx="2133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10243A"/>
                </a:solidFill>
              </a:defRPr>
            </a:defPPr>
            <a:lvl1pPr>
              <a:defRPr sz="1500" b="1">
                <a:solidFill>
                  <a:srgbClr val="10243A"/>
                </a:solidFill>
              </a:defRPr>
            </a:lvl1pPr>
            <a:lvl2pPr>
              <a:defRPr sz="1500" b="1">
                <a:solidFill>
                  <a:srgbClr val="10243A"/>
                </a:solidFill>
              </a:defRPr>
            </a:lvl2pPr>
            <a:lvl3pPr>
              <a:defRPr sz="1500" b="1">
                <a:solidFill>
                  <a:srgbClr val="10243A"/>
                </a:solidFill>
              </a:defRPr>
            </a:lvl3pPr>
            <a:lvl4pPr>
              <a:defRPr sz="1500" b="1">
                <a:solidFill>
                  <a:srgbClr val="10243A"/>
                </a:solidFill>
              </a:defRPr>
            </a:lvl4pPr>
            <a:lvl5pPr>
              <a:defRPr sz="1500" b="1">
                <a:solidFill>
                  <a:srgbClr val="10243A"/>
                </a:solidFill>
              </a:defRPr>
            </a:lvl5pPr>
            <a:lvl6pPr>
              <a:defRPr sz="1500" b="1">
                <a:solidFill>
                  <a:srgbClr val="10243A"/>
                </a:solidFill>
              </a:defRPr>
            </a:lvl6pPr>
            <a:lvl7pPr>
              <a:defRPr sz="1500" b="1">
                <a:solidFill>
                  <a:srgbClr val="10243A"/>
                </a:solidFill>
              </a:defRPr>
            </a:lvl7pPr>
            <a:lvl8pPr>
              <a:defRPr sz="1500" b="1">
                <a:solidFill>
                  <a:srgbClr val="10243A"/>
                </a:solidFill>
              </a:defRPr>
            </a:lvl8pPr>
            <a:lvl9pPr>
              <a:defRPr sz="1500" b="1">
                <a:solidFill>
                  <a:srgbClr val="10243A"/>
                </a:solidFill>
              </a:defRPr>
            </a:lvl9pPr>
          </a:lstStyle>
          <a:p xmlns:a="http://schemas.openxmlformats.org/drawingml/2006/main">
            <a:pPr>
              <a:buNone/>
              <a:defRPr sz="1500" b="1">
                <a:solidFill>
                  <a:srgbClr val="10243A"/>
                </a:solidFill>
              </a:defRPr>
            </a:pPr>
            <a:r>
              <a:rPr sz="1500" b="1">
                <a:solidFill>
                  <a:srgbClr val="10243A"/>
                </a:solidFill>
              </a:rPr>
              <a:t>SQLite state + files</a:t>
            </a:r>
          </a:p>
        </p:txBody>
      </p:sp>
      <p:sp>
        <p:nvSpPr>
          <p:cNvPr id="22" name="">
            <a:extLst xmlns:a="http://schemas.openxmlformats.org/drawingml/2006/main">
              <a:ext uri="{FF2B5EF4-FFF2-40B4-BE49-F238E27FC236}">
                <a16:creationId xmlns:a16="http://schemas.microsoft.com/office/drawing/2014/main" id="{24701A33-8F6F-4DCD-8CD8-D78F615FD078}"/>
              </a:ext>
            </a:extLst>
          </p:cNvPr>
          <p:cNvSpPr>
            <a:spLocks xmlns:a="http://schemas.openxmlformats.org/drawingml/2006/main" noGrp="1"/>
          </p:cNvSpPr>
          <p:nvPr/>
        </p:nvSpPr>
        <p:spPr>
          <a:xfrm xmlns:a="http://schemas.openxmlformats.org/drawingml/2006/main">
            <a:off x="5905500" y="3838575"/>
            <a:ext cx="514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75" b="1">
                <a:solidFill>
                  <a:srgbClr val="007E78"/>
                </a:solidFill>
              </a:defRPr>
            </a:defPPr>
            <a:lvl1pPr>
              <a:defRPr sz="2775" b="1">
                <a:solidFill>
                  <a:srgbClr val="007E78"/>
                </a:solidFill>
              </a:defRPr>
            </a:lvl1pPr>
            <a:lvl2pPr>
              <a:defRPr sz="2775" b="1">
                <a:solidFill>
                  <a:srgbClr val="007E78"/>
                </a:solidFill>
              </a:defRPr>
            </a:lvl2pPr>
            <a:lvl3pPr>
              <a:defRPr sz="2775" b="1">
                <a:solidFill>
                  <a:srgbClr val="007E78"/>
                </a:solidFill>
              </a:defRPr>
            </a:lvl3pPr>
            <a:lvl4pPr>
              <a:defRPr sz="2775" b="1">
                <a:solidFill>
                  <a:srgbClr val="007E78"/>
                </a:solidFill>
              </a:defRPr>
            </a:lvl4pPr>
            <a:lvl5pPr>
              <a:defRPr sz="2775" b="1">
                <a:solidFill>
                  <a:srgbClr val="007E78"/>
                </a:solidFill>
              </a:defRPr>
            </a:lvl5pPr>
            <a:lvl6pPr>
              <a:defRPr sz="2775" b="1">
                <a:solidFill>
                  <a:srgbClr val="007E78"/>
                </a:solidFill>
              </a:defRPr>
            </a:lvl6pPr>
            <a:lvl7pPr>
              <a:defRPr sz="2775" b="1">
                <a:solidFill>
                  <a:srgbClr val="007E78"/>
                </a:solidFill>
              </a:defRPr>
            </a:lvl7pPr>
            <a:lvl8pPr>
              <a:defRPr sz="2775" b="1">
                <a:solidFill>
                  <a:srgbClr val="007E78"/>
                </a:solidFill>
              </a:defRPr>
            </a:lvl8pPr>
            <a:lvl9pPr>
              <a:defRPr sz="2775" b="1">
                <a:solidFill>
                  <a:srgbClr val="007E78"/>
                </a:solidFill>
              </a:defRPr>
            </a:lvl9pPr>
          </a:lstStyle>
          <a:p xmlns:a="http://schemas.openxmlformats.org/drawingml/2006/main">
            <a:pPr>
              <a:buNone/>
              <a:defRPr sz="2775" b="1">
                <a:solidFill>
                  <a:srgbClr val="007E78"/>
                </a:solidFill>
              </a:defRPr>
            </a:pPr>
            <a:r>
              <a:rPr sz="2775" b="1">
                <a:solidFill>
                  <a:srgbClr val="007E78"/>
                </a:solidFill>
              </a:rPr>
              <a:t>→</a:t>
            </a:r>
          </a:p>
        </p:txBody>
      </p:sp>
      <p:sp>
        <p:nvSpPr>
          <p:cNvPr id="23" name="">
            <a:extLst xmlns:a="http://schemas.openxmlformats.org/drawingml/2006/main">
              <a:ext uri="{FF2B5EF4-FFF2-40B4-BE49-F238E27FC236}">
                <a16:creationId xmlns:a16="http://schemas.microsoft.com/office/drawing/2014/main" id="{52D72F12-05D7-4B6D-A67B-DE0306B1CFA2}"/>
              </a:ext>
            </a:extLst>
          </p:cNvPr>
          <p:cNvSpPr>
            <a:spLocks xmlns:a="http://schemas.openxmlformats.org/drawingml/2006/main" noGrp="1"/>
          </p:cNvSpPr>
          <p:nvPr/>
        </p:nvSpPr>
        <p:spPr>
          <a:xfrm xmlns:a="http://schemas.openxmlformats.org/drawingml/2006/main">
            <a:off x="6600825" y="4686300"/>
            <a:ext cx="447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007E78"/>
                </a:solidFill>
              </a:defRPr>
            </a:defPPr>
            <a:lvl1pPr>
              <a:defRPr sz="1575" b="1">
                <a:solidFill>
                  <a:srgbClr val="007E78"/>
                </a:solidFill>
              </a:defRPr>
            </a:lvl1pPr>
            <a:lvl2pPr>
              <a:defRPr sz="1575" b="1">
                <a:solidFill>
                  <a:srgbClr val="007E78"/>
                </a:solidFill>
              </a:defRPr>
            </a:lvl2pPr>
            <a:lvl3pPr>
              <a:defRPr sz="1575" b="1">
                <a:solidFill>
                  <a:srgbClr val="007E78"/>
                </a:solidFill>
              </a:defRPr>
            </a:lvl3pPr>
            <a:lvl4pPr>
              <a:defRPr sz="1575" b="1">
                <a:solidFill>
                  <a:srgbClr val="007E78"/>
                </a:solidFill>
              </a:defRPr>
            </a:lvl4pPr>
            <a:lvl5pPr>
              <a:defRPr sz="1575" b="1">
                <a:solidFill>
                  <a:srgbClr val="007E78"/>
                </a:solidFill>
              </a:defRPr>
            </a:lvl5pPr>
            <a:lvl6pPr>
              <a:defRPr sz="1575" b="1">
                <a:solidFill>
                  <a:srgbClr val="007E78"/>
                </a:solidFill>
              </a:defRPr>
            </a:lvl6pPr>
            <a:lvl7pPr>
              <a:defRPr sz="1575" b="1">
                <a:solidFill>
                  <a:srgbClr val="007E78"/>
                </a:solidFill>
              </a:defRPr>
            </a:lvl7pPr>
            <a:lvl8pPr>
              <a:defRPr sz="1575" b="1">
                <a:solidFill>
                  <a:srgbClr val="007E78"/>
                </a:solidFill>
              </a:defRPr>
            </a:lvl8pPr>
            <a:lvl9pPr>
              <a:defRPr sz="1575" b="1">
                <a:solidFill>
                  <a:srgbClr val="007E78"/>
                </a:solidFill>
              </a:defRPr>
            </a:lvl9pPr>
          </a:lstStyle>
          <a:p xmlns:a="http://schemas.openxmlformats.org/drawingml/2006/main">
            <a:pPr>
              <a:buNone/>
              <a:defRPr sz="1575" b="1">
                <a:solidFill>
                  <a:srgbClr val="007E78"/>
                </a:solidFill>
              </a:defRPr>
            </a:pPr>
            <a:r>
              <a:rPr sz="1575" b="1">
                <a:solidFill>
                  <a:srgbClr val="007E78"/>
                </a:solidFill>
              </a:rPr>
              <a:t>read · search · compare · chart · report</a:t>
            </a:r>
          </a:p>
        </p:txBody>
      </p:sp>
      <p:sp>
        <p:nvSpPr>
          <p:cNvPr id="24" name="">
            <a:extLst xmlns:a="http://schemas.openxmlformats.org/drawingml/2006/main">
              <a:ext uri="{FF2B5EF4-FFF2-40B4-BE49-F238E27FC236}">
                <a16:creationId xmlns:a16="http://schemas.microsoft.com/office/drawing/2014/main" id="{0FDFE409-D51B-47BE-9025-85BF9218368A}"/>
              </a:ext>
            </a:extLst>
          </p:cNvPr>
          <p:cNvSpPr>
            <a:spLocks xmlns:a="http://schemas.openxmlformats.org/drawingml/2006/main" noGrp="1"/>
          </p:cNvSpPr>
          <p:nvPr/>
        </p:nvSpPr>
        <p:spPr>
          <a:xfrm xmlns:a="http://schemas.openxmlformats.org/drawingml/2006/main">
            <a:off x="685800" y="5305425"/>
            <a:ext cx="1066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10243A"/>
                </a:solidFill>
              </a:defRPr>
            </a:defPPr>
            <a:lvl1pPr>
              <a:defRPr sz="1725" b="0">
                <a:solidFill>
                  <a:srgbClr val="10243A"/>
                </a:solidFill>
              </a:defRPr>
            </a:lvl1pPr>
            <a:lvl2pPr>
              <a:defRPr sz="1725" b="0">
                <a:solidFill>
                  <a:srgbClr val="10243A"/>
                </a:solidFill>
              </a:defRPr>
            </a:lvl2pPr>
            <a:lvl3pPr>
              <a:defRPr sz="1725" b="0">
                <a:solidFill>
                  <a:srgbClr val="10243A"/>
                </a:solidFill>
              </a:defRPr>
            </a:lvl3pPr>
            <a:lvl4pPr>
              <a:defRPr sz="1725" b="0">
                <a:solidFill>
                  <a:srgbClr val="10243A"/>
                </a:solidFill>
              </a:defRPr>
            </a:lvl4pPr>
            <a:lvl5pPr>
              <a:defRPr sz="1725" b="0">
                <a:solidFill>
                  <a:srgbClr val="10243A"/>
                </a:solidFill>
              </a:defRPr>
            </a:lvl5pPr>
            <a:lvl6pPr>
              <a:defRPr sz="1725" b="0">
                <a:solidFill>
                  <a:srgbClr val="10243A"/>
                </a:solidFill>
              </a:defRPr>
            </a:lvl6pPr>
            <a:lvl7pPr>
              <a:defRPr sz="1725" b="0">
                <a:solidFill>
                  <a:srgbClr val="10243A"/>
                </a:solidFill>
              </a:defRPr>
            </a:lvl7pPr>
            <a:lvl8pPr>
              <a:defRPr sz="1725" b="0">
                <a:solidFill>
                  <a:srgbClr val="10243A"/>
                </a:solidFill>
              </a:defRPr>
            </a:lvl8pPr>
            <a:lvl9pPr>
              <a:defRPr sz="1725" b="0">
                <a:solidFill>
                  <a:srgbClr val="10243A"/>
                </a:solidFill>
              </a:defRPr>
            </a:lvl9pPr>
          </a:lstStyle>
          <a:p xmlns:a="http://schemas.openxmlformats.org/drawingml/2006/main">
            <a:pPr>
              <a:buNone/>
              <a:defRPr sz="1725" b="0">
                <a:solidFill>
                  <a:srgbClr val="10243A"/>
                </a:solidFill>
              </a:defRPr>
            </a:pPr>
            <a:r>
              <a:rPr sz="1725" b="0">
                <a:solidFill>
                  <a:srgbClr val="10243A"/>
                </a:solidFill>
              </a:rPr>
              <a:t>The controller schedules task instances and saves each transition.</a:t>
            </a:r>
          </a:p>
        </p:txBody>
      </p:sp>
    </p:spTree>
    <p:extLst>
      <p:ext uri="{BB962C8B-B14F-4D97-AF65-F5344CB8AC3E}">
        <p14:creationId xmlns:p14="http://schemas.microsoft.com/office/powerpoint/2010/main" val="282446227"/>
      </p:ext>
    </p:extLst>
  </p:cSld>
</p:sld>
</file>

<file path=ppt/slides/slide6.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607EBBDC-DA79-40E0-90D7-8E5E4A6B6CE6}"/>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E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6AA5165-DF18-4734-968F-590B82801337}"/>
              </a:ext>
            </a:extLst>
          </p:cNvPr>
          <p:cNvSpPr>
            <a:spLocks xmlns:a="http://schemas.openxmlformats.org/drawingml/2006/main" noGrp="1"/>
          </p:cNvSpPr>
          <p:nvPr/>
        </p:nvSpPr>
        <p:spPr>
          <a:xfrm xmlns:a="http://schemas.openxmlformats.org/drawingml/2006/main">
            <a:off x="609600" y="323850"/>
            <a:ext cx="1009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07E78"/>
                </a:solidFill>
              </a:defRPr>
            </a:defPPr>
            <a:lvl1pPr>
              <a:defRPr sz="1125" b="1">
                <a:solidFill>
                  <a:srgbClr val="007E78"/>
                </a:solidFill>
              </a:defRPr>
            </a:lvl1pPr>
            <a:lvl2pPr>
              <a:defRPr sz="1125" b="1">
                <a:solidFill>
                  <a:srgbClr val="007E78"/>
                </a:solidFill>
              </a:defRPr>
            </a:lvl2pPr>
            <a:lvl3pPr>
              <a:defRPr sz="1125" b="1">
                <a:solidFill>
                  <a:srgbClr val="007E78"/>
                </a:solidFill>
              </a:defRPr>
            </a:lvl3pPr>
            <a:lvl4pPr>
              <a:defRPr sz="1125" b="1">
                <a:solidFill>
                  <a:srgbClr val="007E78"/>
                </a:solidFill>
              </a:defRPr>
            </a:lvl4pPr>
            <a:lvl5pPr>
              <a:defRPr sz="1125" b="1">
                <a:solidFill>
                  <a:srgbClr val="007E78"/>
                </a:solidFill>
              </a:defRPr>
            </a:lvl5pPr>
            <a:lvl6pPr>
              <a:defRPr sz="1125" b="1">
                <a:solidFill>
                  <a:srgbClr val="007E78"/>
                </a:solidFill>
              </a:defRPr>
            </a:lvl6pPr>
            <a:lvl7pPr>
              <a:defRPr sz="1125" b="1">
                <a:solidFill>
                  <a:srgbClr val="007E78"/>
                </a:solidFill>
              </a:defRPr>
            </a:lvl7pPr>
            <a:lvl8pPr>
              <a:defRPr sz="1125" b="1">
                <a:solidFill>
                  <a:srgbClr val="007E78"/>
                </a:solidFill>
              </a:defRPr>
            </a:lvl8pPr>
            <a:lvl9pPr>
              <a:defRPr sz="1125" b="1">
                <a:solidFill>
                  <a:srgbClr val="007E78"/>
                </a:solidFill>
              </a:defRPr>
            </a:lvl9pPr>
          </a:lstStyle>
          <a:p xmlns:a="http://schemas.openxmlformats.org/drawingml/2006/main">
            <a:pPr>
              <a:buNone/>
              <a:defRPr sz="1125" b="1">
                <a:solidFill>
                  <a:srgbClr val="007E78"/>
                </a:solidFill>
              </a:defRPr>
            </a:pPr>
            <a:r>
              <a:rPr sz="1125" b="1">
                <a:solidFill>
                  <a:srgbClr val="007E78"/>
                </a:solidFill>
              </a:rPr>
              <a:t>05  FROM CLICK TO REPORT</a:t>
            </a:r>
          </a:p>
        </p:txBody>
      </p:sp>
      <p:sp>
        <p:nvSpPr>
          <p:cNvPr id="3" name="">
            <a:extLst xmlns:a="http://schemas.openxmlformats.org/drawingml/2006/main">
              <a:ext uri="{FF2B5EF4-FFF2-40B4-BE49-F238E27FC236}">
                <a16:creationId xmlns:a16="http://schemas.microsoft.com/office/drawing/2014/main" id="{95651DF4-A4F2-4B16-A651-8E119C8C0B37}"/>
              </a:ext>
            </a:extLst>
          </p:cNvPr>
          <p:cNvSpPr>
            <a:spLocks xmlns:a="http://schemas.openxmlformats.org/drawingml/2006/main" noGrp="1"/>
          </p:cNvSpPr>
          <p:nvPr/>
        </p:nvSpPr>
        <p:spPr>
          <a:xfrm xmlns:a="http://schemas.openxmlformats.org/drawingml/2006/main">
            <a:off x="609600" y="685800"/>
            <a:ext cx="10858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10243A"/>
                </a:solidFill>
              </a:defRPr>
            </a:defPPr>
            <a:lvl1pPr>
              <a:defRPr sz="2850" b="1">
                <a:solidFill>
                  <a:srgbClr val="10243A"/>
                </a:solidFill>
              </a:defRPr>
            </a:lvl1pPr>
            <a:lvl2pPr>
              <a:defRPr sz="2850" b="1">
                <a:solidFill>
                  <a:srgbClr val="10243A"/>
                </a:solidFill>
              </a:defRPr>
            </a:lvl2pPr>
            <a:lvl3pPr>
              <a:defRPr sz="2850" b="1">
                <a:solidFill>
                  <a:srgbClr val="10243A"/>
                </a:solidFill>
              </a:defRPr>
            </a:lvl3pPr>
            <a:lvl4pPr>
              <a:defRPr sz="2850" b="1">
                <a:solidFill>
                  <a:srgbClr val="10243A"/>
                </a:solidFill>
              </a:defRPr>
            </a:lvl4pPr>
            <a:lvl5pPr>
              <a:defRPr sz="2850" b="1">
                <a:solidFill>
                  <a:srgbClr val="10243A"/>
                </a:solidFill>
              </a:defRPr>
            </a:lvl5pPr>
            <a:lvl6pPr>
              <a:defRPr sz="2850" b="1">
                <a:solidFill>
                  <a:srgbClr val="10243A"/>
                </a:solidFill>
              </a:defRPr>
            </a:lvl6pPr>
            <a:lvl7pPr>
              <a:defRPr sz="2850" b="1">
                <a:solidFill>
                  <a:srgbClr val="10243A"/>
                </a:solidFill>
              </a:defRPr>
            </a:lvl7pPr>
            <a:lvl8pPr>
              <a:defRPr sz="2850" b="1">
                <a:solidFill>
                  <a:srgbClr val="10243A"/>
                </a:solidFill>
              </a:defRPr>
            </a:lvl8pPr>
            <a:lvl9pPr>
              <a:defRPr sz="2850" b="1">
                <a:solidFill>
                  <a:srgbClr val="10243A"/>
                </a:solidFill>
              </a:defRPr>
            </a:lvl9pPr>
          </a:lstStyle>
          <a:p xmlns:a="http://schemas.openxmlformats.org/drawingml/2006/main">
            <a:pPr>
              <a:buNone/>
              <a:defRPr sz="2850" b="1">
                <a:solidFill>
                  <a:srgbClr val="10243A"/>
                </a:solidFill>
              </a:defRPr>
            </a:pPr>
            <a:r>
              <a:rPr sz="2850" b="1">
                <a:solidFill>
                  <a:srgbClr val="10243A"/>
                </a:solidFill>
              </a:rPr>
              <a:t>Request lifecycle</a:t>
            </a:r>
          </a:p>
        </p:txBody>
      </p:sp>
      <p:sp>
        <p:nvSpPr>
          <p:cNvPr id="4" name="">
            <a:extLst xmlns:a="http://schemas.openxmlformats.org/drawingml/2006/main">
              <a:ext uri="{FF2B5EF4-FFF2-40B4-BE49-F238E27FC236}">
                <a16:creationId xmlns:a16="http://schemas.microsoft.com/office/drawing/2014/main" id="{E6CD5F1D-7321-4EDD-9BD7-D0F3CA02F43A}"/>
              </a:ext>
            </a:extLst>
          </p:cNvPr>
          <p:cNvSpPr>
            <a:spLocks xmlns:a="http://schemas.openxmlformats.org/drawingml/2006/main" noGrp="1"/>
          </p:cNvSpPr>
          <p:nvPr/>
        </p:nvSpPr>
        <p:spPr>
          <a:xfrm xmlns:a="http://schemas.openxmlformats.org/drawingml/2006/main">
            <a:off x="609600" y="6324600"/>
            <a:ext cx="10972800" cy="9525"/>
          </a:xfrm>
          <a:prstGeom xmlns:a="http://schemas.openxmlformats.org/drawingml/2006/main" prst="rect">
            <a:avLst/>
          </a:prstGeom>
          <a:solidFill xmlns:a="http://schemas.openxmlformats.org/drawingml/2006/main">
            <a:srgbClr val="D7E3E9"/>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5C8A86A-D309-4D63-878B-9C568312C9C7}"/>
              </a:ext>
            </a:extLst>
          </p:cNvPr>
          <p:cNvSpPr>
            <a:spLocks xmlns:a="http://schemas.openxmlformats.org/drawingml/2006/main" noGrp="1"/>
          </p:cNvSpPr>
          <p:nvPr/>
        </p:nvSpPr>
        <p:spPr>
          <a:xfrm xmlns:a="http://schemas.openxmlformats.org/drawingml/2006/main">
            <a:off x="609600" y="6429375"/>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AgentFlow  |  Final Review</a:t>
            </a:r>
          </a:p>
        </p:txBody>
      </p:sp>
      <p:sp>
        <p:nvSpPr>
          <p:cNvPr id="6" name="">
            <a:extLst xmlns:a="http://schemas.openxmlformats.org/drawingml/2006/main">
              <a:ext uri="{FF2B5EF4-FFF2-40B4-BE49-F238E27FC236}">
                <a16:creationId xmlns:a16="http://schemas.microsoft.com/office/drawing/2014/main" id="{D45A08A2-D006-4E85-A394-FFB15E02BA65}"/>
              </a:ext>
            </a:extLst>
          </p:cNvPr>
          <p:cNvSpPr>
            <a:spLocks xmlns:a="http://schemas.openxmlformats.org/drawingml/2006/main" noGrp="1"/>
          </p:cNvSpPr>
          <p:nvPr/>
        </p:nvSpPr>
        <p:spPr>
          <a:xfrm xmlns:a="http://schemas.openxmlformats.org/drawingml/2006/main">
            <a:off x="11029950" y="642937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06</a:t>
            </a:r>
          </a:p>
        </p:txBody>
      </p:sp>
      <p:sp>
        <p:nvSpPr>
          <p:cNvPr id="7" name="">
            <a:extLst xmlns:a="http://schemas.openxmlformats.org/drawingml/2006/main">
              <a:ext uri="{FF2B5EF4-FFF2-40B4-BE49-F238E27FC236}">
                <a16:creationId xmlns:a16="http://schemas.microsoft.com/office/drawing/2014/main" id="{BCAC3979-B183-4EDB-B1A7-2942AF4B1C9A}"/>
              </a:ext>
            </a:extLst>
          </p:cNvPr>
          <p:cNvSpPr>
            <a:spLocks xmlns:a="http://schemas.openxmlformats.org/drawingml/2006/main" noGrp="1"/>
          </p:cNvSpPr>
          <p:nvPr/>
        </p:nvSpPr>
        <p:spPr>
          <a:xfrm xmlns:a="http://schemas.openxmlformats.org/drawingml/2006/main">
            <a:off x="685800" y="2019300"/>
            <a:ext cx="1714500"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D7E3E9"/>
            </a:solidFill>
            <a:prstDash val="solid"/>
          </a:ln>
        </p:spPr>
      </p:sp>
      <p:sp>
        <p:nvSpPr>
          <p:cNvPr id="8" name="">
            <a:extLst xmlns:a="http://schemas.openxmlformats.org/drawingml/2006/main">
              <a:ext uri="{FF2B5EF4-FFF2-40B4-BE49-F238E27FC236}">
                <a16:creationId xmlns:a16="http://schemas.microsoft.com/office/drawing/2014/main" id="{70B4A585-7258-466F-8568-68F24D480107}"/>
              </a:ext>
            </a:extLst>
          </p:cNvPr>
          <p:cNvSpPr>
            <a:spLocks xmlns:a="http://schemas.openxmlformats.org/drawingml/2006/main" noGrp="1"/>
          </p:cNvSpPr>
          <p:nvPr/>
        </p:nvSpPr>
        <p:spPr>
          <a:xfrm xmlns:a="http://schemas.openxmlformats.org/drawingml/2006/main">
            <a:off x="800100" y="2152650"/>
            <a:ext cx="1485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10243A"/>
                </a:solidFill>
              </a:defRPr>
            </a:defPPr>
            <a:lvl1pPr>
              <a:defRPr sz="1500" b="1">
                <a:solidFill>
                  <a:srgbClr val="10243A"/>
                </a:solidFill>
              </a:defRPr>
            </a:lvl1pPr>
            <a:lvl2pPr>
              <a:defRPr sz="1500" b="1">
                <a:solidFill>
                  <a:srgbClr val="10243A"/>
                </a:solidFill>
              </a:defRPr>
            </a:lvl2pPr>
            <a:lvl3pPr>
              <a:defRPr sz="1500" b="1">
                <a:solidFill>
                  <a:srgbClr val="10243A"/>
                </a:solidFill>
              </a:defRPr>
            </a:lvl3pPr>
            <a:lvl4pPr>
              <a:defRPr sz="1500" b="1">
                <a:solidFill>
                  <a:srgbClr val="10243A"/>
                </a:solidFill>
              </a:defRPr>
            </a:lvl4pPr>
            <a:lvl5pPr>
              <a:defRPr sz="1500" b="1">
                <a:solidFill>
                  <a:srgbClr val="10243A"/>
                </a:solidFill>
              </a:defRPr>
            </a:lvl5pPr>
            <a:lvl6pPr>
              <a:defRPr sz="1500" b="1">
                <a:solidFill>
                  <a:srgbClr val="10243A"/>
                </a:solidFill>
              </a:defRPr>
            </a:lvl6pPr>
            <a:lvl7pPr>
              <a:defRPr sz="1500" b="1">
                <a:solidFill>
                  <a:srgbClr val="10243A"/>
                </a:solidFill>
              </a:defRPr>
            </a:lvl7pPr>
            <a:lvl8pPr>
              <a:defRPr sz="1500" b="1">
                <a:solidFill>
                  <a:srgbClr val="10243A"/>
                </a:solidFill>
              </a:defRPr>
            </a:lvl8pPr>
            <a:lvl9pPr>
              <a:defRPr sz="1500" b="1">
                <a:solidFill>
                  <a:srgbClr val="10243A"/>
                </a:solidFill>
              </a:defRPr>
            </a:lvl9pPr>
          </a:lstStyle>
          <a:p xmlns:a="http://schemas.openxmlformats.org/drawingml/2006/main">
            <a:pPr>
              <a:buNone/>
              <a:defRPr sz="1500" b="1">
                <a:solidFill>
                  <a:srgbClr val="10243A"/>
                </a:solidFill>
              </a:defRPr>
            </a:pPr>
            <a:r>
              <a:rPr sz="1500" b="1">
                <a:solidFill>
                  <a:srgbClr val="10243A"/>
                </a:solidFill>
              </a:rPr>
              <a:t>1  Upload files</a:t>
            </a:r>
          </a:p>
        </p:txBody>
      </p:sp>
      <p:sp>
        <p:nvSpPr>
          <p:cNvPr id="9" name="">
            <a:extLst xmlns:a="http://schemas.openxmlformats.org/drawingml/2006/main">
              <a:ext uri="{FF2B5EF4-FFF2-40B4-BE49-F238E27FC236}">
                <a16:creationId xmlns:a16="http://schemas.microsoft.com/office/drawing/2014/main" id="{467581DE-D663-428C-9532-F7B5D03E5377}"/>
              </a:ext>
            </a:extLst>
          </p:cNvPr>
          <p:cNvSpPr>
            <a:spLocks xmlns:a="http://schemas.openxmlformats.org/drawingml/2006/main" noGrp="1"/>
          </p:cNvSpPr>
          <p:nvPr/>
        </p:nvSpPr>
        <p:spPr>
          <a:xfrm xmlns:a="http://schemas.openxmlformats.org/drawingml/2006/main">
            <a:off x="2476500" y="2152650"/>
            <a:ext cx="514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75" b="1">
                <a:solidFill>
                  <a:srgbClr val="007E78"/>
                </a:solidFill>
              </a:defRPr>
            </a:defPPr>
            <a:lvl1pPr>
              <a:defRPr sz="2775" b="1">
                <a:solidFill>
                  <a:srgbClr val="007E78"/>
                </a:solidFill>
              </a:defRPr>
            </a:lvl1pPr>
            <a:lvl2pPr>
              <a:defRPr sz="2775" b="1">
                <a:solidFill>
                  <a:srgbClr val="007E78"/>
                </a:solidFill>
              </a:defRPr>
            </a:lvl2pPr>
            <a:lvl3pPr>
              <a:defRPr sz="2775" b="1">
                <a:solidFill>
                  <a:srgbClr val="007E78"/>
                </a:solidFill>
              </a:defRPr>
            </a:lvl3pPr>
            <a:lvl4pPr>
              <a:defRPr sz="2775" b="1">
                <a:solidFill>
                  <a:srgbClr val="007E78"/>
                </a:solidFill>
              </a:defRPr>
            </a:lvl4pPr>
            <a:lvl5pPr>
              <a:defRPr sz="2775" b="1">
                <a:solidFill>
                  <a:srgbClr val="007E78"/>
                </a:solidFill>
              </a:defRPr>
            </a:lvl5pPr>
            <a:lvl6pPr>
              <a:defRPr sz="2775" b="1">
                <a:solidFill>
                  <a:srgbClr val="007E78"/>
                </a:solidFill>
              </a:defRPr>
            </a:lvl6pPr>
            <a:lvl7pPr>
              <a:defRPr sz="2775" b="1">
                <a:solidFill>
                  <a:srgbClr val="007E78"/>
                </a:solidFill>
              </a:defRPr>
            </a:lvl7pPr>
            <a:lvl8pPr>
              <a:defRPr sz="2775" b="1">
                <a:solidFill>
                  <a:srgbClr val="007E78"/>
                </a:solidFill>
              </a:defRPr>
            </a:lvl8pPr>
            <a:lvl9pPr>
              <a:defRPr sz="2775" b="1">
                <a:solidFill>
                  <a:srgbClr val="007E78"/>
                </a:solidFill>
              </a:defRPr>
            </a:lvl9pPr>
          </a:lstStyle>
          <a:p xmlns:a="http://schemas.openxmlformats.org/drawingml/2006/main">
            <a:pPr>
              <a:buNone/>
              <a:defRPr sz="2775" b="1">
                <a:solidFill>
                  <a:srgbClr val="007E78"/>
                </a:solidFill>
              </a:defRPr>
            </a:pPr>
            <a:r>
              <a:rPr sz="2775" b="1">
                <a:solidFill>
                  <a:srgbClr val="007E78"/>
                </a:solidFill>
              </a:rPr>
              <a:t>→</a:t>
            </a:r>
          </a:p>
        </p:txBody>
      </p:sp>
      <p:sp>
        <p:nvSpPr>
          <p:cNvPr id="10" name="">
            <a:extLst xmlns:a="http://schemas.openxmlformats.org/drawingml/2006/main">
              <a:ext uri="{FF2B5EF4-FFF2-40B4-BE49-F238E27FC236}">
                <a16:creationId xmlns:a16="http://schemas.microsoft.com/office/drawing/2014/main" id="{E73C9F2B-E2DA-4D3E-9F52-75235FEC37B2}"/>
              </a:ext>
            </a:extLst>
          </p:cNvPr>
          <p:cNvSpPr>
            <a:spLocks xmlns:a="http://schemas.openxmlformats.org/drawingml/2006/main" noGrp="1"/>
          </p:cNvSpPr>
          <p:nvPr/>
        </p:nvSpPr>
        <p:spPr>
          <a:xfrm xmlns:a="http://schemas.openxmlformats.org/drawingml/2006/main">
            <a:off x="2952750" y="2019300"/>
            <a:ext cx="1952625"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D7E3E9"/>
            </a:solidFill>
            <a:prstDash val="solid"/>
          </a:ln>
        </p:spPr>
      </p:sp>
      <p:sp>
        <p:nvSpPr>
          <p:cNvPr id="11" name="">
            <a:extLst xmlns:a="http://schemas.openxmlformats.org/drawingml/2006/main">
              <a:ext uri="{FF2B5EF4-FFF2-40B4-BE49-F238E27FC236}">
                <a16:creationId xmlns:a16="http://schemas.microsoft.com/office/drawing/2014/main" id="{EA8E6072-C588-4DC9-9F97-1610EAB8C85D}"/>
              </a:ext>
            </a:extLst>
          </p:cNvPr>
          <p:cNvSpPr>
            <a:spLocks xmlns:a="http://schemas.openxmlformats.org/drawingml/2006/main" noGrp="1"/>
          </p:cNvSpPr>
          <p:nvPr/>
        </p:nvSpPr>
        <p:spPr>
          <a:xfrm xmlns:a="http://schemas.openxmlformats.org/drawingml/2006/main">
            <a:off x="3067050" y="2152650"/>
            <a:ext cx="17240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10243A"/>
                </a:solidFill>
              </a:defRPr>
            </a:defPPr>
            <a:lvl1pPr>
              <a:defRPr sz="1500" b="1">
                <a:solidFill>
                  <a:srgbClr val="10243A"/>
                </a:solidFill>
              </a:defRPr>
            </a:lvl1pPr>
            <a:lvl2pPr>
              <a:defRPr sz="1500" b="1">
                <a:solidFill>
                  <a:srgbClr val="10243A"/>
                </a:solidFill>
              </a:defRPr>
            </a:lvl2pPr>
            <a:lvl3pPr>
              <a:defRPr sz="1500" b="1">
                <a:solidFill>
                  <a:srgbClr val="10243A"/>
                </a:solidFill>
              </a:defRPr>
            </a:lvl3pPr>
            <a:lvl4pPr>
              <a:defRPr sz="1500" b="1">
                <a:solidFill>
                  <a:srgbClr val="10243A"/>
                </a:solidFill>
              </a:defRPr>
            </a:lvl4pPr>
            <a:lvl5pPr>
              <a:defRPr sz="1500" b="1">
                <a:solidFill>
                  <a:srgbClr val="10243A"/>
                </a:solidFill>
              </a:defRPr>
            </a:lvl5pPr>
            <a:lvl6pPr>
              <a:defRPr sz="1500" b="1">
                <a:solidFill>
                  <a:srgbClr val="10243A"/>
                </a:solidFill>
              </a:defRPr>
            </a:lvl6pPr>
            <a:lvl7pPr>
              <a:defRPr sz="1500" b="1">
                <a:solidFill>
                  <a:srgbClr val="10243A"/>
                </a:solidFill>
              </a:defRPr>
            </a:lvl7pPr>
            <a:lvl8pPr>
              <a:defRPr sz="1500" b="1">
                <a:solidFill>
                  <a:srgbClr val="10243A"/>
                </a:solidFill>
              </a:defRPr>
            </a:lvl8pPr>
            <a:lvl9pPr>
              <a:defRPr sz="1500" b="1">
                <a:solidFill>
                  <a:srgbClr val="10243A"/>
                </a:solidFill>
              </a:defRPr>
            </a:lvl9pPr>
          </a:lstStyle>
          <a:p xmlns:a="http://schemas.openxmlformats.org/drawingml/2006/main">
            <a:pPr>
              <a:buNone/>
              <a:defRPr sz="1500" b="1">
                <a:solidFill>
                  <a:srgbClr val="10243A"/>
                </a:solidFill>
              </a:defRPr>
            </a:pPr>
            <a:r>
              <a:rPr sz="1500" b="1">
                <a:solidFill>
                  <a:srgbClr val="10243A"/>
                </a:solidFill>
              </a:rPr>
              <a:t>2  Save queued run</a:t>
            </a:r>
          </a:p>
        </p:txBody>
      </p:sp>
      <p:sp>
        <p:nvSpPr>
          <p:cNvPr id="12" name="">
            <a:extLst xmlns:a="http://schemas.openxmlformats.org/drawingml/2006/main">
              <a:ext uri="{FF2B5EF4-FFF2-40B4-BE49-F238E27FC236}">
                <a16:creationId xmlns:a16="http://schemas.microsoft.com/office/drawing/2014/main" id="{827B370E-D604-4339-AB09-D8D7F694D702}"/>
              </a:ext>
            </a:extLst>
          </p:cNvPr>
          <p:cNvSpPr>
            <a:spLocks xmlns:a="http://schemas.openxmlformats.org/drawingml/2006/main" noGrp="1"/>
          </p:cNvSpPr>
          <p:nvPr/>
        </p:nvSpPr>
        <p:spPr>
          <a:xfrm xmlns:a="http://schemas.openxmlformats.org/drawingml/2006/main">
            <a:off x="5010150" y="2152650"/>
            <a:ext cx="514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75" b="1">
                <a:solidFill>
                  <a:srgbClr val="007E78"/>
                </a:solidFill>
              </a:defRPr>
            </a:defPPr>
            <a:lvl1pPr>
              <a:defRPr sz="2775" b="1">
                <a:solidFill>
                  <a:srgbClr val="007E78"/>
                </a:solidFill>
              </a:defRPr>
            </a:lvl1pPr>
            <a:lvl2pPr>
              <a:defRPr sz="2775" b="1">
                <a:solidFill>
                  <a:srgbClr val="007E78"/>
                </a:solidFill>
              </a:defRPr>
            </a:lvl2pPr>
            <a:lvl3pPr>
              <a:defRPr sz="2775" b="1">
                <a:solidFill>
                  <a:srgbClr val="007E78"/>
                </a:solidFill>
              </a:defRPr>
            </a:lvl3pPr>
            <a:lvl4pPr>
              <a:defRPr sz="2775" b="1">
                <a:solidFill>
                  <a:srgbClr val="007E78"/>
                </a:solidFill>
              </a:defRPr>
            </a:lvl4pPr>
            <a:lvl5pPr>
              <a:defRPr sz="2775" b="1">
                <a:solidFill>
                  <a:srgbClr val="007E78"/>
                </a:solidFill>
              </a:defRPr>
            </a:lvl5pPr>
            <a:lvl6pPr>
              <a:defRPr sz="2775" b="1">
                <a:solidFill>
                  <a:srgbClr val="007E78"/>
                </a:solidFill>
              </a:defRPr>
            </a:lvl6pPr>
            <a:lvl7pPr>
              <a:defRPr sz="2775" b="1">
                <a:solidFill>
                  <a:srgbClr val="007E78"/>
                </a:solidFill>
              </a:defRPr>
            </a:lvl7pPr>
            <a:lvl8pPr>
              <a:defRPr sz="2775" b="1">
                <a:solidFill>
                  <a:srgbClr val="007E78"/>
                </a:solidFill>
              </a:defRPr>
            </a:lvl8pPr>
            <a:lvl9pPr>
              <a:defRPr sz="2775" b="1">
                <a:solidFill>
                  <a:srgbClr val="007E78"/>
                </a:solidFill>
              </a:defRPr>
            </a:lvl9pPr>
          </a:lstStyle>
          <a:p xmlns:a="http://schemas.openxmlformats.org/drawingml/2006/main">
            <a:pPr>
              <a:buNone/>
              <a:defRPr sz="2775" b="1">
                <a:solidFill>
                  <a:srgbClr val="007E78"/>
                </a:solidFill>
              </a:defRPr>
            </a:pPr>
            <a:r>
              <a:rPr sz="2775" b="1">
                <a:solidFill>
                  <a:srgbClr val="007E78"/>
                </a:solidFill>
              </a:rPr>
              <a:t>→</a:t>
            </a:r>
          </a:p>
        </p:txBody>
      </p:sp>
      <p:sp>
        <p:nvSpPr>
          <p:cNvPr id="13" name="">
            <a:extLst xmlns:a="http://schemas.openxmlformats.org/drawingml/2006/main">
              <a:ext uri="{FF2B5EF4-FFF2-40B4-BE49-F238E27FC236}">
                <a16:creationId xmlns:a16="http://schemas.microsoft.com/office/drawing/2014/main" id="{5567452B-1C38-4F05-B291-424A161B3CDF}"/>
              </a:ext>
            </a:extLst>
          </p:cNvPr>
          <p:cNvSpPr>
            <a:spLocks xmlns:a="http://schemas.openxmlformats.org/drawingml/2006/main" noGrp="1"/>
          </p:cNvSpPr>
          <p:nvPr/>
        </p:nvSpPr>
        <p:spPr>
          <a:xfrm xmlns:a="http://schemas.openxmlformats.org/drawingml/2006/main">
            <a:off x="5505450" y="2019300"/>
            <a:ext cx="1952625"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D7E3E9"/>
            </a:solidFill>
            <a:prstDash val="solid"/>
          </a:ln>
        </p:spPr>
      </p:sp>
      <p:sp>
        <p:nvSpPr>
          <p:cNvPr id="14" name="">
            <a:extLst xmlns:a="http://schemas.openxmlformats.org/drawingml/2006/main">
              <a:ext uri="{FF2B5EF4-FFF2-40B4-BE49-F238E27FC236}">
                <a16:creationId xmlns:a16="http://schemas.microsoft.com/office/drawing/2014/main" id="{7E9CE1C4-40D7-49DB-BA38-15F53E099FBF}"/>
              </a:ext>
            </a:extLst>
          </p:cNvPr>
          <p:cNvSpPr>
            <a:spLocks xmlns:a="http://schemas.openxmlformats.org/drawingml/2006/main" noGrp="1"/>
          </p:cNvSpPr>
          <p:nvPr/>
        </p:nvSpPr>
        <p:spPr>
          <a:xfrm xmlns:a="http://schemas.openxmlformats.org/drawingml/2006/main">
            <a:off x="5619750" y="2152650"/>
            <a:ext cx="17240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10243A"/>
                </a:solidFill>
              </a:defRPr>
            </a:defPPr>
            <a:lvl1pPr>
              <a:defRPr sz="1500" b="1">
                <a:solidFill>
                  <a:srgbClr val="10243A"/>
                </a:solidFill>
              </a:defRPr>
            </a:lvl1pPr>
            <a:lvl2pPr>
              <a:defRPr sz="1500" b="1">
                <a:solidFill>
                  <a:srgbClr val="10243A"/>
                </a:solidFill>
              </a:defRPr>
            </a:lvl2pPr>
            <a:lvl3pPr>
              <a:defRPr sz="1500" b="1">
                <a:solidFill>
                  <a:srgbClr val="10243A"/>
                </a:solidFill>
              </a:defRPr>
            </a:lvl3pPr>
            <a:lvl4pPr>
              <a:defRPr sz="1500" b="1">
                <a:solidFill>
                  <a:srgbClr val="10243A"/>
                </a:solidFill>
              </a:defRPr>
            </a:lvl4pPr>
            <a:lvl5pPr>
              <a:defRPr sz="1500" b="1">
                <a:solidFill>
                  <a:srgbClr val="10243A"/>
                </a:solidFill>
              </a:defRPr>
            </a:lvl5pPr>
            <a:lvl6pPr>
              <a:defRPr sz="1500" b="1">
                <a:solidFill>
                  <a:srgbClr val="10243A"/>
                </a:solidFill>
              </a:defRPr>
            </a:lvl6pPr>
            <a:lvl7pPr>
              <a:defRPr sz="1500" b="1">
                <a:solidFill>
                  <a:srgbClr val="10243A"/>
                </a:solidFill>
              </a:defRPr>
            </a:lvl7pPr>
            <a:lvl8pPr>
              <a:defRPr sz="1500" b="1">
                <a:solidFill>
                  <a:srgbClr val="10243A"/>
                </a:solidFill>
              </a:defRPr>
            </a:lvl8pPr>
            <a:lvl9pPr>
              <a:defRPr sz="1500" b="1">
                <a:solidFill>
                  <a:srgbClr val="10243A"/>
                </a:solidFill>
              </a:defRPr>
            </a:lvl9pPr>
          </a:lstStyle>
          <a:p xmlns:a="http://schemas.openxmlformats.org/drawingml/2006/main">
            <a:pPr>
              <a:buNone/>
              <a:defRPr sz="1500" b="1">
                <a:solidFill>
                  <a:srgbClr val="10243A"/>
                </a:solidFill>
              </a:defRPr>
            </a:pPr>
            <a:r>
              <a:rPr sz="1500" b="1">
                <a:solidFill>
                  <a:srgbClr val="10243A"/>
                </a:solidFill>
              </a:rPr>
              <a:t>3  Validate plan</a:t>
            </a:r>
          </a:p>
        </p:txBody>
      </p:sp>
      <p:sp>
        <p:nvSpPr>
          <p:cNvPr id="15" name="">
            <a:extLst xmlns:a="http://schemas.openxmlformats.org/drawingml/2006/main">
              <a:ext uri="{FF2B5EF4-FFF2-40B4-BE49-F238E27FC236}">
                <a16:creationId xmlns:a16="http://schemas.microsoft.com/office/drawing/2014/main" id="{352210EF-9097-4993-9D9B-0AD9824FF840}"/>
              </a:ext>
            </a:extLst>
          </p:cNvPr>
          <p:cNvSpPr>
            <a:spLocks xmlns:a="http://schemas.openxmlformats.org/drawingml/2006/main" noGrp="1"/>
          </p:cNvSpPr>
          <p:nvPr/>
        </p:nvSpPr>
        <p:spPr>
          <a:xfrm xmlns:a="http://schemas.openxmlformats.org/drawingml/2006/main">
            <a:off x="7572375" y="2152650"/>
            <a:ext cx="514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75" b="1">
                <a:solidFill>
                  <a:srgbClr val="007E78"/>
                </a:solidFill>
              </a:defRPr>
            </a:defPPr>
            <a:lvl1pPr>
              <a:defRPr sz="2775" b="1">
                <a:solidFill>
                  <a:srgbClr val="007E78"/>
                </a:solidFill>
              </a:defRPr>
            </a:lvl1pPr>
            <a:lvl2pPr>
              <a:defRPr sz="2775" b="1">
                <a:solidFill>
                  <a:srgbClr val="007E78"/>
                </a:solidFill>
              </a:defRPr>
            </a:lvl2pPr>
            <a:lvl3pPr>
              <a:defRPr sz="2775" b="1">
                <a:solidFill>
                  <a:srgbClr val="007E78"/>
                </a:solidFill>
              </a:defRPr>
            </a:lvl3pPr>
            <a:lvl4pPr>
              <a:defRPr sz="2775" b="1">
                <a:solidFill>
                  <a:srgbClr val="007E78"/>
                </a:solidFill>
              </a:defRPr>
            </a:lvl4pPr>
            <a:lvl5pPr>
              <a:defRPr sz="2775" b="1">
                <a:solidFill>
                  <a:srgbClr val="007E78"/>
                </a:solidFill>
              </a:defRPr>
            </a:lvl5pPr>
            <a:lvl6pPr>
              <a:defRPr sz="2775" b="1">
                <a:solidFill>
                  <a:srgbClr val="007E78"/>
                </a:solidFill>
              </a:defRPr>
            </a:lvl6pPr>
            <a:lvl7pPr>
              <a:defRPr sz="2775" b="1">
                <a:solidFill>
                  <a:srgbClr val="007E78"/>
                </a:solidFill>
              </a:defRPr>
            </a:lvl7pPr>
            <a:lvl8pPr>
              <a:defRPr sz="2775" b="1">
                <a:solidFill>
                  <a:srgbClr val="007E78"/>
                </a:solidFill>
              </a:defRPr>
            </a:lvl8pPr>
            <a:lvl9pPr>
              <a:defRPr sz="2775" b="1">
                <a:solidFill>
                  <a:srgbClr val="007E78"/>
                </a:solidFill>
              </a:defRPr>
            </a:lvl9pPr>
          </a:lstStyle>
          <a:p xmlns:a="http://schemas.openxmlformats.org/drawingml/2006/main">
            <a:pPr>
              <a:buNone/>
              <a:defRPr sz="2775" b="1">
                <a:solidFill>
                  <a:srgbClr val="007E78"/>
                </a:solidFill>
              </a:defRPr>
            </a:pPr>
            <a:r>
              <a:rPr sz="2775" b="1">
                <a:solidFill>
                  <a:srgbClr val="007E78"/>
                </a:solidFill>
              </a:rPr>
              <a:t>→</a:t>
            </a:r>
          </a:p>
        </p:txBody>
      </p:sp>
      <p:sp>
        <p:nvSpPr>
          <p:cNvPr id="16" name="">
            <a:extLst xmlns:a="http://schemas.openxmlformats.org/drawingml/2006/main">
              <a:ext uri="{FF2B5EF4-FFF2-40B4-BE49-F238E27FC236}">
                <a16:creationId xmlns:a16="http://schemas.microsoft.com/office/drawing/2014/main" id="{DD5B62B8-193D-4A24-9F45-794533CEEF68}"/>
              </a:ext>
            </a:extLst>
          </p:cNvPr>
          <p:cNvSpPr>
            <a:spLocks xmlns:a="http://schemas.openxmlformats.org/drawingml/2006/main" noGrp="1"/>
          </p:cNvSpPr>
          <p:nvPr/>
        </p:nvSpPr>
        <p:spPr>
          <a:xfrm xmlns:a="http://schemas.openxmlformats.org/drawingml/2006/main">
            <a:off x="8077200" y="2019300"/>
            <a:ext cx="1905000"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D7E3E9"/>
            </a:solidFill>
            <a:prstDash val="solid"/>
          </a:ln>
        </p:spPr>
      </p:sp>
      <p:sp>
        <p:nvSpPr>
          <p:cNvPr id="17" name="">
            <a:extLst xmlns:a="http://schemas.openxmlformats.org/drawingml/2006/main">
              <a:ext uri="{FF2B5EF4-FFF2-40B4-BE49-F238E27FC236}">
                <a16:creationId xmlns:a16="http://schemas.microsoft.com/office/drawing/2014/main" id="{1539902B-1371-4901-B3DB-41CE89470CB4}"/>
              </a:ext>
            </a:extLst>
          </p:cNvPr>
          <p:cNvSpPr>
            <a:spLocks xmlns:a="http://schemas.openxmlformats.org/drawingml/2006/main" noGrp="1"/>
          </p:cNvSpPr>
          <p:nvPr/>
        </p:nvSpPr>
        <p:spPr>
          <a:xfrm xmlns:a="http://schemas.openxmlformats.org/drawingml/2006/main">
            <a:off x="8191500" y="2152650"/>
            <a:ext cx="1676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10243A"/>
                </a:solidFill>
              </a:defRPr>
            </a:defPPr>
            <a:lvl1pPr>
              <a:defRPr sz="1500" b="1">
                <a:solidFill>
                  <a:srgbClr val="10243A"/>
                </a:solidFill>
              </a:defRPr>
            </a:lvl1pPr>
            <a:lvl2pPr>
              <a:defRPr sz="1500" b="1">
                <a:solidFill>
                  <a:srgbClr val="10243A"/>
                </a:solidFill>
              </a:defRPr>
            </a:lvl2pPr>
            <a:lvl3pPr>
              <a:defRPr sz="1500" b="1">
                <a:solidFill>
                  <a:srgbClr val="10243A"/>
                </a:solidFill>
              </a:defRPr>
            </a:lvl3pPr>
            <a:lvl4pPr>
              <a:defRPr sz="1500" b="1">
                <a:solidFill>
                  <a:srgbClr val="10243A"/>
                </a:solidFill>
              </a:defRPr>
            </a:lvl4pPr>
            <a:lvl5pPr>
              <a:defRPr sz="1500" b="1">
                <a:solidFill>
                  <a:srgbClr val="10243A"/>
                </a:solidFill>
              </a:defRPr>
            </a:lvl5pPr>
            <a:lvl6pPr>
              <a:defRPr sz="1500" b="1">
                <a:solidFill>
                  <a:srgbClr val="10243A"/>
                </a:solidFill>
              </a:defRPr>
            </a:lvl6pPr>
            <a:lvl7pPr>
              <a:defRPr sz="1500" b="1">
                <a:solidFill>
                  <a:srgbClr val="10243A"/>
                </a:solidFill>
              </a:defRPr>
            </a:lvl7pPr>
            <a:lvl8pPr>
              <a:defRPr sz="1500" b="1">
                <a:solidFill>
                  <a:srgbClr val="10243A"/>
                </a:solidFill>
              </a:defRPr>
            </a:lvl8pPr>
            <a:lvl9pPr>
              <a:defRPr sz="1500" b="1">
                <a:solidFill>
                  <a:srgbClr val="10243A"/>
                </a:solidFill>
              </a:defRPr>
            </a:lvl9pPr>
          </a:lstStyle>
          <a:p xmlns:a="http://schemas.openxmlformats.org/drawingml/2006/main">
            <a:pPr>
              <a:buNone/>
              <a:defRPr sz="1500" b="1">
                <a:solidFill>
                  <a:srgbClr val="10243A"/>
                </a:solidFill>
              </a:defRPr>
            </a:pPr>
            <a:r>
              <a:rPr sz="1500" b="1">
                <a:solidFill>
                  <a:srgbClr val="10243A"/>
                </a:solidFill>
              </a:rPr>
              <a:t>4  Execute tasks</a:t>
            </a:r>
          </a:p>
        </p:txBody>
      </p:sp>
      <p:sp>
        <p:nvSpPr>
          <p:cNvPr id="18" name="">
            <a:extLst xmlns:a="http://schemas.openxmlformats.org/drawingml/2006/main">
              <a:ext uri="{FF2B5EF4-FFF2-40B4-BE49-F238E27FC236}">
                <a16:creationId xmlns:a16="http://schemas.microsoft.com/office/drawing/2014/main" id="{3490822F-436E-4AB1-A057-C71A09E94F81}"/>
              </a:ext>
            </a:extLst>
          </p:cNvPr>
          <p:cNvSpPr>
            <a:spLocks xmlns:a="http://schemas.openxmlformats.org/drawingml/2006/main" noGrp="1"/>
          </p:cNvSpPr>
          <p:nvPr/>
        </p:nvSpPr>
        <p:spPr>
          <a:xfrm xmlns:a="http://schemas.openxmlformats.org/drawingml/2006/main">
            <a:off x="10067925" y="2152650"/>
            <a:ext cx="514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75" b="1">
                <a:solidFill>
                  <a:srgbClr val="007E78"/>
                </a:solidFill>
              </a:defRPr>
            </a:defPPr>
            <a:lvl1pPr>
              <a:defRPr sz="2775" b="1">
                <a:solidFill>
                  <a:srgbClr val="007E78"/>
                </a:solidFill>
              </a:defRPr>
            </a:lvl1pPr>
            <a:lvl2pPr>
              <a:defRPr sz="2775" b="1">
                <a:solidFill>
                  <a:srgbClr val="007E78"/>
                </a:solidFill>
              </a:defRPr>
            </a:lvl2pPr>
            <a:lvl3pPr>
              <a:defRPr sz="2775" b="1">
                <a:solidFill>
                  <a:srgbClr val="007E78"/>
                </a:solidFill>
              </a:defRPr>
            </a:lvl3pPr>
            <a:lvl4pPr>
              <a:defRPr sz="2775" b="1">
                <a:solidFill>
                  <a:srgbClr val="007E78"/>
                </a:solidFill>
              </a:defRPr>
            </a:lvl4pPr>
            <a:lvl5pPr>
              <a:defRPr sz="2775" b="1">
                <a:solidFill>
                  <a:srgbClr val="007E78"/>
                </a:solidFill>
              </a:defRPr>
            </a:lvl5pPr>
            <a:lvl6pPr>
              <a:defRPr sz="2775" b="1">
                <a:solidFill>
                  <a:srgbClr val="007E78"/>
                </a:solidFill>
              </a:defRPr>
            </a:lvl6pPr>
            <a:lvl7pPr>
              <a:defRPr sz="2775" b="1">
                <a:solidFill>
                  <a:srgbClr val="007E78"/>
                </a:solidFill>
              </a:defRPr>
            </a:lvl7pPr>
            <a:lvl8pPr>
              <a:defRPr sz="2775" b="1">
                <a:solidFill>
                  <a:srgbClr val="007E78"/>
                </a:solidFill>
              </a:defRPr>
            </a:lvl8pPr>
            <a:lvl9pPr>
              <a:defRPr sz="2775" b="1">
                <a:solidFill>
                  <a:srgbClr val="007E78"/>
                </a:solidFill>
              </a:defRPr>
            </a:lvl9pPr>
          </a:lstStyle>
          <a:p xmlns:a="http://schemas.openxmlformats.org/drawingml/2006/main">
            <a:pPr>
              <a:buNone/>
              <a:defRPr sz="2775" b="1">
                <a:solidFill>
                  <a:srgbClr val="007E78"/>
                </a:solidFill>
              </a:defRPr>
            </a:pPr>
            <a:r>
              <a:rPr sz="2775" b="1">
                <a:solidFill>
                  <a:srgbClr val="007E78"/>
                </a:solidFill>
              </a:rPr>
              <a:t>→</a:t>
            </a:r>
          </a:p>
        </p:txBody>
      </p:sp>
      <p:sp>
        <p:nvSpPr>
          <p:cNvPr id="19" name="">
            <a:extLst xmlns:a="http://schemas.openxmlformats.org/drawingml/2006/main">
              <a:ext uri="{FF2B5EF4-FFF2-40B4-BE49-F238E27FC236}">
                <a16:creationId xmlns:a16="http://schemas.microsoft.com/office/drawing/2014/main" id="{D0446D6B-B811-4637-B4F2-6346E63422DF}"/>
              </a:ext>
            </a:extLst>
          </p:cNvPr>
          <p:cNvSpPr>
            <a:spLocks xmlns:a="http://schemas.openxmlformats.org/drawingml/2006/main" noGrp="1"/>
          </p:cNvSpPr>
          <p:nvPr/>
        </p:nvSpPr>
        <p:spPr>
          <a:xfrm xmlns:a="http://schemas.openxmlformats.org/drawingml/2006/main">
            <a:off x="10506075" y="2019300"/>
            <a:ext cx="1095375"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D7E3E9"/>
            </a:solidFill>
            <a:prstDash val="solid"/>
          </a:ln>
        </p:spPr>
      </p:sp>
      <p:sp>
        <p:nvSpPr>
          <p:cNvPr id="20" name="">
            <a:extLst xmlns:a="http://schemas.openxmlformats.org/drawingml/2006/main">
              <a:ext uri="{FF2B5EF4-FFF2-40B4-BE49-F238E27FC236}">
                <a16:creationId xmlns:a16="http://schemas.microsoft.com/office/drawing/2014/main" id="{A6332510-6237-441A-9DFF-3B59DEFA0673}"/>
              </a:ext>
            </a:extLst>
          </p:cNvPr>
          <p:cNvSpPr>
            <a:spLocks xmlns:a="http://schemas.openxmlformats.org/drawingml/2006/main" noGrp="1"/>
          </p:cNvSpPr>
          <p:nvPr/>
        </p:nvSpPr>
        <p:spPr>
          <a:xfrm xmlns:a="http://schemas.openxmlformats.org/drawingml/2006/main">
            <a:off x="10620375" y="2152650"/>
            <a:ext cx="8667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10243A"/>
                </a:solidFill>
              </a:defRPr>
            </a:defPPr>
            <a:lvl1pPr>
              <a:defRPr sz="1500" b="1">
                <a:solidFill>
                  <a:srgbClr val="10243A"/>
                </a:solidFill>
              </a:defRPr>
            </a:lvl1pPr>
            <a:lvl2pPr>
              <a:defRPr sz="1500" b="1">
                <a:solidFill>
                  <a:srgbClr val="10243A"/>
                </a:solidFill>
              </a:defRPr>
            </a:lvl2pPr>
            <a:lvl3pPr>
              <a:defRPr sz="1500" b="1">
                <a:solidFill>
                  <a:srgbClr val="10243A"/>
                </a:solidFill>
              </a:defRPr>
            </a:lvl3pPr>
            <a:lvl4pPr>
              <a:defRPr sz="1500" b="1">
                <a:solidFill>
                  <a:srgbClr val="10243A"/>
                </a:solidFill>
              </a:defRPr>
            </a:lvl4pPr>
            <a:lvl5pPr>
              <a:defRPr sz="1500" b="1">
                <a:solidFill>
                  <a:srgbClr val="10243A"/>
                </a:solidFill>
              </a:defRPr>
            </a:lvl5pPr>
            <a:lvl6pPr>
              <a:defRPr sz="1500" b="1">
                <a:solidFill>
                  <a:srgbClr val="10243A"/>
                </a:solidFill>
              </a:defRPr>
            </a:lvl6pPr>
            <a:lvl7pPr>
              <a:defRPr sz="1500" b="1">
                <a:solidFill>
                  <a:srgbClr val="10243A"/>
                </a:solidFill>
              </a:defRPr>
            </a:lvl7pPr>
            <a:lvl8pPr>
              <a:defRPr sz="1500" b="1">
                <a:solidFill>
                  <a:srgbClr val="10243A"/>
                </a:solidFill>
              </a:defRPr>
            </a:lvl8pPr>
            <a:lvl9pPr>
              <a:defRPr sz="1500" b="1">
                <a:solidFill>
                  <a:srgbClr val="10243A"/>
                </a:solidFill>
              </a:defRPr>
            </a:lvl9pPr>
          </a:lstStyle>
          <a:p xmlns:a="http://schemas.openxmlformats.org/drawingml/2006/main">
            <a:pPr>
              <a:buNone/>
              <a:defRPr sz="1500" b="1">
                <a:solidFill>
                  <a:srgbClr val="10243A"/>
                </a:solidFill>
              </a:defRPr>
            </a:pPr>
            <a:r>
              <a:rPr sz="1500" b="1">
                <a:solidFill>
                  <a:srgbClr val="10243A"/>
                </a:solidFill>
              </a:rPr>
              <a:t>5  Report</a:t>
            </a:r>
          </a:p>
        </p:txBody>
      </p:sp>
      <p:sp>
        <p:nvSpPr>
          <p:cNvPr id="21" name="">
            <a:extLst xmlns:a="http://schemas.openxmlformats.org/drawingml/2006/main">
              <a:ext uri="{FF2B5EF4-FFF2-40B4-BE49-F238E27FC236}">
                <a16:creationId xmlns:a16="http://schemas.microsoft.com/office/drawing/2014/main" id="{D8030792-F879-4D97-B97A-4BE3524CDD62}"/>
              </a:ext>
            </a:extLst>
          </p:cNvPr>
          <p:cNvSpPr>
            <a:spLocks xmlns:a="http://schemas.openxmlformats.org/drawingml/2006/main" noGrp="1"/>
          </p:cNvSpPr>
          <p:nvPr/>
        </p:nvSpPr>
        <p:spPr>
          <a:xfrm xmlns:a="http://schemas.openxmlformats.org/drawingml/2006/main">
            <a:off x="790575" y="3076575"/>
            <a:ext cx="161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007E78"/>
                </a:solidFill>
              </a:defRPr>
            </a:defPPr>
            <a:lvl1pPr>
              <a:defRPr sz="1500" b="1">
                <a:solidFill>
                  <a:srgbClr val="007E78"/>
                </a:solidFill>
              </a:defRPr>
            </a:lvl1pPr>
            <a:lvl2pPr>
              <a:defRPr sz="1500" b="1">
                <a:solidFill>
                  <a:srgbClr val="007E78"/>
                </a:solidFill>
              </a:defRPr>
            </a:lvl2pPr>
            <a:lvl3pPr>
              <a:defRPr sz="1500" b="1">
                <a:solidFill>
                  <a:srgbClr val="007E78"/>
                </a:solidFill>
              </a:defRPr>
            </a:lvl3pPr>
            <a:lvl4pPr>
              <a:defRPr sz="1500" b="1">
                <a:solidFill>
                  <a:srgbClr val="007E78"/>
                </a:solidFill>
              </a:defRPr>
            </a:lvl4pPr>
            <a:lvl5pPr>
              <a:defRPr sz="1500" b="1">
                <a:solidFill>
                  <a:srgbClr val="007E78"/>
                </a:solidFill>
              </a:defRPr>
            </a:lvl5pPr>
            <a:lvl6pPr>
              <a:defRPr sz="1500" b="1">
                <a:solidFill>
                  <a:srgbClr val="007E78"/>
                </a:solidFill>
              </a:defRPr>
            </a:lvl6pPr>
            <a:lvl7pPr>
              <a:defRPr sz="1500" b="1">
                <a:solidFill>
                  <a:srgbClr val="007E78"/>
                </a:solidFill>
              </a:defRPr>
            </a:lvl7pPr>
            <a:lvl8pPr>
              <a:defRPr sz="1500" b="1">
                <a:solidFill>
                  <a:srgbClr val="007E78"/>
                </a:solidFill>
              </a:defRPr>
            </a:lvl8pPr>
            <a:lvl9pPr>
              <a:defRPr sz="1500" b="1">
                <a:solidFill>
                  <a:srgbClr val="007E78"/>
                </a:solidFill>
              </a:defRPr>
            </a:lvl9pPr>
          </a:lstStyle>
          <a:p xmlns:a="http://schemas.openxmlformats.org/drawingml/2006/main">
            <a:pPr>
              <a:buNone/>
              <a:defRPr sz="1500" b="1">
                <a:solidFill>
                  <a:srgbClr val="007E78"/>
                </a:solidFill>
              </a:defRPr>
            </a:pPr>
            <a:r>
              <a:rPr sz="1500" b="1">
                <a:solidFill>
                  <a:srgbClr val="007E78"/>
                </a:solidFill>
              </a:rPr>
              <a:t>FastAPI</a:t>
            </a:r>
          </a:p>
        </p:txBody>
      </p:sp>
      <p:sp>
        <p:nvSpPr>
          <p:cNvPr id="22" name="">
            <a:extLst xmlns:a="http://schemas.openxmlformats.org/drawingml/2006/main">
              <a:ext uri="{FF2B5EF4-FFF2-40B4-BE49-F238E27FC236}">
                <a16:creationId xmlns:a16="http://schemas.microsoft.com/office/drawing/2014/main" id="{F5C3E55A-C251-48A2-A89A-B9488ED72E5F}"/>
              </a:ext>
            </a:extLst>
          </p:cNvPr>
          <p:cNvSpPr>
            <a:spLocks xmlns:a="http://schemas.openxmlformats.org/drawingml/2006/main" noGrp="1"/>
          </p:cNvSpPr>
          <p:nvPr/>
        </p:nvSpPr>
        <p:spPr>
          <a:xfrm xmlns:a="http://schemas.openxmlformats.org/drawingml/2006/main">
            <a:off x="3257550" y="3076575"/>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007E78"/>
                </a:solidFill>
              </a:defRPr>
            </a:defPPr>
            <a:lvl1pPr>
              <a:defRPr sz="1500" b="1">
                <a:solidFill>
                  <a:srgbClr val="007E78"/>
                </a:solidFill>
              </a:defRPr>
            </a:lvl1pPr>
            <a:lvl2pPr>
              <a:defRPr sz="1500" b="1">
                <a:solidFill>
                  <a:srgbClr val="007E78"/>
                </a:solidFill>
              </a:defRPr>
            </a:lvl2pPr>
            <a:lvl3pPr>
              <a:defRPr sz="1500" b="1">
                <a:solidFill>
                  <a:srgbClr val="007E78"/>
                </a:solidFill>
              </a:defRPr>
            </a:lvl3pPr>
            <a:lvl4pPr>
              <a:defRPr sz="1500" b="1">
                <a:solidFill>
                  <a:srgbClr val="007E78"/>
                </a:solidFill>
              </a:defRPr>
            </a:lvl4pPr>
            <a:lvl5pPr>
              <a:defRPr sz="1500" b="1">
                <a:solidFill>
                  <a:srgbClr val="007E78"/>
                </a:solidFill>
              </a:defRPr>
            </a:lvl5pPr>
            <a:lvl6pPr>
              <a:defRPr sz="1500" b="1">
                <a:solidFill>
                  <a:srgbClr val="007E78"/>
                </a:solidFill>
              </a:defRPr>
            </a:lvl6pPr>
            <a:lvl7pPr>
              <a:defRPr sz="1500" b="1">
                <a:solidFill>
                  <a:srgbClr val="007E78"/>
                </a:solidFill>
              </a:defRPr>
            </a:lvl7pPr>
            <a:lvl8pPr>
              <a:defRPr sz="1500" b="1">
                <a:solidFill>
                  <a:srgbClr val="007E78"/>
                </a:solidFill>
              </a:defRPr>
            </a:lvl8pPr>
            <a:lvl9pPr>
              <a:defRPr sz="1500" b="1">
                <a:solidFill>
                  <a:srgbClr val="007E78"/>
                </a:solidFill>
              </a:defRPr>
            </a:lvl9pPr>
          </a:lstStyle>
          <a:p xmlns:a="http://schemas.openxmlformats.org/drawingml/2006/main">
            <a:pPr>
              <a:buNone/>
              <a:defRPr sz="1500" b="1">
                <a:solidFill>
                  <a:srgbClr val="007E78"/>
                </a:solidFill>
              </a:defRPr>
            </a:pPr>
            <a:r>
              <a:rPr sz="1500" b="1">
                <a:solidFill>
                  <a:srgbClr val="007E78"/>
                </a:solidFill>
              </a:rPr>
              <a:t>SQLite</a:t>
            </a:r>
          </a:p>
        </p:txBody>
      </p:sp>
      <p:sp>
        <p:nvSpPr>
          <p:cNvPr id="23" name="">
            <a:extLst xmlns:a="http://schemas.openxmlformats.org/drawingml/2006/main">
              <a:ext uri="{FF2B5EF4-FFF2-40B4-BE49-F238E27FC236}">
                <a16:creationId xmlns:a16="http://schemas.microsoft.com/office/drawing/2014/main" id="{2FCD2596-78C3-4B77-B1D2-5C54A8C5D1EF}"/>
              </a:ext>
            </a:extLst>
          </p:cNvPr>
          <p:cNvSpPr>
            <a:spLocks xmlns:a="http://schemas.openxmlformats.org/drawingml/2006/main" noGrp="1"/>
          </p:cNvSpPr>
          <p:nvPr/>
        </p:nvSpPr>
        <p:spPr>
          <a:xfrm xmlns:a="http://schemas.openxmlformats.org/drawingml/2006/main">
            <a:off x="5553075" y="3076575"/>
            <a:ext cx="2143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007E78"/>
                </a:solidFill>
              </a:defRPr>
            </a:defPPr>
            <a:lvl1pPr>
              <a:defRPr sz="1500" b="1">
                <a:solidFill>
                  <a:srgbClr val="007E78"/>
                </a:solidFill>
              </a:defRPr>
            </a:lvl1pPr>
            <a:lvl2pPr>
              <a:defRPr sz="1500" b="1">
                <a:solidFill>
                  <a:srgbClr val="007E78"/>
                </a:solidFill>
              </a:defRPr>
            </a:lvl2pPr>
            <a:lvl3pPr>
              <a:defRPr sz="1500" b="1">
                <a:solidFill>
                  <a:srgbClr val="007E78"/>
                </a:solidFill>
              </a:defRPr>
            </a:lvl3pPr>
            <a:lvl4pPr>
              <a:defRPr sz="1500" b="1">
                <a:solidFill>
                  <a:srgbClr val="007E78"/>
                </a:solidFill>
              </a:defRPr>
            </a:lvl4pPr>
            <a:lvl5pPr>
              <a:defRPr sz="1500" b="1">
                <a:solidFill>
                  <a:srgbClr val="007E78"/>
                </a:solidFill>
              </a:defRPr>
            </a:lvl5pPr>
            <a:lvl6pPr>
              <a:defRPr sz="1500" b="1">
                <a:solidFill>
                  <a:srgbClr val="007E78"/>
                </a:solidFill>
              </a:defRPr>
            </a:lvl6pPr>
            <a:lvl7pPr>
              <a:defRPr sz="1500" b="1">
                <a:solidFill>
                  <a:srgbClr val="007E78"/>
                </a:solidFill>
              </a:defRPr>
            </a:lvl7pPr>
            <a:lvl8pPr>
              <a:defRPr sz="1500" b="1">
                <a:solidFill>
                  <a:srgbClr val="007E78"/>
                </a:solidFill>
              </a:defRPr>
            </a:lvl8pPr>
            <a:lvl9pPr>
              <a:defRPr sz="1500" b="1">
                <a:solidFill>
                  <a:srgbClr val="007E78"/>
                </a:solidFill>
              </a:defRPr>
            </a:lvl9pPr>
          </a:lstStyle>
          <a:p xmlns:a="http://schemas.openxmlformats.org/drawingml/2006/main">
            <a:pPr>
              <a:buNone/>
              <a:defRPr sz="1500" b="1">
                <a:solidFill>
                  <a:srgbClr val="007E78"/>
                </a:solidFill>
              </a:defRPr>
            </a:pPr>
            <a:r>
              <a:rPr sz="1500" b="1">
                <a:solidFill>
                  <a:srgbClr val="007E78"/>
                </a:solidFill>
              </a:rPr>
              <a:t>Pydantic + guards</a:t>
            </a:r>
          </a:p>
        </p:txBody>
      </p:sp>
      <p:sp>
        <p:nvSpPr>
          <p:cNvPr id="24" name="">
            <a:extLst xmlns:a="http://schemas.openxmlformats.org/drawingml/2006/main">
              <a:ext uri="{FF2B5EF4-FFF2-40B4-BE49-F238E27FC236}">
                <a16:creationId xmlns:a16="http://schemas.microsoft.com/office/drawing/2014/main" id="{72099660-E7E3-4D15-9027-D0D17BA11D95}"/>
              </a:ext>
            </a:extLst>
          </p:cNvPr>
          <p:cNvSpPr>
            <a:spLocks xmlns:a="http://schemas.openxmlformats.org/drawingml/2006/main" noGrp="1"/>
          </p:cNvSpPr>
          <p:nvPr/>
        </p:nvSpPr>
        <p:spPr>
          <a:xfrm xmlns:a="http://schemas.openxmlformats.org/drawingml/2006/main">
            <a:off x="8162925" y="3076575"/>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007E78"/>
                </a:solidFill>
              </a:defRPr>
            </a:defPPr>
            <a:lvl1pPr>
              <a:defRPr sz="1500" b="1">
                <a:solidFill>
                  <a:srgbClr val="007E78"/>
                </a:solidFill>
              </a:defRPr>
            </a:lvl1pPr>
            <a:lvl2pPr>
              <a:defRPr sz="1500" b="1">
                <a:solidFill>
                  <a:srgbClr val="007E78"/>
                </a:solidFill>
              </a:defRPr>
            </a:lvl2pPr>
            <a:lvl3pPr>
              <a:defRPr sz="1500" b="1">
                <a:solidFill>
                  <a:srgbClr val="007E78"/>
                </a:solidFill>
              </a:defRPr>
            </a:lvl3pPr>
            <a:lvl4pPr>
              <a:defRPr sz="1500" b="1">
                <a:solidFill>
                  <a:srgbClr val="007E78"/>
                </a:solidFill>
              </a:defRPr>
            </a:lvl4pPr>
            <a:lvl5pPr>
              <a:defRPr sz="1500" b="1">
                <a:solidFill>
                  <a:srgbClr val="007E78"/>
                </a:solidFill>
              </a:defRPr>
            </a:lvl5pPr>
            <a:lvl6pPr>
              <a:defRPr sz="1500" b="1">
                <a:solidFill>
                  <a:srgbClr val="007E78"/>
                </a:solidFill>
              </a:defRPr>
            </a:lvl6pPr>
            <a:lvl7pPr>
              <a:defRPr sz="1500" b="1">
                <a:solidFill>
                  <a:srgbClr val="007E78"/>
                </a:solidFill>
              </a:defRPr>
            </a:lvl7pPr>
            <a:lvl8pPr>
              <a:defRPr sz="1500" b="1">
                <a:solidFill>
                  <a:srgbClr val="007E78"/>
                </a:solidFill>
              </a:defRPr>
            </a:lvl8pPr>
            <a:lvl9pPr>
              <a:defRPr sz="1500" b="1">
                <a:solidFill>
                  <a:srgbClr val="007E78"/>
                </a:solidFill>
              </a:defRPr>
            </a:lvl9pPr>
          </a:lstStyle>
          <a:p xmlns:a="http://schemas.openxmlformats.org/drawingml/2006/main">
            <a:pPr>
              <a:buNone/>
              <a:defRPr sz="1500" b="1">
                <a:solidFill>
                  <a:srgbClr val="007E78"/>
                </a:solidFill>
              </a:defRPr>
            </a:pPr>
            <a:r>
              <a:rPr sz="1500" b="1">
                <a:solidFill>
                  <a:srgbClr val="007E78"/>
                </a:solidFill>
              </a:rPr>
              <a:t>LangGraph loop</a:t>
            </a:r>
          </a:p>
        </p:txBody>
      </p:sp>
      <p:sp>
        <p:nvSpPr>
          <p:cNvPr id="25" name="">
            <a:extLst xmlns:a="http://schemas.openxmlformats.org/drawingml/2006/main">
              <a:ext uri="{FF2B5EF4-FFF2-40B4-BE49-F238E27FC236}">
                <a16:creationId xmlns:a16="http://schemas.microsoft.com/office/drawing/2014/main" id="{1935E189-8B96-417B-9659-9E8201258E05}"/>
              </a:ext>
            </a:extLst>
          </p:cNvPr>
          <p:cNvSpPr>
            <a:spLocks xmlns:a="http://schemas.openxmlformats.org/drawingml/2006/main" noGrp="1"/>
          </p:cNvSpPr>
          <p:nvPr/>
        </p:nvSpPr>
        <p:spPr>
          <a:xfrm xmlns:a="http://schemas.openxmlformats.org/drawingml/2006/main">
            <a:off x="781050" y="4114800"/>
            <a:ext cx="10572750" cy="1066800"/>
          </a:xfrm>
          <a:prstGeom xmlns:a="http://schemas.openxmlformats.org/drawingml/2006/main" prst="rect">
            <a:avLst/>
          </a:prstGeom>
          <a:solidFill xmlns:a="http://schemas.openxmlformats.org/drawingml/2006/main">
            <a:srgbClr val="E5F3F1"/>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FDD9B693-E577-4C9F-BEB7-AAA7AA58BF5F}"/>
              </a:ext>
            </a:extLst>
          </p:cNvPr>
          <p:cNvSpPr>
            <a:spLocks xmlns:a="http://schemas.openxmlformats.org/drawingml/2006/main" noGrp="1"/>
          </p:cNvSpPr>
          <p:nvPr/>
        </p:nvSpPr>
        <p:spPr>
          <a:xfrm xmlns:a="http://schemas.openxmlformats.org/drawingml/2006/main">
            <a:off x="1000125" y="4314825"/>
            <a:ext cx="10096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10243A"/>
                </a:solidFill>
              </a:defRPr>
            </a:defPPr>
            <a:lvl1pPr>
              <a:defRPr sz="1800" b="0">
                <a:solidFill>
                  <a:srgbClr val="10243A"/>
                </a:solidFill>
              </a:defRPr>
            </a:lvl1pPr>
            <a:lvl2pPr>
              <a:defRPr sz="1800" b="0">
                <a:solidFill>
                  <a:srgbClr val="10243A"/>
                </a:solidFill>
              </a:defRPr>
            </a:lvl2pPr>
            <a:lvl3pPr>
              <a:defRPr sz="1800" b="0">
                <a:solidFill>
                  <a:srgbClr val="10243A"/>
                </a:solidFill>
              </a:defRPr>
            </a:lvl3pPr>
            <a:lvl4pPr>
              <a:defRPr sz="1800" b="0">
                <a:solidFill>
                  <a:srgbClr val="10243A"/>
                </a:solidFill>
              </a:defRPr>
            </a:lvl4pPr>
            <a:lvl5pPr>
              <a:defRPr sz="1800" b="0">
                <a:solidFill>
                  <a:srgbClr val="10243A"/>
                </a:solidFill>
              </a:defRPr>
            </a:lvl5pPr>
            <a:lvl6pPr>
              <a:defRPr sz="1800" b="0">
                <a:solidFill>
                  <a:srgbClr val="10243A"/>
                </a:solidFill>
              </a:defRPr>
            </a:lvl6pPr>
            <a:lvl7pPr>
              <a:defRPr sz="1800" b="0">
                <a:solidFill>
                  <a:srgbClr val="10243A"/>
                </a:solidFill>
              </a:defRPr>
            </a:lvl7pPr>
            <a:lvl8pPr>
              <a:defRPr sz="1800" b="0">
                <a:solidFill>
                  <a:srgbClr val="10243A"/>
                </a:solidFill>
              </a:defRPr>
            </a:lvl8pPr>
            <a:lvl9pPr>
              <a:defRPr sz="1800" b="0">
                <a:solidFill>
                  <a:srgbClr val="10243A"/>
                </a:solidFill>
              </a:defRPr>
            </a:lvl9pPr>
          </a:lstStyle>
          <a:p xmlns:a="http://schemas.openxmlformats.org/drawingml/2006/main">
            <a:pPr>
              <a:buNone/>
              <a:defRPr sz="1800" b="0">
                <a:solidFill>
                  <a:srgbClr val="10243A"/>
                </a:solidFill>
              </a:defRPr>
            </a:pPr>
            <a:r>
              <a:rPr sz="1800" b="0">
                <a:solidFill>
                  <a:srgbClr val="10243A"/>
                </a:solidFill>
              </a:rPr>
              <a:t>Every task transition persists status, attempts, output, agents, and hand-offs. The browser polls the saved run while execution continues.</a:t>
            </a:r>
          </a:p>
        </p:txBody>
      </p:sp>
    </p:spTree>
    <p:extLst>
      <p:ext uri="{BB962C8B-B14F-4D97-AF65-F5344CB8AC3E}">
        <p14:creationId xmlns:p14="http://schemas.microsoft.com/office/powerpoint/2010/main" val="987687505"/>
      </p:ext>
    </p:extLst>
  </p:cSld>
</p:sld>
</file>

<file path=ppt/slides/slide7.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2089963-1C22-42BE-A1D2-57C82DDB387E}"/>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E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031CB52-014D-4C41-BE53-BD6C8D8354F9}"/>
              </a:ext>
            </a:extLst>
          </p:cNvPr>
          <p:cNvSpPr>
            <a:spLocks xmlns:a="http://schemas.openxmlformats.org/drawingml/2006/main" noGrp="1"/>
          </p:cNvSpPr>
          <p:nvPr/>
        </p:nvSpPr>
        <p:spPr>
          <a:xfrm xmlns:a="http://schemas.openxmlformats.org/drawingml/2006/main">
            <a:off x="609600" y="323850"/>
            <a:ext cx="1009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07E78"/>
                </a:solidFill>
              </a:defRPr>
            </a:defPPr>
            <a:lvl1pPr>
              <a:defRPr sz="1125" b="1">
                <a:solidFill>
                  <a:srgbClr val="007E78"/>
                </a:solidFill>
              </a:defRPr>
            </a:lvl1pPr>
            <a:lvl2pPr>
              <a:defRPr sz="1125" b="1">
                <a:solidFill>
                  <a:srgbClr val="007E78"/>
                </a:solidFill>
              </a:defRPr>
            </a:lvl2pPr>
            <a:lvl3pPr>
              <a:defRPr sz="1125" b="1">
                <a:solidFill>
                  <a:srgbClr val="007E78"/>
                </a:solidFill>
              </a:defRPr>
            </a:lvl3pPr>
            <a:lvl4pPr>
              <a:defRPr sz="1125" b="1">
                <a:solidFill>
                  <a:srgbClr val="007E78"/>
                </a:solidFill>
              </a:defRPr>
            </a:lvl4pPr>
            <a:lvl5pPr>
              <a:defRPr sz="1125" b="1">
                <a:solidFill>
                  <a:srgbClr val="007E78"/>
                </a:solidFill>
              </a:defRPr>
            </a:lvl5pPr>
            <a:lvl6pPr>
              <a:defRPr sz="1125" b="1">
                <a:solidFill>
                  <a:srgbClr val="007E78"/>
                </a:solidFill>
              </a:defRPr>
            </a:lvl6pPr>
            <a:lvl7pPr>
              <a:defRPr sz="1125" b="1">
                <a:solidFill>
                  <a:srgbClr val="007E78"/>
                </a:solidFill>
              </a:defRPr>
            </a:lvl7pPr>
            <a:lvl8pPr>
              <a:defRPr sz="1125" b="1">
                <a:solidFill>
                  <a:srgbClr val="007E78"/>
                </a:solidFill>
              </a:defRPr>
            </a:lvl8pPr>
            <a:lvl9pPr>
              <a:defRPr sz="1125" b="1">
                <a:solidFill>
                  <a:srgbClr val="007E78"/>
                </a:solidFill>
              </a:defRPr>
            </a:lvl9pPr>
          </a:lstStyle>
          <a:p xmlns:a="http://schemas.openxmlformats.org/drawingml/2006/main">
            <a:pPr>
              <a:buNone/>
              <a:defRPr sz="1125" b="1">
                <a:solidFill>
                  <a:srgbClr val="007E78"/>
                </a:solidFill>
              </a:defRPr>
            </a:pPr>
            <a:r>
              <a:rPr sz="1125" b="1">
                <a:solidFill>
                  <a:srgbClr val="007E78"/>
                </a:solidFill>
              </a:rPr>
              <a:t>06  PLANNING AND EVIDENCE</a:t>
            </a:r>
          </a:p>
        </p:txBody>
      </p:sp>
      <p:sp>
        <p:nvSpPr>
          <p:cNvPr id="3" name="">
            <a:extLst xmlns:a="http://schemas.openxmlformats.org/drawingml/2006/main">
              <a:ext uri="{FF2B5EF4-FFF2-40B4-BE49-F238E27FC236}">
                <a16:creationId xmlns:a16="http://schemas.microsoft.com/office/drawing/2014/main" id="{219B846E-5BE4-4551-90D4-717462483DF8}"/>
              </a:ext>
            </a:extLst>
          </p:cNvPr>
          <p:cNvSpPr>
            <a:spLocks xmlns:a="http://schemas.openxmlformats.org/drawingml/2006/main" noGrp="1"/>
          </p:cNvSpPr>
          <p:nvPr/>
        </p:nvSpPr>
        <p:spPr>
          <a:xfrm xmlns:a="http://schemas.openxmlformats.org/drawingml/2006/main">
            <a:off x="609600" y="685800"/>
            <a:ext cx="10858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10243A"/>
                </a:solidFill>
              </a:defRPr>
            </a:defPPr>
            <a:lvl1pPr>
              <a:defRPr sz="2850" b="1">
                <a:solidFill>
                  <a:srgbClr val="10243A"/>
                </a:solidFill>
              </a:defRPr>
            </a:lvl1pPr>
            <a:lvl2pPr>
              <a:defRPr sz="2850" b="1">
                <a:solidFill>
                  <a:srgbClr val="10243A"/>
                </a:solidFill>
              </a:defRPr>
            </a:lvl2pPr>
            <a:lvl3pPr>
              <a:defRPr sz="2850" b="1">
                <a:solidFill>
                  <a:srgbClr val="10243A"/>
                </a:solidFill>
              </a:defRPr>
            </a:lvl3pPr>
            <a:lvl4pPr>
              <a:defRPr sz="2850" b="1">
                <a:solidFill>
                  <a:srgbClr val="10243A"/>
                </a:solidFill>
              </a:defRPr>
            </a:lvl4pPr>
            <a:lvl5pPr>
              <a:defRPr sz="2850" b="1">
                <a:solidFill>
                  <a:srgbClr val="10243A"/>
                </a:solidFill>
              </a:defRPr>
            </a:lvl5pPr>
            <a:lvl6pPr>
              <a:defRPr sz="2850" b="1">
                <a:solidFill>
                  <a:srgbClr val="10243A"/>
                </a:solidFill>
              </a:defRPr>
            </a:lvl6pPr>
            <a:lvl7pPr>
              <a:defRPr sz="2850" b="1">
                <a:solidFill>
                  <a:srgbClr val="10243A"/>
                </a:solidFill>
              </a:defRPr>
            </a:lvl7pPr>
            <a:lvl8pPr>
              <a:defRPr sz="2850" b="1">
                <a:solidFill>
                  <a:srgbClr val="10243A"/>
                </a:solidFill>
              </a:defRPr>
            </a:lvl8pPr>
            <a:lvl9pPr>
              <a:defRPr sz="2850" b="1">
                <a:solidFill>
                  <a:srgbClr val="10243A"/>
                </a:solidFill>
              </a:defRPr>
            </a:lvl9pPr>
          </a:lstStyle>
          <a:p xmlns:a="http://schemas.openxmlformats.org/drawingml/2006/main">
            <a:pPr>
              <a:buNone/>
              <a:defRPr sz="2850" b="1">
                <a:solidFill>
                  <a:srgbClr val="10243A"/>
                </a:solidFill>
              </a:defRPr>
            </a:pPr>
            <a:r>
              <a:rPr sz="2850" b="1">
                <a:solidFill>
                  <a:srgbClr val="10243A"/>
                </a:solidFill>
              </a:rPr>
              <a:t>Runtime agent roles</a:t>
            </a:r>
          </a:p>
        </p:txBody>
      </p:sp>
      <p:sp>
        <p:nvSpPr>
          <p:cNvPr id="4" name="">
            <a:extLst xmlns:a="http://schemas.openxmlformats.org/drawingml/2006/main">
              <a:ext uri="{FF2B5EF4-FFF2-40B4-BE49-F238E27FC236}">
                <a16:creationId xmlns:a16="http://schemas.microsoft.com/office/drawing/2014/main" id="{E63703B3-4466-43C2-965E-F10E9E11B807}"/>
              </a:ext>
            </a:extLst>
          </p:cNvPr>
          <p:cNvSpPr>
            <a:spLocks xmlns:a="http://schemas.openxmlformats.org/drawingml/2006/main" noGrp="1"/>
          </p:cNvSpPr>
          <p:nvPr/>
        </p:nvSpPr>
        <p:spPr>
          <a:xfrm xmlns:a="http://schemas.openxmlformats.org/drawingml/2006/main">
            <a:off x="609600" y="6324600"/>
            <a:ext cx="10972800" cy="9525"/>
          </a:xfrm>
          <a:prstGeom xmlns:a="http://schemas.openxmlformats.org/drawingml/2006/main" prst="rect">
            <a:avLst/>
          </a:prstGeom>
          <a:solidFill xmlns:a="http://schemas.openxmlformats.org/drawingml/2006/main">
            <a:srgbClr val="D7E3E9"/>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C77EF32-A0C6-4EC5-A713-083557B345E3}"/>
              </a:ext>
            </a:extLst>
          </p:cNvPr>
          <p:cNvSpPr>
            <a:spLocks xmlns:a="http://schemas.openxmlformats.org/drawingml/2006/main" noGrp="1"/>
          </p:cNvSpPr>
          <p:nvPr/>
        </p:nvSpPr>
        <p:spPr>
          <a:xfrm xmlns:a="http://schemas.openxmlformats.org/drawingml/2006/main">
            <a:off x="609600" y="6429375"/>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AgentFlow  |  Final Review</a:t>
            </a:r>
          </a:p>
        </p:txBody>
      </p:sp>
      <p:sp>
        <p:nvSpPr>
          <p:cNvPr id="6" name="">
            <a:extLst xmlns:a="http://schemas.openxmlformats.org/drawingml/2006/main">
              <a:ext uri="{FF2B5EF4-FFF2-40B4-BE49-F238E27FC236}">
                <a16:creationId xmlns:a16="http://schemas.microsoft.com/office/drawing/2014/main" id="{21B67BE0-F61E-43CB-8C06-62685F442F51}"/>
              </a:ext>
            </a:extLst>
          </p:cNvPr>
          <p:cNvSpPr>
            <a:spLocks xmlns:a="http://schemas.openxmlformats.org/drawingml/2006/main" noGrp="1"/>
          </p:cNvSpPr>
          <p:nvPr/>
        </p:nvSpPr>
        <p:spPr>
          <a:xfrm xmlns:a="http://schemas.openxmlformats.org/drawingml/2006/main">
            <a:off x="11029950" y="642937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07</a:t>
            </a:r>
          </a:p>
        </p:txBody>
      </p:sp>
      <p:sp>
        <p:nvSpPr>
          <p:cNvPr id="7" name="">
            <a:extLst xmlns:a="http://schemas.openxmlformats.org/drawingml/2006/main">
              <a:ext uri="{FF2B5EF4-FFF2-40B4-BE49-F238E27FC236}">
                <a16:creationId xmlns:a16="http://schemas.microsoft.com/office/drawing/2014/main" id="{AB93E4A9-D703-406B-8B82-053BA5D7E130}"/>
              </a:ext>
            </a:extLst>
          </p:cNvPr>
          <p:cNvSpPr>
            <a:spLocks xmlns:a="http://schemas.openxmlformats.org/drawingml/2006/main" noGrp="1"/>
          </p:cNvSpPr>
          <p:nvPr/>
        </p:nvSpPr>
        <p:spPr>
          <a:xfrm xmlns:a="http://schemas.openxmlformats.org/drawingml/2006/main">
            <a:off x="704850" y="180975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007E78"/>
                </a:solidFill>
              </a:defRPr>
            </a:defPPr>
            <a:lvl1pPr>
              <a:defRPr sz="1575" b="1">
                <a:solidFill>
                  <a:srgbClr val="007E78"/>
                </a:solidFill>
              </a:defRPr>
            </a:lvl1pPr>
            <a:lvl2pPr>
              <a:defRPr sz="1575" b="1">
                <a:solidFill>
                  <a:srgbClr val="007E78"/>
                </a:solidFill>
              </a:defRPr>
            </a:lvl2pPr>
            <a:lvl3pPr>
              <a:defRPr sz="1575" b="1">
                <a:solidFill>
                  <a:srgbClr val="007E78"/>
                </a:solidFill>
              </a:defRPr>
            </a:lvl3pPr>
            <a:lvl4pPr>
              <a:defRPr sz="1575" b="1">
                <a:solidFill>
                  <a:srgbClr val="007E78"/>
                </a:solidFill>
              </a:defRPr>
            </a:lvl4pPr>
            <a:lvl5pPr>
              <a:defRPr sz="1575" b="1">
                <a:solidFill>
                  <a:srgbClr val="007E78"/>
                </a:solidFill>
              </a:defRPr>
            </a:lvl5pPr>
            <a:lvl6pPr>
              <a:defRPr sz="1575" b="1">
                <a:solidFill>
                  <a:srgbClr val="007E78"/>
                </a:solidFill>
              </a:defRPr>
            </a:lvl6pPr>
            <a:lvl7pPr>
              <a:defRPr sz="1575" b="1">
                <a:solidFill>
                  <a:srgbClr val="007E78"/>
                </a:solidFill>
              </a:defRPr>
            </a:lvl7pPr>
            <a:lvl8pPr>
              <a:defRPr sz="1575" b="1">
                <a:solidFill>
                  <a:srgbClr val="007E78"/>
                </a:solidFill>
              </a:defRPr>
            </a:lvl8pPr>
            <a:lvl9pPr>
              <a:defRPr sz="1575" b="1">
                <a:solidFill>
                  <a:srgbClr val="007E78"/>
                </a:solidFill>
              </a:defRPr>
            </a:lvl9pPr>
          </a:lstStyle>
          <a:p xmlns:a="http://schemas.openxmlformats.org/drawingml/2006/main">
            <a:pPr>
              <a:buNone/>
              <a:defRPr sz="1575" b="1">
                <a:solidFill>
                  <a:srgbClr val="007E78"/>
                </a:solidFill>
              </a:defRPr>
            </a:pPr>
            <a:r>
              <a:rPr sz="1575" b="1">
                <a:solidFill>
                  <a:srgbClr val="007E78"/>
                </a:solidFill>
              </a:rPr>
              <a:t>Planner Agent</a:t>
            </a:r>
          </a:p>
        </p:txBody>
      </p:sp>
      <p:sp>
        <p:nvSpPr>
          <p:cNvPr id="8" name="">
            <a:extLst xmlns:a="http://schemas.openxmlformats.org/drawingml/2006/main">
              <a:ext uri="{FF2B5EF4-FFF2-40B4-BE49-F238E27FC236}">
                <a16:creationId xmlns:a16="http://schemas.microsoft.com/office/drawing/2014/main" id="{3479F1C6-14CC-4B61-A517-59C07874F373}"/>
              </a:ext>
            </a:extLst>
          </p:cNvPr>
          <p:cNvSpPr>
            <a:spLocks xmlns:a="http://schemas.openxmlformats.org/drawingml/2006/main" noGrp="1"/>
          </p:cNvSpPr>
          <p:nvPr/>
        </p:nvSpPr>
        <p:spPr>
          <a:xfrm xmlns:a="http://schemas.openxmlformats.org/drawingml/2006/main">
            <a:off x="3352800" y="1809750"/>
            <a:ext cx="7924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153047"/>
                </a:solidFill>
              </a:defRPr>
            </a:defPPr>
            <a:lvl1pPr>
              <a:defRPr sz="1575" b="0">
                <a:solidFill>
                  <a:srgbClr val="153047"/>
                </a:solidFill>
              </a:defRPr>
            </a:lvl1pPr>
            <a:lvl2pPr>
              <a:defRPr sz="1575" b="0">
                <a:solidFill>
                  <a:srgbClr val="153047"/>
                </a:solidFill>
              </a:defRPr>
            </a:lvl2pPr>
            <a:lvl3pPr>
              <a:defRPr sz="1575" b="0">
                <a:solidFill>
                  <a:srgbClr val="153047"/>
                </a:solidFill>
              </a:defRPr>
            </a:lvl3pPr>
            <a:lvl4pPr>
              <a:defRPr sz="1575" b="0">
                <a:solidFill>
                  <a:srgbClr val="153047"/>
                </a:solidFill>
              </a:defRPr>
            </a:lvl4pPr>
            <a:lvl5pPr>
              <a:defRPr sz="1575" b="0">
                <a:solidFill>
                  <a:srgbClr val="153047"/>
                </a:solidFill>
              </a:defRPr>
            </a:lvl5pPr>
            <a:lvl6pPr>
              <a:defRPr sz="1575" b="0">
                <a:solidFill>
                  <a:srgbClr val="153047"/>
                </a:solidFill>
              </a:defRPr>
            </a:lvl6pPr>
            <a:lvl7pPr>
              <a:defRPr sz="1575" b="0">
                <a:solidFill>
                  <a:srgbClr val="153047"/>
                </a:solidFill>
              </a:defRPr>
            </a:lvl7pPr>
            <a:lvl8pPr>
              <a:defRPr sz="1575" b="0">
                <a:solidFill>
                  <a:srgbClr val="153047"/>
                </a:solidFill>
              </a:defRPr>
            </a:lvl8pPr>
            <a:lvl9pPr>
              <a:defRPr sz="1575" b="0">
                <a:solidFill>
                  <a:srgbClr val="153047"/>
                </a:solidFill>
              </a:defRPr>
            </a:lvl9pPr>
          </a:lstStyle>
          <a:p xmlns:a="http://schemas.openxmlformats.org/drawingml/2006/main">
            <a:pPr>
              <a:buNone/>
              <a:defRPr sz="1575" b="0">
                <a:solidFill>
                  <a:srgbClr val="153047"/>
                </a:solidFill>
              </a:defRPr>
            </a:pPr>
            <a:r>
              <a:rPr sz="1575" b="0">
                <a:solidFill>
                  <a:srgbClr val="153047"/>
                </a:solidFill>
              </a:rPr>
              <a:t>Proposes task IDs, roles, registered tools, and dependency edges from the objective and file list.</a:t>
            </a:r>
          </a:p>
        </p:txBody>
      </p:sp>
      <p:sp>
        <p:nvSpPr>
          <p:cNvPr id="9" name="">
            <a:extLst xmlns:a="http://schemas.openxmlformats.org/drawingml/2006/main">
              <a:ext uri="{FF2B5EF4-FFF2-40B4-BE49-F238E27FC236}">
                <a16:creationId xmlns:a16="http://schemas.microsoft.com/office/drawing/2014/main" id="{6DA623DE-538F-4F7B-8DE6-752F3F9E744C}"/>
              </a:ext>
            </a:extLst>
          </p:cNvPr>
          <p:cNvSpPr>
            <a:spLocks xmlns:a="http://schemas.openxmlformats.org/drawingml/2006/main" noGrp="1"/>
          </p:cNvSpPr>
          <p:nvPr/>
        </p:nvSpPr>
        <p:spPr>
          <a:xfrm xmlns:a="http://schemas.openxmlformats.org/drawingml/2006/main">
            <a:off x="704850" y="285750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007E78"/>
                </a:solidFill>
              </a:defRPr>
            </a:defPPr>
            <a:lvl1pPr>
              <a:defRPr sz="1575" b="1">
                <a:solidFill>
                  <a:srgbClr val="007E78"/>
                </a:solidFill>
              </a:defRPr>
            </a:lvl1pPr>
            <a:lvl2pPr>
              <a:defRPr sz="1575" b="1">
                <a:solidFill>
                  <a:srgbClr val="007E78"/>
                </a:solidFill>
              </a:defRPr>
            </a:lvl2pPr>
            <a:lvl3pPr>
              <a:defRPr sz="1575" b="1">
                <a:solidFill>
                  <a:srgbClr val="007E78"/>
                </a:solidFill>
              </a:defRPr>
            </a:lvl3pPr>
            <a:lvl4pPr>
              <a:defRPr sz="1575" b="1">
                <a:solidFill>
                  <a:srgbClr val="007E78"/>
                </a:solidFill>
              </a:defRPr>
            </a:lvl4pPr>
            <a:lvl5pPr>
              <a:defRPr sz="1575" b="1">
                <a:solidFill>
                  <a:srgbClr val="007E78"/>
                </a:solidFill>
              </a:defRPr>
            </a:lvl5pPr>
            <a:lvl6pPr>
              <a:defRPr sz="1575" b="1">
                <a:solidFill>
                  <a:srgbClr val="007E78"/>
                </a:solidFill>
              </a:defRPr>
            </a:lvl6pPr>
            <a:lvl7pPr>
              <a:defRPr sz="1575" b="1">
                <a:solidFill>
                  <a:srgbClr val="007E78"/>
                </a:solidFill>
              </a:defRPr>
            </a:lvl7pPr>
            <a:lvl8pPr>
              <a:defRPr sz="1575" b="1">
                <a:solidFill>
                  <a:srgbClr val="007E78"/>
                </a:solidFill>
              </a:defRPr>
            </a:lvl8pPr>
            <a:lvl9pPr>
              <a:defRPr sz="1575" b="1">
                <a:solidFill>
                  <a:srgbClr val="007E78"/>
                </a:solidFill>
              </a:defRPr>
            </a:lvl9pPr>
          </a:lstStyle>
          <a:p xmlns:a="http://schemas.openxmlformats.org/drawingml/2006/main">
            <a:pPr>
              <a:buNone/>
              <a:defRPr sz="1575" b="1">
                <a:solidFill>
                  <a:srgbClr val="007E78"/>
                </a:solidFill>
              </a:defRPr>
            </a:pPr>
            <a:r>
              <a:rPr sz="1575" b="1">
                <a:solidFill>
                  <a:srgbClr val="007E78"/>
                </a:solidFill>
              </a:rPr>
              <a:t>Document Reader</a:t>
            </a:r>
          </a:p>
        </p:txBody>
      </p:sp>
      <p:sp>
        <p:nvSpPr>
          <p:cNvPr id="10" name="">
            <a:extLst xmlns:a="http://schemas.openxmlformats.org/drawingml/2006/main">
              <a:ext uri="{FF2B5EF4-FFF2-40B4-BE49-F238E27FC236}">
                <a16:creationId xmlns:a16="http://schemas.microsoft.com/office/drawing/2014/main" id="{6FD2264A-FEFB-4DDE-B61E-87F794CC6589}"/>
              </a:ext>
            </a:extLst>
          </p:cNvPr>
          <p:cNvSpPr>
            <a:spLocks xmlns:a="http://schemas.openxmlformats.org/drawingml/2006/main" noGrp="1"/>
          </p:cNvSpPr>
          <p:nvPr/>
        </p:nvSpPr>
        <p:spPr>
          <a:xfrm xmlns:a="http://schemas.openxmlformats.org/drawingml/2006/main">
            <a:off x="3352800" y="2857500"/>
            <a:ext cx="7924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153047"/>
                </a:solidFill>
              </a:defRPr>
            </a:defPPr>
            <a:lvl1pPr>
              <a:defRPr sz="1575" b="0">
                <a:solidFill>
                  <a:srgbClr val="153047"/>
                </a:solidFill>
              </a:defRPr>
            </a:lvl1pPr>
            <a:lvl2pPr>
              <a:defRPr sz="1575" b="0">
                <a:solidFill>
                  <a:srgbClr val="153047"/>
                </a:solidFill>
              </a:defRPr>
            </a:lvl2pPr>
            <a:lvl3pPr>
              <a:defRPr sz="1575" b="0">
                <a:solidFill>
                  <a:srgbClr val="153047"/>
                </a:solidFill>
              </a:defRPr>
            </a:lvl3pPr>
            <a:lvl4pPr>
              <a:defRPr sz="1575" b="0">
                <a:solidFill>
                  <a:srgbClr val="153047"/>
                </a:solidFill>
              </a:defRPr>
            </a:lvl4pPr>
            <a:lvl5pPr>
              <a:defRPr sz="1575" b="0">
                <a:solidFill>
                  <a:srgbClr val="153047"/>
                </a:solidFill>
              </a:defRPr>
            </a:lvl5pPr>
            <a:lvl6pPr>
              <a:defRPr sz="1575" b="0">
                <a:solidFill>
                  <a:srgbClr val="153047"/>
                </a:solidFill>
              </a:defRPr>
            </a:lvl6pPr>
            <a:lvl7pPr>
              <a:defRPr sz="1575" b="0">
                <a:solidFill>
                  <a:srgbClr val="153047"/>
                </a:solidFill>
              </a:defRPr>
            </a:lvl7pPr>
            <a:lvl8pPr>
              <a:defRPr sz="1575" b="0">
                <a:solidFill>
                  <a:srgbClr val="153047"/>
                </a:solidFill>
              </a:defRPr>
            </a:lvl8pPr>
            <a:lvl9pPr>
              <a:defRPr sz="1575" b="0">
                <a:solidFill>
                  <a:srgbClr val="153047"/>
                </a:solidFill>
              </a:defRPr>
            </a:lvl9pPr>
          </a:lstStyle>
          <a:p xmlns:a="http://schemas.openxmlformats.org/drawingml/2006/main">
            <a:pPr>
              <a:buNone/>
              <a:defRPr sz="1575" b="0">
                <a:solidFill>
                  <a:srgbClr val="153047"/>
                </a:solidFill>
              </a:defRPr>
            </a:pPr>
            <a:r>
              <a:rPr sz="1575" b="0">
                <a:solidFill>
                  <a:srgbClr val="153047"/>
                </a:solidFill>
              </a:rPr>
              <a:t>Calls fixed extraction code and returns document text with page numbers for later citations.</a:t>
            </a:r>
          </a:p>
        </p:txBody>
      </p:sp>
      <p:sp>
        <p:nvSpPr>
          <p:cNvPr id="11" name="">
            <a:extLst xmlns:a="http://schemas.openxmlformats.org/drawingml/2006/main">
              <a:ext uri="{FF2B5EF4-FFF2-40B4-BE49-F238E27FC236}">
                <a16:creationId xmlns:a16="http://schemas.microsoft.com/office/drawing/2014/main" id="{477158EF-86F0-420B-A0FC-3C1FF9C2ECA7}"/>
              </a:ext>
            </a:extLst>
          </p:cNvPr>
          <p:cNvSpPr>
            <a:spLocks xmlns:a="http://schemas.openxmlformats.org/drawingml/2006/main" noGrp="1"/>
          </p:cNvSpPr>
          <p:nvPr/>
        </p:nvSpPr>
        <p:spPr>
          <a:xfrm xmlns:a="http://schemas.openxmlformats.org/drawingml/2006/main">
            <a:off x="704850" y="390525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007E78"/>
                </a:solidFill>
              </a:defRPr>
            </a:defPPr>
            <a:lvl1pPr>
              <a:defRPr sz="1575" b="1">
                <a:solidFill>
                  <a:srgbClr val="007E78"/>
                </a:solidFill>
              </a:defRPr>
            </a:lvl1pPr>
            <a:lvl2pPr>
              <a:defRPr sz="1575" b="1">
                <a:solidFill>
                  <a:srgbClr val="007E78"/>
                </a:solidFill>
              </a:defRPr>
            </a:lvl2pPr>
            <a:lvl3pPr>
              <a:defRPr sz="1575" b="1">
                <a:solidFill>
                  <a:srgbClr val="007E78"/>
                </a:solidFill>
              </a:defRPr>
            </a:lvl3pPr>
            <a:lvl4pPr>
              <a:defRPr sz="1575" b="1">
                <a:solidFill>
                  <a:srgbClr val="007E78"/>
                </a:solidFill>
              </a:defRPr>
            </a:lvl4pPr>
            <a:lvl5pPr>
              <a:defRPr sz="1575" b="1">
                <a:solidFill>
                  <a:srgbClr val="007E78"/>
                </a:solidFill>
              </a:defRPr>
            </a:lvl5pPr>
            <a:lvl6pPr>
              <a:defRPr sz="1575" b="1">
                <a:solidFill>
                  <a:srgbClr val="007E78"/>
                </a:solidFill>
              </a:defRPr>
            </a:lvl6pPr>
            <a:lvl7pPr>
              <a:defRPr sz="1575" b="1">
                <a:solidFill>
                  <a:srgbClr val="007E78"/>
                </a:solidFill>
              </a:defRPr>
            </a:lvl7pPr>
            <a:lvl8pPr>
              <a:defRPr sz="1575" b="1">
                <a:solidFill>
                  <a:srgbClr val="007E78"/>
                </a:solidFill>
              </a:defRPr>
            </a:lvl8pPr>
            <a:lvl9pPr>
              <a:defRPr sz="1575" b="1">
                <a:solidFill>
                  <a:srgbClr val="007E78"/>
                </a:solidFill>
              </a:defRPr>
            </a:lvl9pPr>
          </a:lstStyle>
          <a:p xmlns:a="http://schemas.openxmlformats.org/drawingml/2006/main">
            <a:pPr>
              <a:buNone/>
              <a:defRPr sz="1575" b="1">
                <a:solidFill>
                  <a:srgbClr val="007E78"/>
                </a:solidFill>
              </a:defRPr>
            </a:pPr>
            <a:r>
              <a:rPr sz="1575" b="1">
                <a:solidFill>
                  <a:srgbClr val="007E78"/>
                </a:solidFill>
              </a:rPr>
              <a:t>Data Analyst</a:t>
            </a:r>
          </a:p>
        </p:txBody>
      </p:sp>
      <p:sp>
        <p:nvSpPr>
          <p:cNvPr id="12" name="">
            <a:extLst xmlns:a="http://schemas.openxmlformats.org/drawingml/2006/main">
              <a:ext uri="{FF2B5EF4-FFF2-40B4-BE49-F238E27FC236}">
                <a16:creationId xmlns:a16="http://schemas.microsoft.com/office/drawing/2014/main" id="{557A7849-5346-409B-AAD8-5B9450F7068B}"/>
              </a:ext>
            </a:extLst>
          </p:cNvPr>
          <p:cNvSpPr>
            <a:spLocks xmlns:a="http://schemas.openxmlformats.org/drawingml/2006/main" noGrp="1"/>
          </p:cNvSpPr>
          <p:nvPr/>
        </p:nvSpPr>
        <p:spPr>
          <a:xfrm xmlns:a="http://schemas.openxmlformats.org/drawingml/2006/main">
            <a:off x="3352800" y="3905250"/>
            <a:ext cx="7924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153047"/>
                </a:solidFill>
              </a:defRPr>
            </a:defPPr>
            <a:lvl1pPr>
              <a:defRPr sz="1575" b="0">
                <a:solidFill>
                  <a:srgbClr val="153047"/>
                </a:solidFill>
              </a:defRPr>
            </a:lvl1pPr>
            <a:lvl2pPr>
              <a:defRPr sz="1575" b="0">
                <a:solidFill>
                  <a:srgbClr val="153047"/>
                </a:solidFill>
              </a:defRPr>
            </a:lvl2pPr>
            <a:lvl3pPr>
              <a:defRPr sz="1575" b="0">
                <a:solidFill>
                  <a:srgbClr val="153047"/>
                </a:solidFill>
              </a:defRPr>
            </a:lvl3pPr>
            <a:lvl4pPr>
              <a:defRPr sz="1575" b="0">
                <a:solidFill>
                  <a:srgbClr val="153047"/>
                </a:solidFill>
              </a:defRPr>
            </a:lvl4pPr>
            <a:lvl5pPr>
              <a:defRPr sz="1575" b="0">
                <a:solidFill>
                  <a:srgbClr val="153047"/>
                </a:solidFill>
              </a:defRPr>
            </a:lvl5pPr>
            <a:lvl6pPr>
              <a:defRPr sz="1575" b="0">
                <a:solidFill>
                  <a:srgbClr val="153047"/>
                </a:solidFill>
              </a:defRPr>
            </a:lvl6pPr>
            <a:lvl7pPr>
              <a:defRPr sz="1575" b="0">
                <a:solidFill>
                  <a:srgbClr val="153047"/>
                </a:solidFill>
              </a:defRPr>
            </a:lvl7pPr>
            <a:lvl8pPr>
              <a:defRPr sz="1575" b="0">
                <a:solidFill>
                  <a:srgbClr val="153047"/>
                </a:solidFill>
              </a:defRPr>
            </a:lvl8pPr>
            <a:lvl9pPr>
              <a:defRPr sz="1575" b="0">
                <a:solidFill>
                  <a:srgbClr val="153047"/>
                </a:solidFill>
              </a:defRPr>
            </a:lvl9pPr>
          </a:lstStyle>
          <a:p xmlns:a="http://schemas.openxmlformats.org/drawingml/2006/main">
            <a:pPr>
              <a:buNone/>
              <a:defRPr sz="1575" b="0">
                <a:solidFill>
                  <a:srgbClr val="153047"/>
                </a:solidFill>
              </a:defRPr>
            </a:pPr>
            <a:r>
              <a:rPr sz="1575" b="0">
                <a:solidFill>
                  <a:srgbClr val="153047"/>
                </a:solidFill>
              </a:rPr>
              <a:t>Reads CSV or Excel rows; returns column types, missing counts, and numerical summaries.</a:t>
            </a:r>
          </a:p>
        </p:txBody>
      </p:sp>
      <p:sp>
        <p:nvSpPr>
          <p:cNvPr id="13" name="">
            <a:extLst xmlns:a="http://schemas.openxmlformats.org/drawingml/2006/main">
              <a:ext uri="{FF2B5EF4-FFF2-40B4-BE49-F238E27FC236}">
                <a16:creationId xmlns:a16="http://schemas.microsoft.com/office/drawing/2014/main" id="{3E2C9C40-6C7C-4D4C-B97E-96B90E409CDA}"/>
              </a:ext>
            </a:extLst>
          </p:cNvPr>
          <p:cNvSpPr>
            <a:spLocks xmlns:a="http://schemas.openxmlformats.org/drawingml/2006/main" noGrp="1"/>
          </p:cNvSpPr>
          <p:nvPr/>
        </p:nvSpPr>
        <p:spPr>
          <a:xfrm xmlns:a="http://schemas.openxmlformats.org/drawingml/2006/main">
            <a:off x="704850" y="495300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007E78"/>
                </a:solidFill>
              </a:defRPr>
            </a:defPPr>
            <a:lvl1pPr>
              <a:defRPr sz="1575" b="1">
                <a:solidFill>
                  <a:srgbClr val="007E78"/>
                </a:solidFill>
              </a:defRPr>
            </a:lvl1pPr>
            <a:lvl2pPr>
              <a:defRPr sz="1575" b="1">
                <a:solidFill>
                  <a:srgbClr val="007E78"/>
                </a:solidFill>
              </a:defRPr>
            </a:lvl2pPr>
            <a:lvl3pPr>
              <a:defRPr sz="1575" b="1">
                <a:solidFill>
                  <a:srgbClr val="007E78"/>
                </a:solidFill>
              </a:defRPr>
            </a:lvl3pPr>
            <a:lvl4pPr>
              <a:defRPr sz="1575" b="1">
                <a:solidFill>
                  <a:srgbClr val="007E78"/>
                </a:solidFill>
              </a:defRPr>
            </a:lvl4pPr>
            <a:lvl5pPr>
              <a:defRPr sz="1575" b="1">
                <a:solidFill>
                  <a:srgbClr val="007E78"/>
                </a:solidFill>
              </a:defRPr>
            </a:lvl5pPr>
            <a:lvl6pPr>
              <a:defRPr sz="1575" b="1">
                <a:solidFill>
                  <a:srgbClr val="007E78"/>
                </a:solidFill>
              </a:defRPr>
            </a:lvl6pPr>
            <a:lvl7pPr>
              <a:defRPr sz="1575" b="1">
                <a:solidFill>
                  <a:srgbClr val="007E78"/>
                </a:solidFill>
              </a:defRPr>
            </a:lvl7pPr>
            <a:lvl8pPr>
              <a:defRPr sz="1575" b="1">
                <a:solidFill>
                  <a:srgbClr val="007E78"/>
                </a:solidFill>
              </a:defRPr>
            </a:lvl8pPr>
            <a:lvl9pPr>
              <a:defRPr sz="1575" b="1">
                <a:solidFill>
                  <a:srgbClr val="007E78"/>
                </a:solidFill>
              </a:defRPr>
            </a:lvl9pPr>
          </a:lstStyle>
          <a:p xmlns:a="http://schemas.openxmlformats.org/drawingml/2006/main">
            <a:pPr>
              <a:buNone/>
              <a:defRPr sz="1575" b="1">
                <a:solidFill>
                  <a:srgbClr val="007E78"/>
                </a:solidFill>
              </a:defRPr>
            </a:pPr>
            <a:r>
              <a:rPr sz="1575" b="1">
                <a:solidFill>
                  <a:srgbClr val="007E78"/>
                </a:solidFill>
              </a:rPr>
              <a:t>Scholarly Researcher</a:t>
            </a:r>
          </a:p>
        </p:txBody>
      </p:sp>
      <p:sp>
        <p:nvSpPr>
          <p:cNvPr id="14" name="">
            <a:extLst xmlns:a="http://schemas.openxmlformats.org/drawingml/2006/main">
              <a:ext uri="{FF2B5EF4-FFF2-40B4-BE49-F238E27FC236}">
                <a16:creationId xmlns:a16="http://schemas.microsoft.com/office/drawing/2014/main" id="{DB14E5AB-D3FF-4C3D-8BBC-7CAC83513428}"/>
              </a:ext>
            </a:extLst>
          </p:cNvPr>
          <p:cNvSpPr>
            <a:spLocks xmlns:a="http://schemas.openxmlformats.org/drawingml/2006/main" noGrp="1"/>
          </p:cNvSpPr>
          <p:nvPr/>
        </p:nvSpPr>
        <p:spPr>
          <a:xfrm xmlns:a="http://schemas.openxmlformats.org/drawingml/2006/main">
            <a:off x="3352800" y="4953000"/>
            <a:ext cx="7924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153047"/>
                </a:solidFill>
              </a:defRPr>
            </a:defPPr>
            <a:lvl1pPr>
              <a:defRPr sz="1575" b="0">
                <a:solidFill>
                  <a:srgbClr val="153047"/>
                </a:solidFill>
              </a:defRPr>
            </a:lvl1pPr>
            <a:lvl2pPr>
              <a:defRPr sz="1575" b="0">
                <a:solidFill>
                  <a:srgbClr val="153047"/>
                </a:solidFill>
              </a:defRPr>
            </a:lvl2pPr>
            <a:lvl3pPr>
              <a:defRPr sz="1575" b="0">
                <a:solidFill>
                  <a:srgbClr val="153047"/>
                </a:solidFill>
              </a:defRPr>
            </a:lvl3pPr>
            <a:lvl4pPr>
              <a:defRPr sz="1575" b="0">
                <a:solidFill>
                  <a:srgbClr val="153047"/>
                </a:solidFill>
              </a:defRPr>
            </a:lvl4pPr>
            <a:lvl5pPr>
              <a:defRPr sz="1575" b="0">
                <a:solidFill>
                  <a:srgbClr val="153047"/>
                </a:solidFill>
              </a:defRPr>
            </a:lvl5pPr>
            <a:lvl6pPr>
              <a:defRPr sz="1575" b="0">
                <a:solidFill>
                  <a:srgbClr val="153047"/>
                </a:solidFill>
              </a:defRPr>
            </a:lvl6pPr>
            <a:lvl7pPr>
              <a:defRPr sz="1575" b="0">
                <a:solidFill>
                  <a:srgbClr val="153047"/>
                </a:solidFill>
              </a:defRPr>
            </a:lvl7pPr>
            <a:lvl8pPr>
              <a:defRPr sz="1575" b="0">
                <a:solidFill>
                  <a:srgbClr val="153047"/>
                </a:solidFill>
              </a:defRPr>
            </a:lvl8pPr>
            <a:lvl9pPr>
              <a:defRPr sz="1575" b="0">
                <a:solidFill>
                  <a:srgbClr val="153047"/>
                </a:solidFill>
              </a:defRPr>
            </a:lvl9pPr>
          </a:lstStyle>
          <a:p xmlns:a="http://schemas.openxmlformats.org/drawingml/2006/main">
            <a:pPr>
              <a:buNone/>
              <a:defRPr sz="1575" b="0">
                <a:solidFill>
                  <a:srgbClr val="153047"/>
                </a:solidFill>
              </a:defRPr>
            </a:pPr>
            <a:r>
              <a:rPr sz="1575" b="0">
                <a:solidFill>
                  <a:srgbClr val="153047"/>
                </a:solidFill>
              </a:rPr>
              <a:t>Queries Crossref and labels exact upload metadata separately from unreviewed related candidates.</a:t>
            </a:r>
          </a:p>
        </p:txBody>
      </p:sp>
    </p:spTree>
    <p:extLst>
      <p:ext uri="{BB962C8B-B14F-4D97-AF65-F5344CB8AC3E}">
        <p14:creationId xmlns:p14="http://schemas.microsoft.com/office/powerpoint/2010/main" val="872433211"/>
      </p:ext>
    </p:extLst>
  </p:cSld>
</p:sld>
</file>

<file path=ppt/slides/slide8.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3B991DB-3A54-4AE2-92CB-7C5866582089}"/>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E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DCE4C02-DF4C-4411-9E59-B50A0D81E62E}"/>
              </a:ext>
            </a:extLst>
          </p:cNvPr>
          <p:cNvSpPr>
            <a:spLocks xmlns:a="http://schemas.openxmlformats.org/drawingml/2006/main" noGrp="1"/>
          </p:cNvSpPr>
          <p:nvPr/>
        </p:nvSpPr>
        <p:spPr>
          <a:xfrm xmlns:a="http://schemas.openxmlformats.org/drawingml/2006/main">
            <a:off x="609600" y="323850"/>
            <a:ext cx="1009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07E78"/>
                </a:solidFill>
              </a:defRPr>
            </a:defPPr>
            <a:lvl1pPr>
              <a:defRPr sz="1125" b="1">
                <a:solidFill>
                  <a:srgbClr val="007E78"/>
                </a:solidFill>
              </a:defRPr>
            </a:lvl1pPr>
            <a:lvl2pPr>
              <a:defRPr sz="1125" b="1">
                <a:solidFill>
                  <a:srgbClr val="007E78"/>
                </a:solidFill>
              </a:defRPr>
            </a:lvl2pPr>
            <a:lvl3pPr>
              <a:defRPr sz="1125" b="1">
                <a:solidFill>
                  <a:srgbClr val="007E78"/>
                </a:solidFill>
              </a:defRPr>
            </a:lvl3pPr>
            <a:lvl4pPr>
              <a:defRPr sz="1125" b="1">
                <a:solidFill>
                  <a:srgbClr val="007E78"/>
                </a:solidFill>
              </a:defRPr>
            </a:lvl4pPr>
            <a:lvl5pPr>
              <a:defRPr sz="1125" b="1">
                <a:solidFill>
                  <a:srgbClr val="007E78"/>
                </a:solidFill>
              </a:defRPr>
            </a:lvl5pPr>
            <a:lvl6pPr>
              <a:defRPr sz="1125" b="1">
                <a:solidFill>
                  <a:srgbClr val="007E78"/>
                </a:solidFill>
              </a:defRPr>
            </a:lvl6pPr>
            <a:lvl7pPr>
              <a:defRPr sz="1125" b="1">
                <a:solidFill>
                  <a:srgbClr val="007E78"/>
                </a:solidFill>
              </a:defRPr>
            </a:lvl7pPr>
            <a:lvl8pPr>
              <a:defRPr sz="1125" b="1">
                <a:solidFill>
                  <a:srgbClr val="007E78"/>
                </a:solidFill>
              </a:defRPr>
            </a:lvl8pPr>
            <a:lvl9pPr>
              <a:defRPr sz="1125" b="1">
                <a:solidFill>
                  <a:srgbClr val="007E78"/>
                </a:solidFill>
              </a:defRPr>
            </a:lvl9pPr>
          </a:lstStyle>
          <a:p xmlns:a="http://schemas.openxmlformats.org/drawingml/2006/main">
            <a:pPr>
              <a:buNone/>
              <a:defRPr sz="1125" b="1">
                <a:solidFill>
                  <a:srgbClr val="007E78"/>
                </a:solidFill>
              </a:defRPr>
            </a:pPr>
            <a:r>
              <a:rPr sz="1125" b="1">
                <a:solidFill>
                  <a:srgbClr val="007E78"/>
                </a:solidFill>
              </a:rPr>
              <a:t>07  SYNTHESIS AND QUALITY</a:t>
            </a:r>
          </a:p>
        </p:txBody>
      </p:sp>
      <p:sp>
        <p:nvSpPr>
          <p:cNvPr id="3" name="">
            <a:extLst xmlns:a="http://schemas.openxmlformats.org/drawingml/2006/main">
              <a:ext uri="{FF2B5EF4-FFF2-40B4-BE49-F238E27FC236}">
                <a16:creationId xmlns:a16="http://schemas.microsoft.com/office/drawing/2014/main" id="{BF05B520-08AA-49A2-80B0-277AB0AFDEE6}"/>
              </a:ext>
            </a:extLst>
          </p:cNvPr>
          <p:cNvSpPr>
            <a:spLocks xmlns:a="http://schemas.openxmlformats.org/drawingml/2006/main" noGrp="1"/>
          </p:cNvSpPr>
          <p:nvPr/>
        </p:nvSpPr>
        <p:spPr>
          <a:xfrm xmlns:a="http://schemas.openxmlformats.org/drawingml/2006/main">
            <a:off x="609600" y="685800"/>
            <a:ext cx="10858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10243A"/>
                </a:solidFill>
              </a:defRPr>
            </a:defPPr>
            <a:lvl1pPr>
              <a:defRPr sz="2850" b="1">
                <a:solidFill>
                  <a:srgbClr val="10243A"/>
                </a:solidFill>
              </a:defRPr>
            </a:lvl1pPr>
            <a:lvl2pPr>
              <a:defRPr sz="2850" b="1">
                <a:solidFill>
                  <a:srgbClr val="10243A"/>
                </a:solidFill>
              </a:defRPr>
            </a:lvl2pPr>
            <a:lvl3pPr>
              <a:defRPr sz="2850" b="1">
                <a:solidFill>
                  <a:srgbClr val="10243A"/>
                </a:solidFill>
              </a:defRPr>
            </a:lvl3pPr>
            <a:lvl4pPr>
              <a:defRPr sz="2850" b="1">
                <a:solidFill>
                  <a:srgbClr val="10243A"/>
                </a:solidFill>
              </a:defRPr>
            </a:lvl4pPr>
            <a:lvl5pPr>
              <a:defRPr sz="2850" b="1">
                <a:solidFill>
                  <a:srgbClr val="10243A"/>
                </a:solidFill>
              </a:defRPr>
            </a:lvl5pPr>
            <a:lvl6pPr>
              <a:defRPr sz="2850" b="1">
                <a:solidFill>
                  <a:srgbClr val="10243A"/>
                </a:solidFill>
              </a:defRPr>
            </a:lvl6pPr>
            <a:lvl7pPr>
              <a:defRPr sz="2850" b="1">
                <a:solidFill>
                  <a:srgbClr val="10243A"/>
                </a:solidFill>
              </a:defRPr>
            </a:lvl7pPr>
            <a:lvl8pPr>
              <a:defRPr sz="2850" b="1">
                <a:solidFill>
                  <a:srgbClr val="10243A"/>
                </a:solidFill>
              </a:defRPr>
            </a:lvl8pPr>
            <a:lvl9pPr>
              <a:defRPr sz="2850" b="1">
                <a:solidFill>
                  <a:srgbClr val="10243A"/>
                </a:solidFill>
              </a:defRPr>
            </a:lvl9pPr>
          </a:lstStyle>
          <a:p xmlns:a="http://schemas.openxmlformats.org/drawingml/2006/main">
            <a:pPr>
              <a:buNone/>
              <a:defRPr sz="2850" b="1">
                <a:solidFill>
                  <a:srgbClr val="10243A"/>
                </a:solidFill>
              </a:defRPr>
            </a:pPr>
            <a:r>
              <a:rPr sz="2850" b="1">
                <a:solidFill>
                  <a:srgbClr val="10243A"/>
                </a:solidFill>
              </a:rPr>
              <a:t>Runtime agent roles</a:t>
            </a:r>
          </a:p>
        </p:txBody>
      </p:sp>
      <p:sp>
        <p:nvSpPr>
          <p:cNvPr id="4" name="">
            <a:extLst xmlns:a="http://schemas.openxmlformats.org/drawingml/2006/main">
              <a:ext uri="{FF2B5EF4-FFF2-40B4-BE49-F238E27FC236}">
                <a16:creationId xmlns:a16="http://schemas.microsoft.com/office/drawing/2014/main" id="{35C8F9E7-7707-408C-82DC-353E454780D0}"/>
              </a:ext>
            </a:extLst>
          </p:cNvPr>
          <p:cNvSpPr>
            <a:spLocks xmlns:a="http://schemas.openxmlformats.org/drawingml/2006/main" noGrp="1"/>
          </p:cNvSpPr>
          <p:nvPr/>
        </p:nvSpPr>
        <p:spPr>
          <a:xfrm xmlns:a="http://schemas.openxmlformats.org/drawingml/2006/main">
            <a:off x="609600" y="6324600"/>
            <a:ext cx="10972800" cy="9525"/>
          </a:xfrm>
          <a:prstGeom xmlns:a="http://schemas.openxmlformats.org/drawingml/2006/main" prst="rect">
            <a:avLst/>
          </a:prstGeom>
          <a:solidFill xmlns:a="http://schemas.openxmlformats.org/drawingml/2006/main">
            <a:srgbClr val="D7E3E9"/>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4A110D5-1C6D-40E3-A606-4558DDF61C8B}"/>
              </a:ext>
            </a:extLst>
          </p:cNvPr>
          <p:cNvSpPr>
            <a:spLocks xmlns:a="http://schemas.openxmlformats.org/drawingml/2006/main" noGrp="1"/>
          </p:cNvSpPr>
          <p:nvPr/>
        </p:nvSpPr>
        <p:spPr>
          <a:xfrm xmlns:a="http://schemas.openxmlformats.org/drawingml/2006/main">
            <a:off x="609600" y="6429375"/>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AgentFlow  |  Final Review</a:t>
            </a:r>
          </a:p>
        </p:txBody>
      </p:sp>
      <p:sp>
        <p:nvSpPr>
          <p:cNvPr id="6" name="">
            <a:extLst xmlns:a="http://schemas.openxmlformats.org/drawingml/2006/main">
              <a:ext uri="{FF2B5EF4-FFF2-40B4-BE49-F238E27FC236}">
                <a16:creationId xmlns:a16="http://schemas.microsoft.com/office/drawing/2014/main" id="{9FD4ADC0-E4F1-48FB-8A20-BAC8231C12F1}"/>
              </a:ext>
            </a:extLst>
          </p:cNvPr>
          <p:cNvSpPr>
            <a:spLocks xmlns:a="http://schemas.openxmlformats.org/drawingml/2006/main" noGrp="1"/>
          </p:cNvSpPr>
          <p:nvPr/>
        </p:nvSpPr>
        <p:spPr>
          <a:xfrm xmlns:a="http://schemas.openxmlformats.org/drawingml/2006/main">
            <a:off x="11029950" y="642937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08</a:t>
            </a:r>
          </a:p>
        </p:txBody>
      </p:sp>
      <p:sp>
        <p:nvSpPr>
          <p:cNvPr id="7" name="">
            <a:extLst xmlns:a="http://schemas.openxmlformats.org/drawingml/2006/main">
              <a:ext uri="{FF2B5EF4-FFF2-40B4-BE49-F238E27FC236}">
                <a16:creationId xmlns:a16="http://schemas.microsoft.com/office/drawing/2014/main" id="{63BE8FCB-E474-4624-8528-8EE26B6927AC}"/>
              </a:ext>
            </a:extLst>
          </p:cNvPr>
          <p:cNvSpPr>
            <a:spLocks xmlns:a="http://schemas.openxmlformats.org/drawingml/2006/main" noGrp="1"/>
          </p:cNvSpPr>
          <p:nvPr/>
        </p:nvSpPr>
        <p:spPr>
          <a:xfrm xmlns:a="http://schemas.openxmlformats.org/drawingml/2006/main">
            <a:off x="704850" y="171450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007E78"/>
                </a:solidFill>
              </a:defRPr>
            </a:defPPr>
            <a:lvl1pPr>
              <a:defRPr sz="1500" b="1">
                <a:solidFill>
                  <a:srgbClr val="007E78"/>
                </a:solidFill>
              </a:defRPr>
            </a:lvl1pPr>
            <a:lvl2pPr>
              <a:defRPr sz="1500" b="1">
                <a:solidFill>
                  <a:srgbClr val="007E78"/>
                </a:solidFill>
              </a:defRPr>
            </a:lvl2pPr>
            <a:lvl3pPr>
              <a:defRPr sz="1500" b="1">
                <a:solidFill>
                  <a:srgbClr val="007E78"/>
                </a:solidFill>
              </a:defRPr>
            </a:lvl3pPr>
            <a:lvl4pPr>
              <a:defRPr sz="1500" b="1">
                <a:solidFill>
                  <a:srgbClr val="007E78"/>
                </a:solidFill>
              </a:defRPr>
            </a:lvl4pPr>
            <a:lvl5pPr>
              <a:defRPr sz="1500" b="1">
                <a:solidFill>
                  <a:srgbClr val="007E78"/>
                </a:solidFill>
              </a:defRPr>
            </a:lvl5pPr>
            <a:lvl6pPr>
              <a:defRPr sz="1500" b="1">
                <a:solidFill>
                  <a:srgbClr val="007E78"/>
                </a:solidFill>
              </a:defRPr>
            </a:lvl6pPr>
            <a:lvl7pPr>
              <a:defRPr sz="1500" b="1">
                <a:solidFill>
                  <a:srgbClr val="007E78"/>
                </a:solidFill>
              </a:defRPr>
            </a:lvl7pPr>
            <a:lvl8pPr>
              <a:defRPr sz="1500" b="1">
                <a:solidFill>
                  <a:srgbClr val="007E78"/>
                </a:solidFill>
              </a:defRPr>
            </a:lvl8pPr>
            <a:lvl9pPr>
              <a:defRPr sz="1500" b="1">
                <a:solidFill>
                  <a:srgbClr val="007E78"/>
                </a:solidFill>
              </a:defRPr>
            </a:lvl9pPr>
          </a:lstStyle>
          <a:p xmlns:a="http://schemas.openxmlformats.org/drawingml/2006/main">
            <a:pPr>
              <a:buNone/>
              <a:defRPr sz="1500" b="1">
                <a:solidFill>
                  <a:srgbClr val="007E78"/>
                </a:solidFill>
              </a:defRPr>
            </a:pPr>
            <a:r>
              <a:rPr sz="1500" b="1">
                <a:solidFill>
                  <a:srgbClr val="007E78"/>
                </a:solidFill>
              </a:rPr>
              <a:t>Comparative Analyst</a:t>
            </a:r>
          </a:p>
        </p:txBody>
      </p:sp>
      <p:sp>
        <p:nvSpPr>
          <p:cNvPr id="8" name="">
            <a:extLst xmlns:a="http://schemas.openxmlformats.org/drawingml/2006/main">
              <a:ext uri="{FF2B5EF4-FFF2-40B4-BE49-F238E27FC236}">
                <a16:creationId xmlns:a16="http://schemas.microsoft.com/office/drawing/2014/main" id="{993303B8-54E6-4AB3-BF95-1C521DC0AD16}"/>
              </a:ext>
            </a:extLst>
          </p:cNvPr>
          <p:cNvSpPr>
            <a:spLocks xmlns:a="http://schemas.openxmlformats.org/drawingml/2006/main" noGrp="1"/>
          </p:cNvSpPr>
          <p:nvPr/>
        </p:nvSpPr>
        <p:spPr>
          <a:xfrm xmlns:a="http://schemas.openxmlformats.org/drawingml/2006/main">
            <a:off x="3352800" y="1714500"/>
            <a:ext cx="7924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153047"/>
                </a:solidFill>
              </a:defRPr>
            </a:defPPr>
            <a:lvl1pPr>
              <a:defRPr sz="1500" b="0">
                <a:solidFill>
                  <a:srgbClr val="153047"/>
                </a:solidFill>
              </a:defRPr>
            </a:lvl1pPr>
            <a:lvl2pPr>
              <a:defRPr sz="1500" b="0">
                <a:solidFill>
                  <a:srgbClr val="153047"/>
                </a:solidFill>
              </a:defRPr>
            </a:lvl2pPr>
            <a:lvl3pPr>
              <a:defRPr sz="1500" b="0">
                <a:solidFill>
                  <a:srgbClr val="153047"/>
                </a:solidFill>
              </a:defRPr>
            </a:lvl3pPr>
            <a:lvl4pPr>
              <a:defRPr sz="1500" b="0">
                <a:solidFill>
                  <a:srgbClr val="153047"/>
                </a:solidFill>
              </a:defRPr>
            </a:lvl4pPr>
            <a:lvl5pPr>
              <a:defRPr sz="1500" b="0">
                <a:solidFill>
                  <a:srgbClr val="153047"/>
                </a:solidFill>
              </a:defRPr>
            </a:lvl5pPr>
            <a:lvl6pPr>
              <a:defRPr sz="1500" b="0">
                <a:solidFill>
                  <a:srgbClr val="153047"/>
                </a:solidFill>
              </a:defRPr>
            </a:lvl6pPr>
            <a:lvl7pPr>
              <a:defRPr sz="1500" b="0">
                <a:solidFill>
                  <a:srgbClr val="153047"/>
                </a:solidFill>
              </a:defRPr>
            </a:lvl7pPr>
            <a:lvl8pPr>
              <a:defRPr sz="1500" b="0">
                <a:solidFill>
                  <a:srgbClr val="153047"/>
                </a:solidFill>
              </a:defRPr>
            </a:lvl8pPr>
            <a:lvl9pPr>
              <a:defRPr sz="1500" b="0">
                <a:solidFill>
                  <a:srgbClr val="153047"/>
                </a:solidFill>
              </a:defRPr>
            </a:lvl9pPr>
          </a:lstStyle>
          <a:p xmlns:a="http://schemas.openxmlformats.org/drawingml/2006/main">
            <a:pPr>
              <a:buNone/>
              <a:defRPr sz="1500" b="0">
                <a:solidFill>
                  <a:srgbClr val="153047"/>
                </a:solidFill>
              </a:defRPr>
            </a:pPr>
            <a:r>
              <a:rPr sz="1500" b="0">
                <a:solidFill>
                  <a:srgbClr val="153047"/>
                </a:solidFill>
              </a:rPr>
              <a:t>The model receives bounded excerpts from directly linked PDFs and explains similarities and limits.</a:t>
            </a:r>
          </a:p>
        </p:txBody>
      </p:sp>
      <p:sp>
        <p:nvSpPr>
          <p:cNvPr id="9" name="">
            <a:extLst xmlns:a="http://schemas.openxmlformats.org/drawingml/2006/main">
              <a:ext uri="{FF2B5EF4-FFF2-40B4-BE49-F238E27FC236}">
                <a16:creationId xmlns:a16="http://schemas.microsoft.com/office/drawing/2014/main" id="{784E7B9A-F6D9-41D8-93C6-4DDE92A09252}"/>
              </a:ext>
            </a:extLst>
          </p:cNvPr>
          <p:cNvSpPr>
            <a:spLocks xmlns:a="http://schemas.openxmlformats.org/drawingml/2006/main" noGrp="1"/>
          </p:cNvSpPr>
          <p:nvPr/>
        </p:nvSpPr>
        <p:spPr>
          <a:xfrm xmlns:a="http://schemas.openxmlformats.org/drawingml/2006/main">
            <a:off x="704850" y="255270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007E78"/>
                </a:solidFill>
              </a:defRPr>
            </a:defPPr>
            <a:lvl1pPr>
              <a:defRPr sz="1500" b="1">
                <a:solidFill>
                  <a:srgbClr val="007E78"/>
                </a:solidFill>
              </a:defRPr>
            </a:lvl1pPr>
            <a:lvl2pPr>
              <a:defRPr sz="1500" b="1">
                <a:solidFill>
                  <a:srgbClr val="007E78"/>
                </a:solidFill>
              </a:defRPr>
            </a:lvl2pPr>
            <a:lvl3pPr>
              <a:defRPr sz="1500" b="1">
                <a:solidFill>
                  <a:srgbClr val="007E78"/>
                </a:solidFill>
              </a:defRPr>
            </a:lvl3pPr>
            <a:lvl4pPr>
              <a:defRPr sz="1500" b="1">
                <a:solidFill>
                  <a:srgbClr val="007E78"/>
                </a:solidFill>
              </a:defRPr>
            </a:lvl4pPr>
            <a:lvl5pPr>
              <a:defRPr sz="1500" b="1">
                <a:solidFill>
                  <a:srgbClr val="007E78"/>
                </a:solidFill>
              </a:defRPr>
            </a:lvl5pPr>
            <a:lvl6pPr>
              <a:defRPr sz="1500" b="1">
                <a:solidFill>
                  <a:srgbClr val="007E78"/>
                </a:solidFill>
              </a:defRPr>
            </a:lvl6pPr>
            <a:lvl7pPr>
              <a:defRPr sz="1500" b="1">
                <a:solidFill>
                  <a:srgbClr val="007E78"/>
                </a:solidFill>
              </a:defRPr>
            </a:lvl7pPr>
            <a:lvl8pPr>
              <a:defRPr sz="1500" b="1">
                <a:solidFill>
                  <a:srgbClr val="007E78"/>
                </a:solidFill>
              </a:defRPr>
            </a:lvl8pPr>
            <a:lvl9pPr>
              <a:defRPr sz="1500" b="1">
                <a:solidFill>
                  <a:srgbClr val="007E78"/>
                </a:solidFill>
              </a:defRPr>
            </a:lvl9pPr>
          </a:lstStyle>
          <a:p xmlns:a="http://schemas.openxmlformats.org/drawingml/2006/main">
            <a:pPr>
              <a:buNone/>
              <a:defRPr sz="1500" b="1">
                <a:solidFill>
                  <a:srgbClr val="007E78"/>
                </a:solidFill>
              </a:defRPr>
            </a:pPr>
            <a:r>
              <a:rPr sz="1500" b="1">
                <a:solidFill>
                  <a:srgbClr val="007E78"/>
                </a:solidFill>
              </a:rPr>
              <a:t>Visualization Agent</a:t>
            </a:r>
          </a:p>
        </p:txBody>
      </p:sp>
      <p:sp>
        <p:nvSpPr>
          <p:cNvPr id="10" name="">
            <a:extLst xmlns:a="http://schemas.openxmlformats.org/drawingml/2006/main">
              <a:ext uri="{FF2B5EF4-FFF2-40B4-BE49-F238E27FC236}">
                <a16:creationId xmlns:a16="http://schemas.microsoft.com/office/drawing/2014/main" id="{3981FA7B-4208-4A75-8F75-717C909370F1}"/>
              </a:ext>
            </a:extLst>
          </p:cNvPr>
          <p:cNvSpPr>
            <a:spLocks xmlns:a="http://schemas.openxmlformats.org/drawingml/2006/main" noGrp="1"/>
          </p:cNvSpPr>
          <p:nvPr/>
        </p:nvSpPr>
        <p:spPr>
          <a:xfrm xmlns:a="http://schemas.openxmlformats.org/drawingml/2006/main">
            <a:off x="3352800" y="2552700"/>
            <a:ext cx="7924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153047"/>
                </a:solidFill>
              </a:defRPr>
            </a:defPPr>
            <a:lvl1pPr>
              <a:defRPr sz="1500" b="0">
                <a:solidFill>
                  <a:srgbClr val="153047"/>
                </a:solidFill>
              </a:defRPr>
            </a:lvl1pPr>
            <a:lvl2pPr>
              <a:defRPr sz="1500" b="0">
                <a:solidFill>
                  <a:srgbClr val="153047"/>
                </a:solidFill>
              </a:defRPr>
            </a:lvl2pPr>
            <a:lvl3pPr>
              <a:defRPr sz="1500" b="0">
                <a:solidFill>
                  <a:srgbClr val="153047"/>
                </a:solidFill>
              </a:defRPr>
            </a:lvl3pPr>
            <a:lvl4pPr>
              <a:defRPr sz="1500" b="0">
                <a:solidFill>
                  <a:srgbClr val="153047"/>
                </a:solidFill>
              </a:defRPr>
            </a:lvl4pPr>
            <a:lvl5pPr>
              <a:defRPr sz="1500" b="0">
                <a:solidFill>
                  <a:srgbClr val="153047"/>
                </a:solidFill>
              </a:defRPr>
            </a:lvl5pPr>
            <a:lvl6pPr>
              <a:defRPr sz="1500" b="0">
                <a:solidFill>
                  <a:srgbClr val="153047"/>
                </a:solidFill>
              </a:defRPr>
            </a:lvl6pPr>
            <a:lvl7pPr>
              <a:defRPr sz="1500" b="0">
                <a:solidFill>
                  <a:srgbClr val="153047"/>
                </a:solidFill>
              </a:defRPr>
            </a:lvl7pPr>
            <a:lvl8pPr>
              <a:defRPr sz="1500" b="0">
                <a:solidFill>
                  <a:srgbClr val="153047"/>
                </a:solidFill>
              </a:defRPr>
            </a:lvl8pPr>
            <a:lvl9pPr>
              <a:defRPr sz="1500" b="0">
                <a:solidFill>
                  <a:srgbClr val="153047"/>
                </a:solidFill>
              </a:defRPr>
            </a:lvl9pPr>
          </a:lstStyle>
          <a:p xmlns:a="http://schemas.openxmlformats.org/drawingml/2006/main">
            <a:pPr>
              <a:buNone/>
              <a:defRPr sz="1500" b="0">
                <a:solidFill>
                  <a:srgbClr val="153047"/>
                </a:solidFill>
              </a:defRPr>
            </a:pPr>
            <a:r>
              <a:rPr sz="1500" b="0">
                <a:solidFill>
                  <a:srgbClr val="153047"/>
                </a:solidFill>
              </a:rPr>
              <a:t>Fixed chart code selects a relevant numeric view from uploaded tables and can show trends, comparisons, relationships, or missing values.</a:t>
            </a:r>
          </a:p>
        </p:txBody>
      </p:sp>
      <p:sp>
        <p:nvSpPr>
          <p:cNvPr id="11" name="">
            <a:extLst xmlns:a="http://schemas.openxmlformats.org/drawingml/2006/main">
              <a:ext uri="{FF2B5EF4-FFF2-40B4-BE49-F238E27FC236}">
                <a16:creationId xmlns:a16="http://schemas.microsoft.com/office/drawing/2014/main" id="{88029501-6C84-4CA3-84DA-B12AEC51C09A}"/>
              </a:ext>
            </a:extLst>
          </p:cNvPr>
          <p:cNvSpPr>
            <a:spLocks xmlns:a="http://schemas.openxmlformats.org/drawingml/2006/main" noGrp="1"/>
          </p:cNvSpPr>
          <p:nvPr/>
        </p:nvSpPr>
        <p:spPr>
          <a:xfrm xmlns:a="http://schemas.openxmlformats.org/drawingml/2006/main">
            <a:off x="704850" y="339090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007E78"/>
                </a:solidFill>
              </a:defRPr>
            </a:defPPr>
            <a:lvl1pPr>
              <a:defRPr sz="1500" b="1">
                <a:solidFill>
                  <a:srgbClr val="007E78"/>
                </a:solidFill>
              </a:defRPr>
            </a:lvl1pPr>
            <a:lvl2pPr>
              <a:defRPr sz="1500" b="1">
                <a:solidFill>
                  <a:srgbClr val="007E78"/>
                </a:solidFill>
              </a:defRPr>
            </a:lvl2pPr>
            <a:lvl3pPr>
              <a:defRPr sz="1500" b="1">
                <a:solidFill>
                  <a:srgbClr val="007E78"/>
                </a:solidFill>
              </a:defRPr>
            </a:lvl3pPr>
            <a:lvl4pPr>
              <a:defRPr sz="1500" b="1">
                <a:solidFill>
                  <a:srgbClr val="007E78"/>
                </a:solidFill>
              </a:defRPr>
            </a:lvl4pPr>
            <a:lvl5pPr>
              <a:defRPr sz="1500" b="1">
                <a:solidFill>
                  <a:srgbClr val="007E78"/>
                </a:solidFill>
              </a:defRPr>
            </a:lvl5pPr>
            <a:lvl6pPr>
              <a:defRPr sz="1500" b="1">
                <a:solidFill>
                  <a:srgbClr val="007E78"/>
                </a:solidFill>
              </a:defRPr>
            </a:lvl6pPr>
            <a:lvl7pPr>
              <a:defRPr sz="1500" b="1">
                <a:solidFill>
                  <a:srgbClr val="007E78"/>
                </a:solidFill>
              </a:defRPr>
            </a:lvl7pPr>
            <a:lvl8pPr>
              <a:defRPr sz="1500" b="1">
                <a:solidFill>
                  <a:srgbClr val="007E78"/>
                </a:solidFill>
              </a:defRPr>
            </a:lvl8pPr>
            <a:lvl9pPr>
              <a:defRPr sz="1500" b="1">
                <a:solidFill>
                  <a:srgbClr val="007E78"/>
                </a:solidFill>
              </a:defRPr>
            </a:lvl9pPr>
          </a:lstStyle>
          <a:p xmlns:a="http://schemas.openxmlformats.org/drawingml/2006/main">
            <a:pPr>
              <a:buNone/>
              <a:defRPr sz="1500" b="1">
                <a:solidFill>
                  <a:srgbClr val="007E78"/>
                </a:solidFill>
              </a:defRPr>
            </a:pPr>
            <a:r>
              <a:rPr sz="1500" b="1">
                <a:solidFill>
                  <a:srgbClr val="007E78"/>
                </a:solidFill>
              </a:rPr>
              <a:t>Report Writer</a:t>
            </a:r>
          </a:p>
        </p:txBody>
      </p:sp>
      <p:sp>
        <p:nvSpPr>
          <p:cNvPr id="12" name="">
            <a:extLst xmlns:a="http://schemas.openxmlformats.org/drawingml/2006/main">
              <a:ext uri="{FF2B5EF4-FFF2-40B4-BE49-F238E27FC236}">
                <a16:creationId xmlns:a16="http://schemas.microsoft.com/office/drawing/2014/main" id="{7D920323-3E6E-49C6-9AA0-EFE772A04E8F}"/>
              </a:ext>
            </a:extLst>
          </p:cNvPr>
          <p:cNvSpPr>
            <a:spLocks xmlns:a="http://schemas.openxmlformats.org/drawingml/2006/main" noGrp="1"/>
          </p:cNvSpPr>
          <p:nvPr/>
        </p:nvSpPr>
        <p:spPr>
          <a:xfrm xmlns:a="http://schemas.openxmlformats.org/drawingml/2006/main">
            <a:off x="3352800" y="3390900"/>
            <a:ext cx="7924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153047"/>
                </a:solidFill>
              </a:defRPr>
            </a:defPPr>
            <a:lvl1pPr>
              <a:defRPr sz="1500" b="0">
                <a:solidFill>
                  <a:srgbClr val="153047"/>
                </a:solidFill>
              </a:defRPr>
            </a:lvl1pPr>
            <a:lvl2pPr>
              <a:defRPr sz="1500" b="0">
                <a:solidFill>
                  <a:srgbClr val="153047"/>
                </a:solidFill>
              </a:defRPr>
            </a:lvl2pPr>
            <a:lvl3pPr>
              <a:defRPr sz="1500" b="0">
                <a:solidFill>
                  <a:srgbClr val="153047"/>
                </a:solidFill>
              </a:defRPr>
            </a:lvl3pPr>
            <a:lvl4pPr>
              <a:defRPr sz="1500" b="0">
                <a:solidFill>
                  <a:srgbClr val="153047"/>
                </a:solidFill>
              </a:defRPr>
            </a:lvl4pPr>
            <a:lvl5pPr>
              <a:defRPr sz="1500" b="0">
                <a:solidFill>
                  <a:srgbClr val="153047"/>
                </a:solidFill>
              </a:defRPr>
            </a:lvl5pPr>
            <a:lvl6pPr>
              <a:defRPr sz="1500" b="0">
                <a:solidFill>
                  <a:srgbClr val="153047"/>
                </a:solidFill>
              </a:defRPr>
            </a:lvl6pPr>
            <a:lvl7pPr>
              <a:defRPr sz="1500" b="0">
                <a:solidFill>
                  <a:srgbClr val="153047"/>
                </a:solidFill>
              </a:defRPr>
            </a:lvl7pPr>
            <a:lvl8pPr>
              <a:defRPr sz="1500" b="0">
                <a:solidFill>
                  <a:srgbClr val="153047"/>
                </a:solidFill>
              </a:defRPr>
            </a:lvl8pPr>
            <a:lvl9pPr>
              <a:defRPr sz="1500" b="0">
                <a:solidFill>
                  <a:srgbClr val="153047"/>
                </a:solidFill>
              </a:defRPr>
            </a:lvl9pPr>
          </a:lstStyle>
          <a:p xmlns:a="http://schemas.openxmlformats.org/drawingml/2006/main">
            <a:pPr>
              <a:buNone/>
              <a:defRPr sz="1500" b="0">
                <a:solidFill>
                  <a:srgbClr val="153047"/>
                </a:solidFill>
              </a:defRPr>
            </a:pPr>
            <a:r>
              <a:rPr sz="1500" b="0">
                <a:solidFill>
                  <a:srgbClr val="153047"/>
                </a:solidFill>
              </a:rPr>
              <a:t>The model receives every upstream output and produces a structured Markdown deliverable.</a:t>
            </a:r>
          </a:p>
        </p:txBody>
      </p:sp>
      <p:sp>
        <p:nvSpPr>
          <p:cNvPr id="13" name="">
            <a:extLst xmlns:a="http://schemas.openxmlformats.org/drawingml/2006/main">
              <a:ext uri="{FF2B5EF4-FFF2-40B4-BE49-F238E27FC236}">
                <a16:creationId xmlns:a16="http://schemas.microsoft.com/office/drawing/2014/main" id="{E306EB7E-228B-4E99-A263-EF4F68FD2185}"/>
              </a:ext>
            </a:extLst>
          </p:cNvPr>
          <p:cNvSpPr>
            <a:spLocks xmlns:a="http://schemas.openxmlformats.org/drawingml/2006/main" noGrp="1"/>
          </p:cNvSpPr>
          <p:nvPr/>
        </p:nvSpPr>
        <p:spPr>
          <a:xfrm xmlns:a="http://schemas.openxmlformats.org/drawingml/2006/main">
            <a:off x="704850" y="422910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007E78"/>
                </a:solidFill>
              </a:defRPr>
            </a:defPPr>
            <a:lvl1pPr>
              <a:defRPr sz="1500" b="1">
                <a:solidFill>
                  <a:srgbClr val="007E78"/>
                </a:solidFill>
              </a:defRPr>
            </a:lvl1pPr>
            <a:lvl2pPr>
              <a:defRPr sz="1500" b="1">
                <a:solidFill>
                  <a:srgbClr val="007E78"/>
                </a:solidFill>
              </a:defRPr>
            </a:lvl2pPr>
            <a:lvl3pPr>
              <a:defRPr sz="1500" b="1">
                <a:solidFill>
                  <a:srgbClr val="007E78"/>
                </a:solidFill>
              </a:defRPr>
            </a:lvl3pPr>
            <a:lvl4pPr>
              <a:defRPr sz="1500" b="1">
                <a:solidFill>
                  <a:srgbClr val="007E78"/>
                </a:solidFill>
              </a:defRPr>
            </a:lvl4pPr>
            <a:lvl5pPr>
              <a:defRPr sz="1500" b="1">
                <a:solidFill>
                  <a:srgbClr val="007E78"/>
                </a:solidFill>
              </a:defRPr>
            </a:lvl5pPr>
            <a:lvl6pPr>
              <a:defRPr sz="1500" b="1">
                <a:solidFill>
                  <a:srgbClr val="007E78"/>
                </a:solidFill>
              </a:defRPr>
            </a:lvl6pPr>
            <a:lvl7pPr>
              <a:defRPr sz="1500" b="1">
                <a:solidFill>
                  <a:srgbClr val="007E78"/>
                </a:solidFill>
              </a:defRPr>
            </a:lvl7pPr>
            <a:lvl8pPr>
              <a:defRPr sz="1500" b="1">
                <a:solidFill>
                  <a:srgbClr val="007E78"/>
                </a:solidFill>
              </a:defRPr>
            </a:lvl8pPr>
            <a:lvl9pPr>
              <a:defRPr sz="1500" b="1">
                <a:solidFill>
                  <a:srgbClr val="007E78"/>
                </a:solidFill>
              </a:defRPr>
            </a:lvl9pPr>
          </a:lstStyle>
          <a:p xmlns:a="http://schemas.openxmlformats.org/drawingml/2006/main">
            <a:pPr>
              <a:buNone/>
              <a:defRPr sz="1500" b="1">
                <a:solidFill>
                  <a:srgbClr val="007E78"/>
                </a:solidFill>
              </a:defRPr>
            </a:pPr>
            <a:r>
              <a:rPr sz="1500" b="1">
                <a:solidFill>
                  <a:srgbClr val="007E78"/>
                </a:solidFill>
              </a:rPr>
              <a:t>Semantic Reviewer</a:t>
            </a:r>
          </a:p>
        </p:txBody>
      </p:sp>
      <p:sp>
        <p:nvSpPr>
          <p:cNvPr id="14" name="">
            <a:extLst xmlns:a="http://schemas.openxmlformats.org/drawingml/2006/main">
              <a:ext uri="{FF2B5EF4-FFF2-40B4-BE49-F238E27FC236}">
                <a16:creationId xmlns:a16="http://schemas.microsoft.com/office/drawing/2014/main" id="{4E590B4F-E077-42B2-95EE-AE950F94EBD0}"/>
              </a:ext>
            </a:extLst>
          </p:cNvPr>
          <p:cNvSpPr>
            <a:spLocks xmlns:a="http://schemas.openxmlformats.org/drawingml/2006/main" noGrp="1"/>
          </p:cNvSpPr>
          <p:nvPr/>
        </p:nvSpPr>
        <p:spPr>
          <a:xfrm xmlns:a="http://schemas.openxmlformats.org/drawingml/2006/main">
            <a:off x="3352800" y="4229100"/>
            <a:ext cx="7924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153047"/>
                </a:solidFill>
              </a:defRPr>
            </a:defPPr>
            <a:lvl1pPr>
              <a:defRPr sz="1500" b="0">
                <a:solidFill>
                  <a:srgbClr val="153047"/>
                </a:solidFill>
              </a:defRPr>
            </a:lvl1pPr>
            <a:lvl2pPr>
              <a:defRPr sz="1500" b="0">
                <a:solidFill>
                  <a:srgbClr val="153047"/>
                </a:solidFill>
              </a:defRPr>
            </a:lvl2pPr>
            <a:lvl3pPr>
              <a:defRPr sz="1500" b="0">
                <a:solidFill>
                  <a:srgbClr val="153047"/>
                </a:solidFill>
              </a:defRPr>
            </a:lvl3pPr>
            <a:lvl4pPr>
              <a:defRPr sz="1500" b="0">
                <a:solidFill>
                  <a:srgbClr val="153047"/>
                </a:solidFill>
              </a:defRPr>
            </a:lvl4pPr>
            <a:lvl5pPr>
              <a:defRPr sz="1500" b="0">
                <a:solidFill>
                  <a:srgbClr val="153047"/>
                </a:solidFill>
              </a:defRPr>
            </a:lvl5pPr>
            <a:lvl6pPr>
              <a:defRPr sz="1500" b="0">
                <a:solidFill>
                  <a:srgbClr val="153047"/>
                </a:solidFill>
              </a:defRPr>
            </a:lvl6pPr>
            <a:lvl7pPr>
              <a:defRPr sz="1500" b="0">
                <a:solidFill>
                  <a:srgbClr val="153047"/>
                </a:solidFill>
              </a:defRPr>
            </a:lvl7pPr>
            <a:lvl8pPr>
              <a:defRPr sz="1500" b="0">
                <a:solidFill>
                  <a:srgbClr val="153047"/>
                </a:solidFill>
              </a:defRPr>
            </a:lvl8pPr>
            <a:lvl9pPr>
              <a:defRPr sz="1500" b="0">
                <a:solidFill>
                  <a:srgbClr val="153047"/>
                </a:solidFill>
              </a:defRPr>
            </a:lvl9pPr>
          </a:lstStyle>
          <a:p xmlns:a="http://schemas.openxmlformats.org/drawingml/2006/main">
            <a:pPr>
              <a:buNone/>
              <a:defRPr sz="1500" b="0">
                <a:solidFill>
                  <a:srgbClr val="153047"/>
                </a:solidFill>
              </a:defRPr>
            </a:pPr>
            <a:r>
              <a:rPr sz="1500" b="0">
                <a:solidFill>
                  <a:srgbClr val="153047"/>
                </a:solidFill>
              </a:rPr>
              <a:t>A separate model call assesses requirement coverage and apparent support from bounded evidence.</a:t>
            </a:r>
          </a:p>
        </p:txBody>
      </p:sp>
      <p:sp>
        <p:nvSpPr>
          <p:cNvPr id="15" name="">
            <a:extLst xmlns:a="http://schemas.openxmlformats.org/drawingml/2006/main">
              <a:ext uri="{FF2B5EF4-FFF2-40B4-BE49-F238E27FC236}">
                <a16:creationId xmlns:a16="http://schemas.microsoft.com/office/drawing/2014/main" id="{A9F91C21-322D-41D2-BD75-1FB4E30DB724}"/>
              </a:ext>
            </a:extLst>
          </p:cNvPr>
          <p:cNvSpPr>
            <a:spLocks xmlns:a="http://schemas.openxmlformats.org/drawingml/2006/main" noGrp="1"/>
          </p:cNvSpPr>
          <p:nvPr/>
        </p:nvSpPr>
        <p:spPr>
          <a:xfrm xmlns:a="http://schemas.openxmlformats.org/drawingml/2006/main">
            <a:off x="704850" y="506730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007E78"/>
                </a:solidFill>
              </a:defRPr>
            </a:defPPr>
            <a:lvl1pPr>
              <a:defRPr sz="1500" b="1">
                <a:solidFill>
                  <a:srgbClr val="007E78"/>
                </a:solidFill>
              </a:defRPr>
            </a:lvl1pPr>
            <a:lvl2pPr>
              <a:defRPr sz="1500" b="1">
                <a:solidFill>
                  <a:srgbClr val="007E78"/>
                </a:solidFill>
              </a:defRPr>
            </a:lvl2pPr>
            <a:lvl3pPr>
              <a:defRPr sz="1500" b="1">
                <a:solidFill>
                  <a:srgbClr val="007E78"/>
                </a:solidFill>
              </a:defRPr>
            </a:lvl3pPr>
            <a:lvl4pPr>
              <a:defRPr sz="1500" b="1">
                <a:solidFill>
                  <a:srgbClr val="007E78"/>
                </a:solidFill>
              </a:defRPr>
            </a:lvl4pPr>
            <a:lvl5pPr>
              <a:defRPr sz="1500" b="1">
                <a:solidFill>
                  <a:srgbClr val="007E78"/>
                </a:solidFill>
              </a:defRPr>
            </a:lvl5pPr>
            <a:lvl6pPr>
              <a:defRPr sz="1500" b="1">
                <a:solidFill>
                  <a:srgbClr val="007E78"/>
                </a:solidFill>
              </a:defRPr>
            </a:lvl6pPr>
            <a:lvl7pPr>
              <a:defRPr sz="1500" b="1">
                <a:solidFill>
                  <a:srgbClr val="007E78"/>
                </a:solidFill>
              </a:defRPr>
            </a:lvl7pPr>
            <a:lvl8pPr>
              <a:defRPr sz="1500" b="1">
                <a:solidFill>
                  <a:srgbClr val="007E78"/>
                </a:solidFill>
              </a:defRPr>
            </a:lvl8pPr>
            <a:lvl9pPr>
              <a:defRPr sz="1500" b="1">
                <a:solidFill>
                  <a:srgbClr val="007E78"/>
                </a:solidFill>
              </a:defRPr>
            </a:lvl9pPr>
          </a:lstStyle>
          <a:p xmlns:a="http://schemas.openxmlformats.org/drawingml/2006/main">
            <a:pPr>
              <a:buNone/>
              <a:defRPr sz="1500" b="1">
                <a:solidFill>
                  <a:srgbClr val="007E78"/>
                </a:solidFill>
              </a:defRPr>
            </a:pPr>
            <a:r>
              <a:rPr sz="1500" b="1">
                <a:solidFill>
                  <a:srgbClr val="007E78"/>
                </a:solidFill>
              </a:rPr>
              <a:t>Replanner Agent</a:t>
            </a:r>
          </a:p>
        </p:txBody>
      </p:sp>
      <p:sp>
        <p:nvSpPr>
          <p:cNvPr id="16" name="">
            <a:extLst xmlns:a="http://schemas.openxmlformats.org/drawingml/2006/main">
              <a:ext uri="{FF2B5EF4-FFF2-40B4-BE49-F238E27FC236}">
                <a16:creationId xmlns:a16="http://schemas.microsoft.com/office/drawing/2014/main" id="{40B2BAD5-1D82-461B-846E-8614672C9271}"/>
              </a:ext>
            </a:extLst>
          </p:cNvPr>
          <p:cNvSpPr>
            <a:spLocks xmlns:a="http://schemas.openxmlformats.org/drawingml/2006/main" noGrp="1"/>
          </p:cNvSpPr>
          <p:nvPr/>
        </p:nvSpPr>
        <p:spPr>
          <a:xfrm xmlns:a="http://schemas.openxmlformats.org/drawingml/2006/main">
            <a:off x="3352800" y="5067300"/>
            <a:ext cx="7924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153047"/>
                </a:solidFill>
              </a:defRPr>
            </a:defPPr>
            <a:lvl1pPr>
              <a:defRPr sz="1500" b="0">
                <a:solidFill>
                  <a:srgbClr val="153047"/>
                </a:solidFill>
              </a:defRPr>
            </a:lvl1pPr>
            <a:lvl2pPr>
              <a:defRPr sz="1500" b="0">
                <a:solidFill>
                  <a:srgbClr val="153047"/>
                </a:solidFill>
              </a:defRPr>
            </a:lvl2pPr>
            <a:lvl3pPr>
              <a:defRPr sz="1500" b="0">
                <a:solidFill>
                  <a:srgbClr val="153047"/>
                </a:solidFill>
              </a:defRPr>
            </a:lvl3pPr>
            <a:lvl4pPr>
              <a:defRPr sz="1500" b="0">
                <a:solidFill>
                  <a:srgbClr val="153047"/>
                </a:solidFill>
              </a:defRPr>
            </a:lvl4pPr>
            <a:lvl5pPr>
              <a:defRPr sz="1500" b="0">
                <a:solidFill>
                  <a:srgbClr val="153047"/>
                </a:solidFill>
              </a:defRPr>
            </a:lvl5pPr>
            <a:lvl6pPr>
              <a:defRPr sz="1500" b="0">
                <a:solidFill>
                  <a:srgbClr val="153047"/>
                </a:solidFill>
              </a:defRPr>
            </a:lvl6pPr>
            <a:lvl7pPr>
              <a:defRPr sz="1500" b="0">
                <a:solidFill>
                  <a:srgbClr val="153047"/>
                </a:solidFill>
              </a:defRPr>
            </a:lvl7pPr>
            <a:lvl8pPr>
              <a:defRPr sz="1500" b="0">
                <a:solidFill>
                  <a:srgbClr val="153047"/>
                </a:solidFill>
              </a:defRPr>
            </a:lvl8pPr>
            <a:lvl9pPr>
              <a:defRPr sz="1500" b="0">
                <a:solidFill>
                  <a:srgbClr val="153047"/>
                </a:solidFill>
              </a:defRPr>
            </a:lvl9pPr>
          </a:lstStyle>
          <a:p xmlns:a="http://schemas.openxmlformats.org/drawingml/2006/main">
            <a:pPr>
              <a:buNone/>
              <a:defRPr sz="1500" b="0">
                <a:solidFill>
                  <a:srgbClr val="153047"/>
                </a:solidFill>
              </a:defRPr>
            </a:pPr>
            <a:r>
              <a:rPr sz="1500" b="0">
                <a:solidFill>
                  <a:srgbClr val="153047"/>
                </a:solidFill>
              </a:rPr>
              <a:t>After a repairable failure, it may rewrite only the failed task instruction within the retry limit.</a:t>
            </a:r>
          </a:p>
        </p:txBody>
      </p:sp>
    </p:spTree>
    <p:extLst>
      <p:ext uri="{BB962C8B-B14F-4D97-AF65-F5344CB8AC3E}">
        <p14:creationId xmlns:p14="http://schemas.microsoft.com/office/powerpoint/2010/main" val="1556904099"/>
      </p:ext>
    </p:extLst>
  </p:cSld>
</p:sld>
</file>

<file path=ppt/slides/slide9.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D7807A2-B584-4ED9-AB52-C8CC3F71E91F}"/>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E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AB95101-44BA-43F3-8939-C52366E1F237}"/>
              </a:ext>
            </a:extLst>
          </p:cNvPr>
          <p:cNvSpPr>
            <a:spLocks xmlns:a="http://schemas.openxmlformats.org/drawingml/2006/main" noGrp="1"/>
          </p:cNvSpPr>
          <p:nvPr/>
        </p:nvSpPr>
        <p:spPr>
          <a:xfrm xmlns:a="http://schemas.openxmlformats.org/drawingml/2006/main">
            <a:off x="609600" y="323850"/>
            <a:ext cx="1009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07E78"/>
                </a:solidFill>
              </a:defRPr>
            </a:defPPr>
            <a:lvl1pPr>
              <a:defRPr sz="1125" b="1">
                <a:solidFill>
                  <a:srgbClr val="007E78"/>
                </a:solidFill>
              </a:defRPr>
            </a:lvl1pPr>
            <a:lvl2pPr>
              <a:defRPr sz="1125" b="1">
                <a:solidFill>
                  <a:srgbClr val="007E78"/>
                </a:solidFill>
              </a:defRPr>
            </a:lvl2pPr>
            <a:lvl3pPr>
              <a:defRPr sz="1125" b="1">
                <a:solidFill>
                  <a:srgbClr val="007E78"/>
                </a:solidFill>
              </a:defRPr>
            </a:lvl3pPr>
            <a:lvl4pPr>
              <a:defRPr sz="1125" b="1">
                <a:solidFill>
                  <a:srgbClr val="007E78"/>
                </a:solidFill>
              </a:defRPr>
            </a:lvl4pPr>
            <a:lvl5pPr>
              <a:defRPr sz="1125" b="1">
                <a:solidFill>
                  <a:srgbClr val="007E78"/>
                </a:solidFill>
              </a:defRPr>
            </a:lvl5pPr>
            <a:lvl6pPr>
              <a:defRPr sz="1125" b="1">
                <a:solidFill>
                  <a:srgbClr val="007E78"/>
                </a:solidFill>
              </a:defRPr>
            </a:lvl6pPr>
            <a:lvl7pPr>
              <a:defRPr sz="1125" b="1">
                <a:solidFill>
                  <a:srgbClr val="007E78"/>
                </a:solidFill>
              </a:defRPr>
            </a:lvl7pPr>
            <a:lvl8pPr>
              <a:defRPr sz="1125" b="1">
                <a:solidFill>
                  <a:srgbClr val="007E78"/>
                </a:solidFill>
              </a:defRPr>
            </a:lvl8pPr>
            <a:lvl9pPr>
              <a:defRPr sz="1125" b="1">
                <a:solidFill>
                  <a:srgbClr val="007E78"/>
                </a:solidFill>
              </a:defRPr>
            </a:lvl9pPr>
          </a:lstStyle>
          <a:p xmlns:a="http://schemas.openxmlformats.org/drawingml/2006/main">
            <a:pPr>
              <a:buNone/>
              <a:defRPr sz="1125" b="1">
                <a:solidFill>
                  <a:srgbClr val="007E78"/>
                </a:solidFill>
              </a:defRPr>
            </a:pPr>
            <a:r>
              <a:rPr sz="1125" b="1">
                <a:solidFill>
                  <a:srgbClr val="007E78"/>
                </a:solidFill>
              </a:rPr>
              <a:t>08  CONFIGURATION, NOT TRAINING</a:t>
            </a:r>
          </a:p>
        </p:txBody>
      </p:sp>
      <p:sp>
        <p:nvSpPr>
          <p:cNvPr id="3" name="">
            <a:extLst xmlns:a="http://schemas.openxmlformats.org/drawingml/2006/main">
              <a:ext uri="{FF2B5EF4-FFF2-40B4-BE49-F238E27FC236}">
                <a16:creationId xmlns:a16="http://schemas.microsoft.com/office/drawing/2014/main" id="{08A782FF-1171-4434-B8F4-A5CD7F0AD0E0}"/>
              </a:ext>
            </a:extLst>
          </p:cNvPr>
          <p:cNvSpPr>
            <a:spLocks xmlns:a="http://schemas.openxmlformats.org/drawingml/2006/main" noGrp="1"/>
          </p:cNvSpPr>
          <p:nvPr/>
        </p:nvSpPr>
        <p:spPr>
          <a:xfrm xmlns:a="http://schemas.openxmlformats.org/drawingml/2006/main">
            <a:off x="609600" y="685800"/>
            <a:ext cx="10858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10243A"/>
                </a:solidFill>
              </a:defRPr>
            </a:defPPr>
            <a:lvl1pPr>
              <a:defRPr sz="2850" b="1">
                <a:solidFill>
                  <a:srgbClr val="10243A"/>
                </a:solidFill>
              </a:defRPr>
            </a:lvl1pPr>
            <a:lvl2pPr>
              <a:defRPr sz="2850" b="1">
                <a:solidFill>
                  <a:srgbClr val="10243A"/>
                </a:solidFill>
              </a:defRPr>
            </a:lvl2pPr>
            <a:lvl3pPr>
              <a:defRPr sz="2850" b="1">
                <a:solidFill>
                  <a:srgbClr val="10243A"/>
                </a:solidFill>
              </a:defRPr>
            </a:lvl3pPr>
            <a:lvl4pPr>
              <a:defRPr sz="2850" b="1">
                <a:solidFill>
                  <a:srgbClr val="10243A"/>
                </a:solidFill>
              </a:defRPr>
            </a:lvl4pPr>
            <a:lvl5pPr>
              <a:defRPr sz="2850" b="1">
                <a:solidFill>
                  <a:srgbClr val="10243A"/>
                </a:solidFill>
              </a:defRPr>
            </a:lvl5pPr>
            <a:lvl6pPr>
              <a:defRPr sz="2850" b="1">
                <a:solidFill>
                  <a:srgbClr val="10243A"/>
                </a:solidFill>
              </a:defRPr>
            </a:lvl6pPr>
            <a:lvl7pPr>
              <a:defRPr sz="2850" b="1">
                <a:solidFill>
                  <a:srgbClr val="10243A"/>
                </a:solidFill>
              </a:defRPr>
            </a:lvl7pPr>
            <a:lvl8pPr>
              <a:defRPr sz="2850" b="1">
                <a:solidFill>
                  <a:srgbClr val="10243A"/>
                </a:solidFill>
              </a:defRPr>
            </a:lvl8pPr>
            <a:lvl9pPr>
              <a:defRPr sz="2850" b="1">
                <a:solidFill>
                  <a:srgbClr val="10243A"/>
                </a:solidFill>
              </a:defRPr>
            </a:lvl9pPr>
          </a:lstStyle>
          <a:p xmlns:a="http://schemas.openxmlformats.org/drawingml/2006/main">
            <a:pPr>
              <a:buNone/>
              <a:defRPr sz="2850" b="1">
                <a:solidFill>
                  <a:srgbClr val="10243A"/>
                </a:solidFill>
              </a:defRPr>
            </a:pPr>
            <a:r>
              <a:rPr sz="2850" b="1">
                <a:solidFill>
                  <a:srgbClr val="10243A"/>
                </a:solidFill>
              </a:rPr>
              <a:t>How agent instances are formed</a:t>
            </a:r>
          </a:p>
        </p:txBody>
      </p:sp>
      <p:sp>
        <p:nvSpPr>
          <p:cNvPr id="4" name="">
            <a:extLst xmlns:a="http://schemas.openxmlformats.org/drawingml/2006/main">
              <a:ext uri="{FF2B5EF4-FFF2-40B4-BE49-F238E27FC236}">
                <a16:creationId xmlns:a16="http://schemas.microsoft.com/office/drawing/2014/main" id="{1B12FDEB-530C-46D3-88DB-F05AD65F8DE6}"/>
              </a:ext>
            </a:extLst>
          </p:cNvPr>
          <p:cNvSpPr>
            <a:spLocks xmlns:a="http://schemas.openxmlformats.org/drawingml/2006/main" noGrp="1"/>
          </p:cNvSpPr>
          <p:nvPr/>
        </p:nvSpPr>
        <p:spPr>
          <a:xfrm xmlns:a="http://schemas.openxmlformats.org/drawingml/2006/main">
            <a:off x="609600" y="6324600"/>
            <a:ext cx="10972800" cy="9525"/>
          </a:xfrm>
          <a:prstGeom xmlns:a="http://schemas.openxmlformats.org/drawingml/2006/main" prst="rect">
            <a:avLst/>
          </a:prstGeom>
          <a:solidFill xmlns:a="http://schemas.openxmlformats.org/drawingml/2006/main">
            <a:srgbClr val="D7E3E9"/>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FBD9726-9E97-4B81-B78D-E60C9B35E049}"/>
              </a:ext>
            </a:extLst>
          </p:cNvPr>
          <p:cNvSpPr>
            <a:spLocks xmlns:a="http://schemas.openxmlformats.org/drawingml/2006/main" noGrp="1"/>
          </p:cNvSpPr>
          <p:nvPr/>
        </p:nvSpPr>
        <p:spPr>
          <a:xfrm xmlns:a="http://schemas.openxmlformats.org/drawingml/2006/main">
            <a:off x="609600" y="6429375"/>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AgentFlow  |  Final Review</a:t>
            </a:r>
          </a:p>
        </p:txBody>
      </p:sp>
      <p:sp>
        <p:nvSpPr>
          <p:cNvPr id="6" name="">
            <a:extLst xmlns:a="http://schemas.openxmlformats.org/drawingml/2006/main">
              <a:ext uri="{FF2B5EF4-FFF2-40B4-BE49-F238E27FC236}">
                <a16:creationId xmlns:a16="http://schemas.microsoft.com/office/drawing/2014/main" id="{6DF6F6F8-84B8-42FC-9EB7-31F0CC0832ED}"/>
              </a:ext>
            </a:extLst>
          </p:cNvPr>
          <p:cNvSpPr>
            <a:spLocks xmlns:a="http://schemas.openxmlformats.org/drawingml/2006/main" noGrp="1"/>
          </p:cNvSpPr>
          <p:nvPr/>
        </p:nvSpPr>
        <p:spPr>
          <a:xfrm xmlns:a="http://schemas.openxmlformats.org/drawingml/2006/main">
            <a:off x="11029950" y="642937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09</a:t>
            </a:r>
          </a:p>
        </p:txBody>
      </p:sp>
      <p:sp>
        <p:nvSpPr>
          <p:cNvPr id="7" name="">
            <a:extLst xmlns:a="http://schemas.openxmlformats.org/drawingml/2006/main">
              <a:ext uri="{FF2B5EF4-FFF2-40B4-BE49-F238E27FC236}">
                <a16:creationId xmlns:a16="http://schemas.microsoft.com/office/drawing/2014/main" id="{F29B28E4-F5F0-4105-89F6-716677B8824E}"/>
              </a:ext>
            </a:extLst>
          </p:cNvPr>
          <p:cNvSpPr>
            <a:spLocks xmlns:a="http://schemas.openxmlformats.org/drawingml/2006/main" noGrp="1"/>
          </p:cNvSpPr>
          <p:nvPr/>
        </p:nvSpPr>
        <p:spPr>
          <a:xfrm xmlns:a="http://schemas.openxmlformats.org/drawingml/2006/main">
            <a:off x="704850" y="1885950"/>
            <a:ext cx="476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10243A"/>
                </a:solidFill>
              </a:defRPr>
            </a:defPPr>
            <a:lvl1pPr>
              <a:defRPr sz="2025" b="1">
                <a:solidFill>
                  <a:srgbClr val="10243A"/>
                </a:solidFill>
              </a:defRPr>
            </a:lvl1pPr>
            <a:lvl2pPr>
              <a:defRPr sz="2025" b="1">
                <a:solidFill>
                  <a:srgbClr val="10243A"/>
                </a:solidFill>
              </a:defRPr>
            </a:lvl2pPr>
            <a:lvl3pPr>
              <a:defRPr sz="2025" b="1">
                <a:solidFill>
                  <a:srgbClr val="10243A"/>
                </a:solidFill>
              </a:defRPr>
            </a:lvl3pPr>
            <a:lvl4pPr>
              <a:defRPr sz="2025" b="1">
                <a:solidFill>
                  <a:srgbClr val="10243A"/>
                </a:solidFill>
              </a:defRPr>
            </a:lvl4pPr>
            <a:lvl5pPr>
              <a:defRPr sz="2025" b="1">
                <a:solidFill>
                  <a:srgbClr val="10243A"/>
                </a:solidFill>
              </a:defRPr>
            </a:lvl5pPr>
            <a:lvl6pPr>
              <a:defRPr sz="2025" b="1">
                <a:solidFill>
                  <a:srgbClr val="10243A"/>
                </a:solidFill>
              </a:defRPr>
            </a:lvl6pPr>
            <a:lvl7pPr>
              <a:defRPr sz="2025" b="1">
                <a:solidFill>
                  <a:srgbClr val="10243A"/>
                </a:solidFill>
              </a:defRPr>
            </a:lvl7pPr>
            <a:lvl8pPr>
              <a:defRPr sz="2025" b="1">
                <a:solidFill>
                  <a:srgbClr val="10243A"/>
                </a:solidFill>
              </a:defRPr>
            </a:lvl8pPr>
            <a:lvl9pPr>
              <a:defRPr sz="2025" b="1">
                <a:solidFill>
                  <a:srgbClr val="10243A"/>
                </a:solidFill>
              </a:defRPr>
            </a:lvl9pPr>
          </a:lstStyle>
          <a:p xmlns:a="http://schemas.openxmlformats.org/drawingml/2006/main">
            <a:pPr>
              <a:buNone/>
              <a:defRPr sz="2025" b="1">
                <a:solidFill>
                  <a:srgbClr val="10243A"/>
                </a:solidFill>
              </a:defRPr>
            </a:pPr>
            <a:r>
              <a:rPr sz="2025" b="1">
                <a:solidFill>
                  <a:srgbClr val="10243A"/>
                </a:solidFill>
              </a:rPr>
              <a:t>Base worker template</a:t>
            </a:r>
          </a:p>
        </p:txBody>
      </p:sp>
      <p:sp>
        <p:nvSpPr>
          <p:cNvPr id="8" name="">
            <a:extLst xmlns:a="http://schemas.openxmlformats.org/drawingml/2006/main">
              <a:ext uri="{FF2B5EF4-FFF2-40B4-BE49-F238E27FC236}">
                <a16:creationId xmlns:a16="http://schemas.microsoft.com/office/drawing/2014/main" id="{B55D918B-5641-46F2-B376-E57F44166411}"/>
              </a:ext>
            </a:extLst>
          </p:cNvPr>
          <p:cNvSpPr>
            <a:spLocks xmlns:a="http://schemas.openxmlformats.org/drawingml/2006/main" noGrp="1"/>
          </p:cNvSpPr>
          <p:nvPr/>
        </p:nvSpPr>
        <p:spPr>
          <a:xfrm xmlns:a="http://schemas.openxmlformats.org/drawingml/2006/main">
            <a:off x="704850" y="2524125"/>
            <a:ext cx="10287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007E78"/>
                </a:solidFill>
              </a:defRPr>
            </a:defPPr>
            <a:lvl1pPr>
              <a:defRPr sz="2025" b="1">
                <a:solidFill>
                  <a:srgbClr val="007E78"/>
                </a:solidFill>
              </a:defRPr>
            </a:lvl1pPr>
            <a:lvl2pPr>
              <a:defRPr sz="2025" b="1">
                <a:solidFill>
                  <a:srgbClr val="007E78"/>
                </a:solidFill>
              </a:defRPr>
            </a:lvl2pPr>
            <a:lvl3pPr>
              <a:defRPr sz="2025" b="1">
                <a:solidFill>
                  <a:srgbClr val="007E78"/>
                </a:solidFill>
              </a:defRPr>
            </a:lvl3pPr>
            <a:lvl4pPr>
              <a:defRPr sz="2025" b="1">
                <a:solidFill>
                  <a:srgbClr val="007E78"/>
                </a:solidFill>
              </a:defRPr>
            </a:lvl4pPr>
            <a:lvl5pPr>
              <a:defRPr sz="2025" b="1">
                <a:solidFill>
                  <a:srgbClr val="007E78"/>
                </a:solidFill>
              </a:defRPr>
            </a:lvl5pPr>
            <a:lvl6pPr>
              <a:defRPr sz="2025" b="1">
                <a:solidFill>
                  <a:srgbClr val="007E78"/>
                </a:solidFill>
              </a:defRPr>
            </a:lvl6pPr>
            <a:lvl7pPr>
              <a:defRPr sz="2025" b="1">
                <a:solidFill>
                  <a:srgbClr val="007E78"/>
                </a:solidFill>
              </a:defRPr>
            </a:lvl7pPr>
            <a:lvl8pPr>
              <a:defRPr sz="2025" b="1">
                <a:solidFill>
                  <a:srgbClr val="007E78"/>
                </a:solidFill>
              </a:defRPr>
            </a:lvl8pPr>
            <a:lvl9pPr>
              <a:defRPr sz="2025" b="1">
                <a:solidFill>
                  <a:srgbClr val="007E78"/>
                </a:solidFill>
              </a:defRPr>
            </a:lvl9pPr>
          </a:lstStyle>
          <a:p xmlns:a="http://schemas.openxmlformats.org/drawingml/2006/main">
            <a:pPr>
              <a:buNone/>
              <a:defRPr sz="2025" b="1">
                <a:solidFill>
                  <a:srgbClr val="007E78"/>
                </a:solidFill>
              </a:defRPr>
            </a:pPr>
            <a:r>
              <a:rPr sz="2025" b="1">
                <a:solidFill>
                  <a:srgbClr val="007E78"/>
                </a:solidFill>
              </a:rPr>
              <a:t>Role + objective + approved tool + output schema + retry budget</a:t>
            </a:r>
          </a:p>
        </p:txBody>
      </p:sp>
      <p:sp>
        <p:nvSpPr>
          <p:cNvPr id="9" name="">
            <a:extLst xmlns:a="http://schemas.openxmlformats.org/drawingml/2006/main">
              <a:ext uri="{FF2B5EF4-FFF2-40B4-BE49-F238E27FC236}">
                <a16:creationId xmlns:a16="http://schemas.microsoft.com/office/drawing/2014/main" id="{9128EC8A-F34B-44B9-8820-F4A962D3606F}"/>
              </a:ext>
            </a:extLst>
          </p:cNvPr>
          <p:cNvSpPr>
            <a:spLocks xmlns:a="http://schemas.openxmlformats.org/drawingml/2006/main" noGrp="1"/>
          </p:cNvSpPr>
          <p:nvPr/>
        </p:nvSpPr>
        <p:spPr>
          <a:xfrm xmlns:a="http://schemas.openxmlformats.org/drawingml/2006/main">
            <a:off x="704850" y="3667125"/>
            <a:ext cx="1000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a:solidFill>
                  <a:srgbClr val="10243A"/>
                </a:solidFill>
              </a:defRPr>
            </a:defPPr>
            <a:lvl1pPr>
              <a:defRPr sz="2400" b="1">
                <a:solidFill>
                  <a:srgbClr val="10243A"/>
                </a:solidFill>
              </a:defRPr>
            </a:lvl1pPr>
            <a:lvl2pPr>
              <a:defRPr sz="2400" b="1">
                <a:solidFill>
                  <a:srgbClr val="10243A"/>
                </a:solidFill>
              </a:defRPr>
            </a:lvl2pPr>
            <a:lvl3pPr>
              <a:defRPr sz="2400" b="1">
                <a:solidFill>
                  <a:srgbClr val="10243A"/>
                </a:solidFill>
              </a:defRPr>
            </a:lvl3pPr>
            <a:lvl4pPr>
              <a:defRPr sz="2400" b="1">
                <a:solidFill>
                  <a:srgbClr val="10243A"/>
                </a:solidFill>
              </a:defRPr>
            </a:lvl4pPr>
            <a:lvl5pPr>
              <a:defRPr sz="2400" b="1">
                <a:solidFill>
                  <a:srgbClr val="10243A"/>
                </a:solidFill>
              </a:defRPr>
            </a:lvl5pPr>
            <a:lvl6pPr>
              <a:defRPr sz="2400" b="1">
                <a:solidFill>
                  <a:srgbClr val="10243A"/>
                </a:solidFill>
              </a:defRPr>
            </a:lvl6pPr>
            <a:lvl7pPr>
              <a:defRPr sz="2400" b="1">
                <a:solidFill>
                  <a:srgbClr val="10243A"/>
                </a:solidFill>
              </a:defRPr>
            </a:lvl7pPr>
            <a:lvl8pPr>
              <a:defRPr sz="2400" b="1">
                <a:solidFill>
                  <a:srgbClr val="10243A"/>
                </a:solidFill>
              </a:defRPr>
            </a:lvl8pPr>
            <a:lvl9pPr>
              <a:defRPr sz="2400" b="1">
                <a:solidFill>
                  <a:srgbClr val="10243A"/>
                </a:solidFill>
              </a:defRPr>
            </a:lvl9pPr>
          </a:lstStyle>
          <a:p xmlns:a="http://schemas.openxmlformats.org/drawingml/2006/main">
            <a:pPr>
              <a:buNone/>
              <a:defRPr sz="2400" b="1">
                <a:solidFill>
                  <a:srgbClr val="10243A"/>
                </a:solidFill>
              </a:defRPr>
            </a:pPr>
            <a:r>
              <a:rPr sz="2400" b="1">
                <a:solidFill>
                  <a:srgbClr val="10243A"/>
                </a:solidFill>
              </a:rPr>
              <a:t>Task-specific agent instance</a:t>
            </a:r>
          </a:p>
        </p:txBody>
      </p:sp>
      <p:sp>
        <p:nvSpPr>
          <p:cNvPr id="10" name="">
            <a:extLst xmlns:a="http://schemas.openxmlformats.org/drawingml/2006/main">
              <a:ext uri="{FF2B5EF4-FFF2-40B4-BE49-F238E27FC236}">
                <a16:creationId xmlns:a16="http://schemas.microsoft.com/office/drawing/2014/main" id="{B8C6FDAB-2895-4E8A-A52F-B6E86E9B4E45}"/>
              </a:ext>
            </a:extLst>
          </p:cNvPr>
          <p:cNvSpPr>
            <a:spLocks xmlns:a="http://schemas.openxmlformats.org/drawingml/2006/main" noGrp="1"/>
          </p:cNvSpPr>
          <p:nvPr/>
        </p:nvSpPr>
        <p:spPr>
          <a:xfrm xmlns:a="http://schemas.openxmlformats.org/drawingml/2006/main">
            <a:off x="685800" y="5857875"/>
            <a:ext cx="10782300" cy="457200"/>
          </a:xfrm>
          <a:prstGeom xmlns:a="http://schemas.openxmlformats.org/drawingml/2006/main" prst="rect">
            <a:avLst/>
          </a:prstGeom>
          <a:solidFill xmlns:a="http://schemas.openxmlformats.org/drawingml/2006/main">
            <a:srgbClr val="E5F3F1"/>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0466FAA-1CFA-446A-8DFE-A8CF45246C0F}"/>
              </a:ext>
            </a:extLst>
          </p:cNvPr>
          <p:cNvSpPr>
            <a:spLocks xmlns:a="http://schemas.openxmlformats.org/drawingml/2006/main" noGrp="1"/>
          </p:cNvSpPr>
          <p:nvPr/>
        </p:nvSpPr>
        <p:spPr>
          <a:xfrm xmlns:a="http://schemas.openxmlformats.org/drawingml/2006/main">
            <a:off x="838200" y="5934075"/>
            <a:ext cx="10458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1">
                <a:solidFill>
                  <a:srgbClr val="10243A"/>
                </a:solidFill>
              </a:defRPr>
            </a:defPPr>
            <a:lvl1pPr>
              <a:defRPr sz="1425" b="1">
                <a:solidFill>
                  <a:srgbClr val="10243A"/>
                </a:solidFill>
              </a:defRPr>
            </a:lvl1pPr>
            <a:lvl2pPr>
              <a:defRPr sz="1425" b="1">
                <a:solidFill>
                  <a:srgbClr val="10243A"/>
                </a:solidFill>
              </a:defRPr>
            </a:lvl2pPr>
            <a:lvl3pPr>
              <a:defRPr sz="1425" b="1">
                <a:solidFill>
                  <a:srgbClr val="10243A"/>
                </a:solidFill>
              </a:defRPr>
            </a:lvl3pPr>
            <a:lvl4pPr>
              <a:defRPr sz="1425" b="1">
                <a:solidFill>
                  <a:srgbClr val="10243A"/>
                </a:solidFill>
              </a:defRPr>
            </a:lvl4pPr>
            <a:lvl5pPr>
              <a:defRPr sz="1425" b="1">
                <a:solidFill>
                  <a:srgbClr val="10243A"/>
                </a:solidFill>
              </a:defRPr>
            </a:lvl5pPr>
            <a:lvl6pPr>
              <a:defRPr sz="1425" b="1">
                <a:solidFill>
                  <a:srgbClr val="10243A"/>
                </a:solidFill>
              </a:defRPr>
            </a:lvl6pPr>
            <a:lvl7pPr>
              <a:defRPr sz="1425" b="1">
                <a:solidFill>
                  <a:srgbClr val="10243A"/>
                </a:solidFill>
              </a:defRPr>
            </a:lvl7pPr>
            <a:lvl8pPr>
              <a:defRPr sz="1425" b="1">
                <a:solidFill>
                  <a:srgbClr val="10243A"/>
                </a:solidFill>
              </a:defRPr>
            </a:lvl8pPr>
            <a:lvl9pPr>
              <a:defRPr sz="1425" b="1">
                <a:solidFill>
                  <a:srgbClr val="10243A"/>
                </a:solidFill>
              </a:defRPr>
            </a:lvl9pPr>
          </a:lstStyle>
          <a:p xmlns:a="http://schemas.openxmlformats.org/drawingml/2006/main">
            <a:pPr>
              <a:buNone/>
              <a:defRPr sz="1425" b="1">
                <a:solidFill>
                  <a:srgbClr val="10243A"/>
                </a:solidFill>
              </a:defRPr>
            </a:pPr>
            <a:r>
              <a:rPr sz="1425" b="1">
                <a:solidFill>
                  <a:srgbClr val="10243A"/>
                </a:solidFill>
              </a:rPr>
              <a:t>The controller itself uses deterministic application logic.</a:t>
            </a:r>
          </a:p>
        </p:txBody>
      </p:sp>
    </p:spTree>
    <p:extLst>
      <p:ext uri="{BB962C8B-B14F-4D97-AF65-F5344CB8AC3E}">
        <p14:creationId xmlns:p14="http://schemas.microsoft.com/office/powerpoint/2010/main" val="430939362"/>
      </p:ext>
    </p:extLst>
  </p:cSld>
</p:sld>
</file>

<file path=ppt/slides/slide10.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6AECF6E-4ECE-46D7-B40D-C691E9D2310D}"/>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E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B135308-D8DD-4263-8143-9162A4AAACB3}"/>
              </a:ext>
            </a:extLst>
          </p:cNvPr>
          <p:cNvSpPr>
            <a:spLocks xmlns:a="http://schemas.openxmlformats.org/drawingml/2006/main" noGrp="1"/>
          </p:cNvSpPr>
          <p:nvPr/>
        </p:nvSpPr>
        <p:spPr>
          <a:xfrm xmlns:a="http://schemas.openxmlformats.org/drawingml/2006/main">
            <a:off x="609600" y="323850"/>
            <a:ext cx="1009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07E78"/>
                </a:solidFill>
              </a:defRPr>
            </a:defPPr>
            <a:lvl1pPr>
              <a:defRPr sz="1125" b="1">
                <a:solidFill>
                  <a:srgbClr val="007E78"/>
                </a:solidFill>
              </a:defRPr>
            </a:lvl1pPr>
            <a:lvl2pPr>
              <a:defRPr sz="1125" b="1">
                <a:solidFill>
                  <a:srgbClr val="007E78"/>
                </a:solidFill>
              </a:defRPr>
            </a:lvl2pPr>
            <a:lvl3pPr>
              <a:defRPr sz="1125" b="1">
                <a:solidFill>
                  <a:srgbClr val="007E78"/>
                </a:solidFill>
              </a:defRPr>
            </a:lvl3pPr>
            <a:lvl4pPr>
              <a:defRPr sz="1125" b="1">
                <a:solidFill>
                  <a:srgbClr val="007E78"/>
                </a:solidFill>
              </a:defRPr>
            </a:lvl4pPr>
            <a:lvl5pPr>
              <a:defRPr sz="1125" b="1">
                <a:solidFill>
                  <a:srgbClr val="007E78"/>
                </a:solidFill>
              </a:defRPr>
            </a:lvl5pPr>
            <a:lvl6pPr>
              <a:defRPr sz="1125" b="1">
                <a:solidFill>
                  <a:srgbClr val="007E78"/>
                </a:solidFill>
              </a:defRPr>
            </a:lvl6pPr>
            <a:lvl7pPr>
              <a:defRPr sz="1125" b="1">
                <a:solidFill>
                  <a:srgbClr val="007E78"/>
                </a:solidFill>
              </a:defRPr>
            </a:lvl7pPr>
            <a:lvl8pPr>
              <a:defRPr sz="1125" b="1">
                <a:solidFill>
                  <a:srgbClr val="007E78"/>
                </a:solidFill>
              </a:defRPr>
            </a:lvl8pPr>
            <a:lvl9pPr>
              <a:defRPr sz="1125" b="1">
                <a:solidFill>
                  <a:srgbClr val="007E78"/>
                </a:solidFill>
              </a:defRPr>
            </a:lvl9pPr>
          </a:lstStyle>
          <a:p xmlns:a="http://schemas.openxmlformats.org/drawingml/2006/main">
            <a:pPr>
              <a:buNone/>
              <a:defRPr sz="1125" b="1">
                <a:solidFill>
                  <a:srgbClr val="007E78"/>
                </a:solidFill>
              </a:defRPr>
            </a:pPr>
            <a:r>
              <a:rPr sz="1125" b="1">
                <a:solidFill>
                  <a:srgbClr val="007E78"/>
                </a:solidFill>
              </a:rPr>
              <a:t>09  WHAT CAN CHANGE</a:t>
            </a:r>
          </a:p>
        </p:txBody>
      </p:sp>
      <p:sp>
        <p:nvSpPr>
          <p:cNvPr id="3" name="">
            <a:extLst xmlns:a="http://schemas.openxmlformats.org/drawingml/2006/main">
              <a:ext uri="{FF2B5EF4-FFF2-40B4-BE49-F238E27FC236}">
                <a16:creationId xmlns:a16="http://schemas.microsoft.com/office/drawing/2014/main" id="{448AAB64-EBA5-4033-B359-725340FD85D2}"/>
              </a:ext>
            </a:extLst>
          </p:cNvPr>
          <p:cNvSpPr>
            <a:spLocks xmlns:a="http://schemas.openxmlformats.org/drawingml/2006/main" noGrp="1"/>
          </p:cNvSpPr>
          <p:nvPr/>
        </p:nvSpPr>
        <p:spPr>
          <a:xfrm xmlns:a="http://schemas.openxmlformats.org/drawingml/2006/main">
            <a:off x="609600" y="685800"/>
            <a:ext cx="10858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10243A"/>
                </a:solidFill>
              </a:defRPr>
            </a:defPPr>
            <a:lvl1pPr>
              <a:defRPr sz="2850" b="1">
                <a:solidFill>
                  <a:srgbClr val="10243A"/>
                </a:solidFill>
              </a:defRPr>
            </a:lvl1pPr>
            <a:lvl2pPr>
              <a:defRPr sz="2850" b="1">
                <a:solidFill>
                  <a:srgbClr val="10243A"/>
                </a:solidFill>
              </a:defRPr>
            </a:lvl2pPr>
            <a:lvl3pPr>
              <a:defRPr sz="2850" b="1">
                <a:solidFill>
                  <a:srgbClr val="10243A"/>
                </a:solidFill>
              </a:defRPr>
            </a:lvl3pPr>
            <a:lvl4pPr>
              <a:defRPr sz="2850" b="1">
                <a:solidFill>
                  <a:srgbClr val="10243A"/>
                </a:solidFill>
              </a:defRPr>
            </a:lvl4pPr>
            <a:lvl5pPr>
              <a:defRPr sz="2850" b="1">
                <a:solidFill>
                  <a:srgbClr val="10243A"/>
                </a:solidFill>
              </a:defRPr>
            </a:lvl5pPr>
            <a:lvl6pPr>
              <a:defRPr sz="2850" b="1">
                <a:solidFill>
                  <a:srgbClr val="10243A"/>
                </a:solidFill>
              </a:defRPr>
            </a:lvl6pPr>
            <a:lvl7pPr>
              <a:defRPr sz="2850" b="1">
                <a:solidFill>
                  <a:srgbClr val="10243A"/>
                </a:solidFill>
              </a:defRPr>
            </a:lvl7pPr>
            <a:lvl8pPr>
              <a:defRPr sz="2850" b="1">
                <a:solidFill>
                  <a:srgbClr val="10243A"/>
                </a:solidFill>
              </a:defRPr>
            </a:lvl8pPr>
            <a:lvl9pPr>
              <a:defRPr sz="2850" b="1">
                <a:solidFill>
                  <a:srgbClr val="10243A"/>
                </a:solidFill>
              </a:defRPr>
            </a:lvl9pPr>
          </a:lstStyle>
          <a:p xmlns:a="http://schemas.openxmlformats.org/drawingml/2006/main">
            <a:pPr>
              <a:buNone/>
              <a:defRPr sz="2850" b="1">
                <a:solidFill>
                  <a:srgbClr val="10243A"/>
                </a:solidFill>
              </a:defRPr>
            </a:pPr>
            <a:r>
              <a:rPr sz="2850" b="1">
                <a:solidFill>
                  <a:srgbClr val="10243A"/>
                </a:solidFill>
              </a:rPr>
              <a:t>Dynamic planning and guardrails</a:t>
            </a:r>
          </a:p>
        </p:txBody>
      </p:sp>
      <p:sp>
        <p:nvSpPr>
          <p:cNvPr id="4" name="">
            <a:extLst xmlns:a="http://schemas.openxmlformats.org/drawingml/2006/main">
              <a:ext uri="{FF2B5EF4-FFF2-40B4-BE49-F238E27FC236}">
                <a16:creationId xmlns:a16="http://schemas.microsoft.com/office/drawing/2014/main" id="{C211206D-A4DD-49C7-94CF-5A424786EB0E}"/>
              </a:ext>
            </a:extLst>
          </p:cNvPr>
          <p:cNvSpPr>
            <a:spLocks xmlns:a="http://schemas.openxmlformats.org/drawingml/2006/main" noGrp="1"/>
          </p:cNvSpPr>
          <p:nvPr/>
        </p:nvSpPr>
        <p:spPr>
          <a:xfrm xmlns:a="http://schemas.openxmlformats.org/drawingml/2006/main">
            <a:off x="609600" y="6324600"/>
            <a:ext cx="10972800" cy="9525"/>
          </a:xfrm>
          <a:prstGeom xmlns:a="http://schemas.openxmlformats.org/drawingml/2006/main" prst="rect">
            <a:avLst/>
          </a:prstGeom>
          <a:solidFill xmlns:a="http://schemas.openxmlformats.org/drawingml/2006/main">
            <a:srgbClr val="D7E3E9"/>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F1B36B7-A40B-4F15-89AD-682D4D89CCE4}"/>
              </a:ext>
            </a:extLst>
          </p:cNvPr>
          <p:cNvSpPr>
            <a:spLocks xmlns:a="http://schemas.openxmlformats.org/drawingml/2006/main" noGrp="1"/>
          </p:cNvSpPr>
          <p:nvPr/>
        </p:nvSpPr>
        <p:spPr>
          <a:xfrm xmlns:a="http://schemas.openxmlformats.org/drawingml/2006/main">
            <a:off x="609600" y="6429375"/>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AgentFlow  |  Final Review</a:t>
            </a:r>
          </a:p>
        </p:txBody>
      </p:sp>
      <p:sp>
        <p:nvSpPr>
          <p:cNvPr id="6" name="">
            <a:extLst xmlns:a="http://schemas.openxmlformats.org/drawingml/2006/main">
              <a:ext uri="{FF2B5EF4-FFF2-40B4-BE49-F238E27FC236}">
                <a16:creationId xmlns:a16="http://schemas.microsoft.com/office/drawing/2014/main" id="{10402DE0-FA76-4F63-A9E5-021FFCFA0271}"/>
              </a:ext>
            </a:extLst>
          </p:cNvPr>
          <p:cNvSpPr>
            <a:spLocks xmlns:a="http://schemas.openxmlformats.org/drawingml/2006/main" noGrp="1"/>
          </p:cNvSpPr>
          <p:nvPr/>
        </p:nvSpPr>
        <p:spPr>
          <a:xfrm xmlns:a="http://schemas.openxmlformats.org/drawingml/2006/main">
            <a:off x="11029950" y="642937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10</a:t>
            </a:r>
          </a:p>
        </p:txBody>
      </p:sp>
      <p:sp>
        <p:nvSpPr>
          <p:cNvPr id="7" name="">
            <a:extLst xmlns:a="http://schemas.openxmlformats.org/drawingml/2006/main">
              <a:ext uri="{FF2B5EF4-FFF2-40B4-BE49-F238E27FC236}">
                <a16:creationId xmlns:a16="http://schemas.microsoft.com/office/drawing/2014/main" id="{605F1225-F4B7-44C1-94DA-3BCD83D5970D}"/>
              </a:ext>
            </a:extLst>
          </p:cNvPr>
          <p:cNvSpPr>
            <a:spLocks xmlns:a="http://schemas.openxmlformats.org/drawingml/2006/main" noGrp="1"/>
          </p:cNvSpPr>
          <p:nvPr/>
        </p:nvSpPr>
        <p:spPr>
          <a:xfrm xmlns:a="http://schemas.openxmlformats.org/drawingml/2006/main">
            <a:off x="704850" y="171450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007E78"/>
                </a:solidFill>
              </a:defRPr>
            </a:defPPr>
            <a:lvl1pPr>
              <a:defRPr sz="1500" b="1">
                <a:solidFill>
                  <a:srgbClr val="007E78"/>
                </a:solidFill>
              </a:defRPr>
            </a:lvl1pPr>
            <a:lvl2pPr>
              <a:defRPr sz="1500" b="1">
                <a:solidFill>
                  <a:srgbClr val="007E78"/>
                </a:solidFill>
              </a:defRPr>
            </a:lvl2pPr>
            <a:lvl3pPr>
              <a:defRPr sz="1500" b="1">
                <a:solidFill>
                  <a:srgbClr val="007E78"/>
                </a:solidFill>
              </a:defRPr>
            </a:lvl3pPr>
            <a:lvl4pPr>
              <a:defRPr sz="1500" b="1">
                <a:solidFill>
                  <a:srgbClr val="007E78"/>
                </a:solidFill>
              </a:defRPr>
            </a:lvl4pPr>
            <a:lvl5pPr>
              <a:defRPr sz="1500" b="1">
                <a:solidFill>
                  <a:srgbClr val="007E78"/>
                </a:solidFill>
              </a:defRPr>
            </a:lvl5pPr>
            <a:lvl6pPr>
              <a:defRPr sz="1500" b="1">
                <a:solidFill>
                  <a:srgbClr val="007E78"/>
                </a:solidFill>
              </a:defRPr>
            </a:lvl6pPr>
            <a:lvl7pPr>
              <a:defRPr sz="1500" b="1">
                <a:solidFill>
                  <a:srgbClr val="007E78"/>
                </a:solidFill>
              </a:defRPr>
            </a:lvl7pPr>
            <a:lvl8pPr>
              <a:defRPr sz="1500" b="1">
                <a:solidFill>
                  <a:srgbClr val="007E78"/>
                </a:solidFill>
              </a:defRPr>
            </a:lvl8pPr>
            <a:lvl9pPr>
              <a:defRPr sz="1500" b="1">
                <a:solidFill>
                  <a:srgbClr val="007E78"/>
                </a:solidFill>
              </a:defRPr>
            </a:lvl9pPr>
          </a:lstStyle>
          <a:p xmlns:a="http://schemas.openxmlformats.org/drawingml/2006/main">
            <a:pPr>
              <a:buNone/>
              <a:defRPr sz="1500" b="1">
                <a:solidFill>
                  <a:srgbClr val="007E78"/>
                </a:solidFill>
              </a:defRPr>
            </a:pPr>
            <a:r>
              <a:rPr sz="1500" b="1">
                <a:solidFill>
                  <a:srgbClr val="007E78"/>
                </a:solidFill>
              </a:rPr>
              <a:t>Allowed tools</a:t>
            </a:r>
          </a:p>
        </p:txBody>
      </p:sp>
      <p:sp>
        <p:nvSpPr>
          <p:cNvPr id="8" name="">
            <a:extLst xmlns:a="http://schemas.openxmlformats.org/drawingml/2006/main">
              <a:ext uri="{FF2B5EF4-FFF2-40B4-BE49-F238E27FC236}">
                <a16:creationId xmlns:a16="http://schemas.microsoft.com/office/drawing/2014/main" id="{0F92992E-E9A6-4F08-949F-89B5CB2D8606}"/>
              </a:ext>
            </a:extLst>
          </p:cNvPr>
          <p:cNvSpPr>
            <a:spLocks xmlns:a="http://schemas.openxmlformats.org/drawingml/2006/main" noGrp="1"/>
          </p:cNvSpPr>
          <p:nvPr/>
        </p:nvSpPr>
        <p:spPr>
          <a:xfrm xmlns:a="http://schemas.openxmlformats.org/drawingml/2006/main">
            <a:off x="3352800" y="1714500"/>
            <a:ext cx="7924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153047"/>
                </a:solidFill>
              </a:defRPr>
            </a:defPPr>
            <a:lvl1pPr>
              <a:defRPr sz="1500" b="0">
                <a:solidFill>
                  <a:srgbClr val="153047"/>
                </a:solidFill>
              </a:defRPr>
            </a:lvl1pPr>
            <a:lvl2pPr>
              <a:defRPr sz="1500" b="0">
                <a:solidFill>
                  <a:srgbClr val="153047"/>
                </a:solidFill>
              </a:defRPr>
            </a:lvl2pPr>
            <a:lvl3pPr>
              <a:defRPr sz="1500" b="0">
                <a:solidFill>
                  <a:srgbClr val="153047"/>
                </a:solidFill>
              </a:defRPr>
            </a:lvl3pPr>
            <a:lvl4pPr>
              <a:defRPr sz="1500" b="0">
                <a:solidFill>
                  <a:srgbClr val="153047"/>
                </a:solidFill>
              </a:defRPr>
            </a:lvl4pPr>
            <a:lvl5pPr>
              <a:defRPr sz="1500" b="0">
                <a:solidFill>
                  <a:srgbClr val="153047"/>
                </a:solidFill>
              </a:defRPr>
            </a:lvl5pPr>
            <a:lvl6pPr>
              <a:defRPr sz="1500" b="0">
                <a:solidFill>
                  <a:srgbClr val="153047"/>
                </a:solidFill>
              </a:defRPr>
            </a:lvl6pPr>
            <a:lvl7pPr>
              <a:defRPr sz="1500" b="0">
                <a:solidFill>
                  <a:srgbClr val="153047"/>
                </a:solidFill>
              </a:defRPr>
            </a:lvl7pPr>
            <a:lvl8pPr>
              <a:defRPr sz="1500" b="0">
                <a:solidFill>
                  <a:srgbClr val="153047"/>
                </a:solidFill>
              </a:defRPr>
            </a:lvl8pPr>
            <a:lvl9pPr>
              <a:defRPr sz="1500" b="0">
                <a:solidFill>
                  <a:srgbClr val="153047"/>
                </a:solidFill>
              </a:defRPr>
            </a:lvl9pPr>
          </a:lstStyle>
          <a:p xmlns:a="http://schemas.openxmlformats.org/drawingml/2006/main">
            <a:pPr>
              <a:buNone/>
              <a:defRPr sz="1500" b="0">
                <a:solidFill>
                  <a:srgbClr val="153047"/>
                </a:solidFill>
              </a:defRPr>
            </a:pPr>
            <a:r>
              <a:rPr sz="1500" b="0">
                <a:solidFill>
                  <a:srgbClr val="153047"/>
                </a:solidFill>
              </a:rPr>
              <a:t>The planner can choose read, visual, search, compare, chart, or report. It cannot add shell or generated-code execution.</a:t>
            </a:r>
          </a:p>
        </p:txBody>
      </p:sp>
      <p:sp>
        <p:nvSpPr>
          <p:cNvPr id="9" name="">
            <a:extLst xmlns:a="http://schemas.openxmlformats.org/drawingml/2006/main">
              <a:ext uri="{FF2B5EF4-FFF2-40B4-BE49-F238E27FC236}">
                <a16:creationId xmlns:a16="http://schemas.microsoft.com/office/drawing/2014/main" id="{65359585-A28F-4F99-B5C7-BEA9CFF5CDBE}"/>
              </a:ext>
            </a:extLst>
          </p:cNvPr>
          <p:cNvSpPr>
            <a:spLocks xmlns:a="http://schemas.openxmlformats.org/drawingml/2006/main" noGrp="1"/>
          </p:cNvSpPr>
          <p:nvPr/>
        </p:nvSpPr>
        <p:spPr>
          <a:xfrm xmlns:a="http://schemas.openxmlformats.org/drawingml/2006/main">
            <a:off x="704850" y="255270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007E78"/>
                </a:solidFill>
              </a:defRPr>
            </a:defPPr>
            <a:lvl1pPr>
              <a:defRPr sz="1500" b="1">
                <a:solidFill>
                  <a:srgbClr val="007E78"/>
                </a:solidFill>
              </a:defRPr>
            </a:lvl1pPr>
            <a:lvl2pPr>
              <a:defRPr sz="1500" b="1">
                <a:solidFill>
                  <a:srgbClr val="007E78"/>
                </a:solidFill>
              </a:defRPr>
            </a:lvl2pPr>
            <a:lvl3pPr>
              <a:defRPr sz="1500" b="1">
                <a:solidFill>
                  <a:srgbClr val="007E78"/>
                </a:solidFill>
              </a:defRPr>
            </a:lvl3pPr>
            <a:lvl4pPr>
              <a:defRPr sz="1500" b="1">
                <a:solidFill>
                  <a:srgbClr val="007E78"/>
                </a:solidFill>
              </a:defRPr>
            </a:lvl4pPr>
            <a:lvl5pPr>
              <a:defRPr sz="1500" b="1">
                <a:solidFill>
                  <a:srgbClr val="007E78"/>
                </a:solidFill>
              </a:defRPr>
            </a:lvl5pPr>
            <a:lvl6pPr>
              <a:defRPr sz="1500" b="1">
                <a:solidFill>
                  <a:srgbClr val="007E78"/>
                </a:solidFill>
              </a:defRPr>
            </a:lvl6pPr>
            <a:lvl7pPr>
              <a:defRPr sz="1500" b="1">
                <a:solidFill>
                  <a:srgbClr val="007E78"/>
                </a:solidFill>
              </a:defRPr>
            </a:lvl7pPr>
            <a:lvl8pPr>
              <a:defRPr sz="1500" b="1">
                <a:solidFill>
                  <a:srgbClr val="007E78"/>
                </a:solidFill>
              </a:defRPr>
            </a:lvl8pPr>
            <a:lvl9pPr>
              <a:defRPr sz="1500" b="1">
                <a:solidFill>
                  <a:srgbClr val="007E78"/>
                </a:solidFill>
              </a:defRPr>
            </a:lvl9pPr>
          </a:lstStyle>
          <a:p xmlns:a="http://schemas.openxmlformats.org/drawingml/2006/main">
            <a:pPr>
              <a:buNone/>
              <a:defRPr sz="1500" b="1">
                <a:solidFill>
                  <a:srgbClr val="007E78"/>
                </a:solidFill>
              </a:defRPr>
            </a:pPr>
            <a:r>
              <a:rPr sz="1500" b="1">
                <a:solidFill>
                  <a:srgbClr val="007E78"/>
                </a:solidFill>
              </a:rPr>
              <a:t>Plan schema</a:t>
            </a:r>
          </a:p>
        </p:txBody>
      </p:sp>
      <p:sp>
        <p:nvSpPr>
          <p:cNvPr id="10" name="">
            <a:extLst xmlns:a="http://schemas.openxmlformats.org/drawingml/2006/main">
              <a:ext uri="{FF2B5EF4-FFF2-40B4-BE49-F238E27FC236}">
                <a16:creationId xmlns:a16="http://schemas.microsoft.com/office/drawing/2014/main" id="{29584703-1E52-42B7-8B35-0AD58F89D18A}"/>
              </a:ext>
            </a:extLst>
          </p:cNvPr>
          <p:cNvSpPr>
            <a:spLocks xmlns:a="http://schemas.openxmlformats.org/drawingml/2006/main" noGrp="1"/>
          </p:cNvSpPr>
          <p:nvPr/>
        </p:nvSpPr>
        <p:spPr>
          <a:xfrm xmlns:a="http://schemas.openxmlformats.org/drawingml/2006/main">
            <a:off x="3352800" y="2552700"/>
            <a:ext cx="7924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153047"/>
                </a:solidFill>
              </a:defRPr>
            </a:defPPr>
            <a:lvl1pPr>
              <a:defRPr sz="1500" b="0">
                <a:solidFill>
                  <a:srgbClr val="153047"/>
                </a:solidFill>
              </a:defRPr>
            </a:lvl1pPr>
            <a:lvl2pPr>
              <a:defRPr sz="1500" b="0">
                <a:solidFill>
                  <a:srgbClr val="153047"/>
                </a:solidFill>
              </a:defRPr>
            </a:lvl2pPr>
            <a:lvl3pPr>
              <a:defRPr sz="1500" b="0">
                <a:solidFill>
                  <a:srgbClr val="153047"/>
                </a:solidFill>
              </a:defRPr>
            </a:lvl3pPr>
            <a:lvl4pPr>
              <a:defRPr sz="1500" b="0">
                <a:solidFill>
                  <a:srgbClr val="153047"/>
                </a:solidFill>
              </a:defRPr>
            </a:lvl4pPr>
            <a:lvl5pPr>
              <a:defRPr sz="1500" b="0">
                <a:solidFill>
                  <a:srgbClr val="153047"/>
                </a:solidFill>
              </a:defRPr>
            </a:lvl5pPr>
            <a:lvl6pPr>
              <a:defRPr sz="1500" b="0">
                <a:solidFill>
                  <a:srgbClr val="153047"/>
                </a:solidFill>
              </a:defRPr>
            </a:lvl6pPr>
            <a:lvl7pPr>
              <a:defRPr sz="1500" b="0">
                <a:solidFill>
                  <a:srgbClr val="153047"/>
                </a:solidFill>
              </a:defRPr>
            </a:lvl7pPr>
            <a:lvl8pPr>
              <a:defRPr sz="1500" b="0">
                <a:solidFill>
                  <a:srgbClr val="153047"/>
                </a:solidFill>
              </a:defRPr>
            </a:lvl8pPr>
            <a:lvl9pPr>
              <a:defRPr sz="1500" b="0">
                <a:solidFill>
                  <a:srgbClr val="153047"/>
                </a:solidFill>
              </a:defRPr>
            </a:lvl9pPr>
          </a:lstStyle>
          <a:p xmlns:a="http://schemas.openxmlformats.org/drawingml/2006/main">
            <a:pPr>
              <a:buNone/>
              <a:defRPr sz="1500" b="0">
                <a:solidFill>
                  <a:srgbClr val="153047"/>
                </a:solidFill>
              </a:defRPr>
            </a:pPr>
            <a:r>
              <a:rPr sz="1500" b="0">
                <a:solidFill>
                  <a:srgbClr val="153047"/>
                </a:solidFill>
              </a:rPr>
              <a:t>Pydantic checks task IDs, tool names, role text, dependencies, and tool arguments.</a:t>
            </a:r>
          </a:p>
        </p:txBody>
      </p:sp>
      <p:sp>
        <p:nvSpPr>
          <p:cNvPr id="11" name="">
            <a:extLst xmlns:a="http://schemas.openxmlformats.org/drawingml/2006/main">
              <a:ext uri="{FF2B5EF4-FFF2-40B4-BE49-F238E27FC236}">
                <a16:creationId xmlns:a16="http://schemas.microsoft.com/office/drawing/2014/main" id="{637FD9B9-7A7C-4198-BAD0-46DD526C881D}"/>
              </a:ext>
            </a:extLst>
          </p:cNvPr>
          <p:cNvSpPr>
            <a:spLocks xmlns:a="http://schemas.openxmlformats.org/drawingml/2006/main" noGrp="1"/>
          </p:cNvSpPr>
          <p:nvPr/>
        </p:nvSpPr>
        <p:spPr>
          <a:xfrm xmlns:a="http://schemas.openxmlformats.org/drawingml/2006/main">
            <a:off x="704850" y="339090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007E78"/>
                </a:solidFill>
              </a:defRPr>
            </a:defPPr>
            <a:lvl1pPr>
              <a:defRPr sz="1500" b="1">
                <a:solidFill>
                  <a:srgbClr val="007E78"/>
                </a:solidFill>
              </a:defRPr>
            </a:lvl1pPr>
            <a:lvl2pPr>
              <a:defRPr sz="1500" b="1">
                <a:solidFill>
                  <a:srgbClr val="007E78"/>
                </a:solidFill>
              </a:defRPr>
            </a:lvl2pPr>
            <a:lvl3pPr>
              <a:defRPr sz="1500" b="1">
                <a:solidFill>
                  <a:srgbClr val="007E78"/>
                </a:solidFill>
              </a:defRPr>
            </a:lvl3pPr>
            <a:lvl4pPr>
              <a:defRPr sz="1500" b="1">
                <a:solidFill>
                  <a:srgbClr val="007E78"/>
                </a:solidFill>
              </a:defRPr>
            </a:lvl4pPr>
            <a:lvl5pPr>
              <a:defRPr sz="1500" b="1">
                <a:solidFill>
                  <a:srgbClr val="007E78"/>
                </a:solidFill>
              </a:defRPr>
            </a:lvl5pPr>
            <a:lvl6pPr>
              <a:defRPr sz="1500" b="1">
                <a:solidFill>
                  <a:srgbClr val="007E78"/>
                </a:solidFill>
              </a:defRPr>
            </a:lvl6pPr>
            <a:lvl7pPr>
              <a:defRPr sz="1500" b="1">
                <a:solidFill>
                  <a:srgbClr val="007E78"/>
                </a:solidFill>
              </a:defRPr>
            </a:lvl7pPr>
            <a:lvl8pPr>
              <a:defRPr sz="1500" b="1">
                <a:solidFill>
                  <a:srgbClr val="007E78"/>
                </a:solidFill>
              </a:defRPr>
            </a:lvl8pPr>
            <a:lvl9pPr>
              <a:defRPr sz="1500" b="1">
                <a:solidFill>
                  <a:srgbClr val="007E78"/>
                </a:solidFill>
              </a:defRPr>
            </a:lvl9pPr>
          </a:lstStyle>
          <a:p xmlns:a="http://schemas.openxmlformats.org/drawingml/2006/main">
            <a:pPr>
              <a:buNone/>
              <a:defRPr sz="1500" b="1">
                <a:solidFill>
                  <a:srgbClr val="007E78"/>
                </a:solidFill>
              </a:defRPr>
            </a:pPr>
            <a:r>
              <a:rPr sz="1500" b="1">
                <a:solidFill>
                  <a:srgbClr val="007E78"/>
                </a:solidFill>
              </a:rPr>
              <a:t>Graph checks</a:t>
            </a:r>
          </a:p>
        </p:txBody>
      </p:sp>
      <p:sp>
        <p:nvSpPr>
          <p:cNvPr id="12" name="">
            <a:extLst xmlns:a="http://schemas.openxmlformats.org/drawingml/2006/main">
              <a:ext uri="{FF2B5EF4-FFF2-40B4-BE49-F238E27FC236}">
                <a16:creationId xmlns:a16="http://schemas.microsoft.com/office/drawing/2014/main" id="{D5AEFFC4-CB3D-4A8D-A7A1-B24CF6F9686D}"/>
              </a:ext>
            </a:extLst>
          </p:cNvPr>
          <p:cNvSpPr>
            <a:spLocks xmlns:a="http://schemas.openxmlformats.org/drawingml/2006/main" noGrp="1"/>
          </p:cNvSpPr>
          <p:nvPr/>
        </p:nvSpPr>
        <p:spPr>
          <a:xfrm xmlns:a="http://schemas.openxmlformats.org/drawingml/2006/main">
            <a:off x="3352800" y="3390900"/>
            <a:ext cx="7924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153047"/>
                </a:solidFill>
              </a:defRPr>
            </a:defPPr>
            <a:lvl1pPr>
              <a:defRPr sz="1500" b="0">
                <a:solidFill>
                  <a:srgbClr val="153047"/>
                </a:solidFill>
              </a:defRPr>
            </a:lvl1pPr>
            <a:lvl2pPr>
              <a:defRPr sz="1500" b="0">
                <a:solidFill>
                  <a:srgbClr val="153047"/>
                </a:solidFill>
              </a:defRPr>
            </a:lvl2pPr>
            <a:lvl3pPr>
              <a:defRPr sz="1500" b="0">
                <a:solidFill>
                  <a:srgbClr val="153047"/>
                </a:solidFill>
              </a:defRPr>
            </a:lvl3pPr>
            <a:lvl4pPr>
              <a:defRPr sz="1500" b="0">
                <a:solidFill>
                  <a:srgbClr val="153047"/>
                </a:solidFill>
              </a:defRPr>
            </a:lvl4pPr>
            <a:lvl5pPr>
              <a:defRPr sz="1500" b="0">
                <a:solidFill>
                  <a:srgbClr val="153047"/>
                </a:solidFill>
              </a:defRPr>
            </a:lvl5pPr>
            <a:lvl6pPr>
              <a:defRPr sz="1500" b="0">
                <a:solidFill>
                  <a:srgbClr val="153047"/>
                </a:solidFill>
              </a:defRPr>
            </a:lvl6pPr>
            <a:lvl7pPr>
              <a:defRPr sz="1500" b="0">
                <a:solidFill>
                  <a:srgbClr val="153047"/>
                </a:solidFill>
              </a:defRPr>
            </a:lvl7pPr>
            <a:lvl8pPr>
              <a:defRPr sz="1500" b="0">
                <a:solidFill>
                  <a:srgbClr val="153047"/>
                </a:solidFill>
              </a:defRPr>
            </a:lvl8pPr>
            <a:lvl9pPr>
              <a:defRPr sz="1500" b="0">
                <a:solidFill>
                  <a:srgbClr val="153047"/>
                </a:solidFill>
              </a:defRPr>
            </a:lvl9pPr>
          </a:lstStyle>
          <a:p xmlns:a="http://schemas.openxmlformats.org/drawingml/2006/main">
            <a:pPr>
              <a:buNone/>
              <a:defRPr sz="1500" b="0">
                <a:solidFill>
                  <a:srgbClr val="153047"/>
                </a:solidFill>
              </a:defRPr>
            </a:pPr>
            <a:r>
              <a:rPr sz="1500" b="0">
                <a:solidFill>
                  <a:srgbClr val="153047"/>
                </a:solidFill>
              </a:rPr>
              <a:t>Python rejects cycles, unknown parents, unapproved file IDs, and search when the user did not enable it.</a:t>
            </a:r>
          </a:p>
        </p:txBody>
      </p:sp>
      <p:sp>
        <p:nvSpPr>
          <p:cNvPr id="13" name="">
            <a:extLst xmlns:a="http://schemas.openxmlformats.org/drawingml/2006/main">
              <a:ext uri="{FF2B5EF4-FFF2-40B4-BE49-F238E27FC236}">
                <a16:creationId xmlns:a16="http://schemas.microsoft.com/office/drawing/2014/main" id="{22644151-3451-4E57-A0BB-8DF6A4FF64E7}"/>
              </a:ext>
            </a:extLst>
          </p:cNvPr>
          <p:cNvSpPr>
            <a:spLocks xmlns:a="http://schemas.openxmlformats.org/drawingml/2006/main" noGrp="1"/>
          </p:cNvSpPr>
          <p:nvPr/>
        </p:nvSpPr>
        <p:spPr>
          <a:xfrm xmlns:a="http://schemas.openxmlformats.org/drawingml/2006/main">
            <a:off x="704850" y="422910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007E78"/>
                </a:solidFill>
              </a:defRPr>
            </a:defPPr>
            <a:lvl1pPr>
              <a:defRPr sz="1500" b="1">
                <a:solidFill>
                  <a:srgbClr val="007E78"/>
                </a:solidFill>
              </a:defRPr>
            </a:lvl1pPr>
            <a:lvl2pPr>
              <a:defRPr sz="1500" b="1">
                <a:solidFill>
                  <a:srgbClr val="007E78"/>
                </a:solidFill>
              </a:defRPr>
            </a:lvl2pPr>
            <a:lvl3pPr>
              <a:defRPr sz="1500" b="1">
                <a:solidFill>
                  <a:srgbClr val="007E78"/>
                </a:solidFill>
              </a:defRPr>
            </a:lvl3pPr>
            <a:lvl4pPr>
              <a:defRPr sz="1500" b="1">
                <a:solidFill>
                  <a:srgbClr val="007E78"/>
                </a:solidFill>
              </a:defRPr>
            </a:lvl4pPr>
            <a:lvl5pPr>
              <a:defRPr sz="1500" b="1">
                <a:solidFill>
                  <a:srgbClr val="007E78"/>
                </a:solidFill>
              </a:defRPr>
            </a:lvl5pPr>
            <a:lvl6pPr>
              <a:defRPr sz="1500" b="1">
                <a:solidFill>
                  <a:srgbClr val="007E78"/>
                </a:solidFill>
              </a:defRPr>
            </a:lvl6pPr>
            <a:lvl7pPr>
              <a:defRPr sz="1500" b="1">
                <a:solidFill>
                  <a:srgbClr val="007E78"/>
                </a:solidFill>
              </a:defRPr>
            </a:lvl7pPr>
            <a:lvl8pPr>
              <a:defRPr sz="1500" b="1">
                <a:solidFill>
                  <a:srgbClr val="007E78"/>
                </a:solidFill>
              </a:defRPr>
            </a:lvl8pPr>
            <a:lvl9pPr>
              <a:defRPr sz="1500" b="1">
                <a:solidFill>
                  <a:srgbClr val="007E78"/>
                </a:solidFill>
              </a:defRPr>
            </a:lvl9pPr>
          </a:lstStyle>
          <a:p xmlns:a="http://schemas.openxmlformats.org/drawingml/2006/main">
            <a:pPr>
              <a:buNone/>
              <a:defRPr sz="1500" b="1">
                <a:solidFill>
                  <a:srgbClr val="007E78"/>
                </a:solidFill>
              </a:defRPr>
            </a:pPr>
            <a:r>
              <a:rPr sz="1500" b="1">
                <a:solidFill>
                  <a:srgbClr val="007E78"/>
                </a:solidFill>
              </a:rPr>
              <a:t>Task checks</a:t>
            </a:r>
          </a:p>
        </p:txBody>
      </p:sp>
      <p:sp>
        <p:nvSpPr>
          <p:cNvPr id="14" name="">
            <a:extLst xmlns:a="http://schemas.openxmlformats.org/drawingml/2006/main">
              <a:ext uri="{FF2B5EF4-FFF2-40B4-BE49-F238E27FC236}">
                <a16:creationId xmlns:a16="http://schemas.microsoft.com/office/drawing/2014/main" id="{CCBFD009-B4A7-40E9-9086-7E1554FFBA5D}"/>
              </a:ext>
            </a:extLst>
          </p:cNvPr>
          <p:cNvSpPr>
            <a:spLocks xmlns:a="http://schemas.openxmlformats.org/drawingml/2006/main" noGrp="1"/>
          </p:cNvSpPr>
          <p:nvPr/>
        </p:nvSpPr>
        <p:spPr>
          <a:xfrm xmlns:a="http://schemas.openxmlformats.org/drawingml/2006/main">
            <a:off x="3352800" y="4229100"/>
            <a:ext cx="7924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153047"/>
                </a:solidFill>
              </a:defRPr>
            </a:defPPr>
            <a:lvl1pPr>
              <a:defRPr sz="1500" b="0">
                <a:solidFill>
                  <a:srgbClr val="153047"/>
                </a:solidFill>
              </a:defRPr>
            </a:lvl1pPr>
            <a:lvl2pPr>
              <a:defRPr sz="1500" b="0">
                <a:solidFill>
                  <a:srgbClr val="153047"/>
                </a:solidFill>
              </a:defRPr>
            </a:lvl2pPr>
            <a:lvl3pPr>
              <a:defRPr sz="1500" b="0">
                <a:solidFill>
                  <a:srgbClr val="153047"/>
                </a:solidFill>
              </a:defRPr>
            </a:lvl3pPr>
            <a:lvl4pPr>
              <a:defRPr sz="1500" b="0">
                <a:solidFill>
                  <a:srgbClr val="153047"/>
                </a:solidFill>
              </a:defRPr>
            </a:lvl4pPr>
            <a:lvl5pPr>
              <a:defRPr sz="1500" b="0">
                <a:solidFill>
                  <a:srgbClr val="153047"/>
                </a:solidFill>
              </a:defRPr>
            </a:lvl5pPr>
            <a:lvl6pPr>
              <a:defRPr sz="1500" b="0">
                <a:solidFill>
                  <a:srgbClr val="153047"/>
                </a:solidFill>
              </a:defRPr>
            </a:lvl6pPr>
            <a:lvl7pPr>
              <a:defRPr sz="1500" b="0">
                <a:solidFill>
                  <a:srgbClr val="153047"/>
                </a:solidFill>
              </a:defRPr>
            </a:lvl7pPr>
            <a:lvl8pPr>
              <a:defRPr sz="1500" b="0">
                <a:solidFill>
                  <a:srgbClr val="153047"/>
                </a:solidFill>
              </a:defRPr>
            </a:lvl8pPr>
            <a:lvl9pPr>
              <a:defRPr sz="1500" b="0">
                <a:solidFill>
                  <a:srgbClr val="153047"/>
                </a:solidFill>
              </a:defRPr>
            </a:lvl9pPr>
          </a:lstStyle>
          <a:p xmlns:a="http://schemas.openxmlformats.org/drawingml/2006/main">
            <a:pPr>
              <a:buNone/>
              <a:defRPr sz="1500" b="0">
                <a:solidFill>
                  <a:srgbClr val="153047"/>
                </a:solidFill>
              </a:defRPr>
            </a:pPr>
            <a:r>
              <a:rPr sz="1500" b="0">
                <a:solidFill>
                  <a:srgbClr val="153047"/>
                </a:solidFill>
              </a:rPr>
              <a:t>Each upload must be read once; comparison requires at least two direct document-read parents.</a:t>
            </a:r>
          </a:p>
        </p:txBody>
      </p:sp>
      <p:sp>
        <p:nvSpPr>
          <p:cNvPr id="15" name="">
            <a:extLst xmlns:a="http://schemas.openxmlformats.org/drawingml/2006/main">
              <a:ext uri="{FF2B5EF4-FFF2-40B4-BE49-F238E27FC236}">
                <a16:creationId xmlns:a16="http://schemas.microsoft.com/office/drawing/2014/main" id="{F41CC70B-1609-4E32-814D-B0A674FA37C3}"/>
              </a:ext>
            </a:extLst>
          </p:cNvPr>
          <p:cNvSpPr>
            <a:spLocks xmlns:a="http://schemas.openxmlformats.org/drawingml/2006/main" noGrp="1"/>
          </p:cNvSpPr>
          <p:nvPr/>
        </p:nvSpPr>
        <p:spPr>
          <a:xfrm xmlns:a="http://schemas.openxmlformats.org/drawingml/2006/main">
            <a:off x="704850" y="506730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007E78"/>
                </a:solidFill>
              </a:defRPr>
            </a:defPPr>
            <a:lvl1pPr>
              <a:defRPr sz="1500" b="1">
                <a:solidFill>
                  <a:srgbClr val="007E78"/>
                </a:solidFill>
              </a:defRPr>
            </a:lvl1pPr>
            <a:lvl2pPr>
              <a:defRPr sz="1500" b="1">
                <a:solidFill>
                  <a:srgbClr val="007E78"/>
                </a:solidFill>
              </a:defRPr>
            </a:lvl2pPr>
            <a:lvl3pPr>
              <a:defRPr sz="1500" b="1">
                <a:solidFill>
                  <a:srgbClr val="007E78"/>
                </a:solidFill>
              </a:defRPr>
            </a:lvl3pPr>
            <a:lvl4pPr>
              <a:defRPr sz="1500" b="1">
                <a:solidFill>
                  <a:srgbClr val="007E78"/>
                </a:solidFill>
              </a:defRPr>
            </a:lvl4pPr>
            <a:lvl5pPr>
              <a:defRPr sz="1500" b="1">
                <a:solidFill>
                  <a:srgbClr val="007E78"/>
                </a:solidFill>
              </a:defRPr>
            </a:lvl5pPr>
            <a:lvl6pPr>
              <a:defRPr sz="1500" b="1">
                <a:solidFill>
                  <a:srgbClr val="007E78"/>
                </a:solidFill>
              </a:defRPr>
            </a:lvl6pPr>
            <a:lvl7pPr>
              <a:defRPr sz="1500" b="1">
                <a:solidFill>
                  <a:srgbClr val="007E78"/>
                </a:solidFill>
              </a:defRPr>
            </a:lvl7pPr>
            <a:lvl8pPr>
              <a:defRPr sz="1500" b="1">
                <a:solidFill>
                  <a:srgbClr val="007E78"/>
                </a:solidFill>
              </a:defRPr>
            </a:lvl8pPr>
            <a:lvl9pPr>
              <a:defRPr sz="1500" b="1">
                <a:solidFill>
                  <a:srgbClr val="007E78"/>
                </a:solidFill>
              </a:defRPr>
            </a:lvl9pPr>
          </a:lstStyle>
          <a:p xmlns:a="http://schemas.openxmlformats.org/drawingml/2006/main">
            <a:pPr>
              <a:buNone/>
              <a:defRPr sz="1500" b="1">
                <a:solidFill>
                  <a:srgbClr val="007E78"/>
                </a:solidFill>
              </a:defRPr>
            </a:pPr>
            <a:r>
              <a:rPr sz="1500" b="1">
                <a:solidFill>
                  <a:srgbClr val="007E78"/>
                </a:solidFill>
              </a:rPr>
              <a:t>Final report</a:t>
            </a:r>
          </a:p>
        </p:txBody>
      </p:sp>
      <p:sp>
        <p:nvSpPr>
          <p:cNvPr id="16" name="">
            <a:extLst xmlns:a="http://schemas.openxmlformats.org/drawingml/2006/main">
              <a:ext uri="{FF2B5EF4-FFF2-40B4-BE49-F238E27FC236}">
                <a16:creationId xmlns:a16="http://schemas.microsoft.com/office/drawing/2014/main" id="{82AFEAC6-A6BF-47B5-85AF-8FF6FCB18CD8}"/>
              </a:ext>
            </a:extLst>
          </p:cNvPr>
          <p:cNvSpPr>
            <a:spLocks xmlns:a="http://schemas.openxmlformats.org/drawingml/2006/main" noGrp="1"/>
          </p:cNvSpPr>
          <p:nvPr/>
        </p:nvSpPr>
        <p:spPr>
          <a:xfrm xmlns:a="http://schemas.openxmlformats.org/drawingml/2006/main">
            <a:off x="3352800" y="5067300"/>
            <a:ext cx="7924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153047"/>
                </a:solidFill>
              </a:defRPr>
            </a:defPPr>
            <a:lvl1pPr>
              <a:defRPr sz="1500" b="0">
                <a:solidFill>
                  <a:srgbClr val="153047"/>
                </a:solidFill>
              </a:defRPr>
            </a:lvl1pPr>
            <a:lvl2pPr>
              <a:defRPr sz="1500" b="0">
                <a:solidFill>
                  <a:srgbClr val="153047"/>
                </a:solidFill>
              </a:defRPr>
            </a:lvl2pPr>
            <a:lvl3pPr>
              <a:defRPr sz="1500" b="0">
                <a:solidFill>
                  <a:srgbClr val="153047"/>
                </a:solidFill>
              </a:defRPr>
            </a:lvl3pPr>
            <a:lvl4pPr>
              <a:defRPr sz="1500" b="0">
                <a:solidFill>
                  <a:srgbClr val="153047"/>
                </a:solidFill>
              </a:defRPr>
            </a:lvl4pPr>
            <a:lvl5pPr>
              <a:defRPr sz="1500" b="0">
                <a:solidFill>
                  <a:srgbClr val="153047"/>
                </a:solidFill>
              </a:defRPr>
            </a:lvl5pPr>
            <a:lvl6pPr>
              <a:defRPr sz="1500" b="0">
                <a:solidFill>
                  <a:srgbClr val="153047"/>
                </a:solidFill>
              </a:defRPr>
            </a:lvl6pPr>
            <a:lvl7pPr>
              <a:defRPr sz="1500" b="0">
                <a:solidFill>
                  <a:srgbClr val="153047"/>
                </a:solidFill>
              </a:defRPr>
            </a:lvl7pPr>
            <a:lvl8pPr>
              <a:defRPr sz="1500" b="0">
                <a:solidFill>
                  <a:srgbClr val="153047"/>
                </a:solidFill>
              </a:defRPr>
            </a:lvl8pPr>
            <a:lvl9pPr>
              <a:defRPr sz="1500" b="0">
                <a:solidFill>
                  <a:srgbClr val="153047"/>
                </a:solidFill>
              </a:defRPr>
            </a:lvl9pPr>
          </a:lstStyle>
          <a:p xmlns:a="http://schemas.openxmlformats.org/drawingml/2006/main">
            <a:pPr>
              <a:buNone/>
              <a:defRPr sz="1500" b="0">
                <a:solidFill>
                  <a:srgbClr val="153047"/>
                </a:solidFill>
              </a:defRPr>
            </a:pPr>
            <a:r>
              <a:rPr sz="1500" b="0">
                <a:solidFill>
                  <a:srgbClr val="153047"/>
                </a:solidFill>
              </a:rPr>
              <a:t>Exactly one report task comes last and directly depends on all other tasks.</a:t>
            </a:r>
          </a:p>
        </p:txBody>
      </p:sp>
    </p:spTree>
    <p:extLst>
      <p:ext uri="{BB962C8B-B14F-4D97-AF65-F5344CB8AC3E}">
        <p14:creationId xmlns:p14="http://schemas.microsoft.com/office/powerpoint/2010/main" val="246008983"/>
      </p:ext>
    </p:extLst>
  </p:cSld>
</p:sld>
</file>

<file path=ppt/slides/slide11.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38A9B9C-D6BB-49E7-9DE9-151742CAD6D0}"/>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E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A00973F-A843-49CC-B50D-914E111D9429}"/>
              </a:ext>
            </a:extLst>
          </p:cNvPr>
          <p:cNvSpPr>
            <a:spLocks xmlns:a="http://schemas.openxmlformats.org/drawingml/2006/main" noGrp="1"/>
          </p:cNvSpPr>
          <p:nvPr/>
        </p:nvSpPr>
        <p:spPr>
          <a:xfrm xmlns:a="http://schemas.openxmlformats.org/drawingml/2006/main">
            <a:off x="609600" y="323850"/>
            <a:ext cx="1009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07E78"/>
                </a:solidFill>
              </a:defRPr>
            </a:defPPr>
            <a:lvl1pPr>
              <a:defRPr sz="1125" b="1">
                <a:solidFill>
                  <a:srgbClr val="007E78"/>
                </a:solidFill>
              </a:defRPr>
            </a:lvl1pPr>
            <a:lvl2pPr>
              <a:defRPr sz="1125" b="1">
                <a:solidFill>
                  <a:srgbClr val="007E78"/>
                </a:solidFill>
              </a:defRPr>
            </a:lvl2pPr>
            <a:lvl3pPr>
              <a:defRPr sz="1125" b="1">
                <a:solidFill>
                  <a:srgbClr val="007E78"/>
                </a:solidFill>
              </a:defRPr>
            </a:lvl3pPr>
            <a:lvl4pPr>
              <a:defRPr sz="1125" b="1">
                <a:solidFill>
                  <a:srgbClr val="007E78"/>
                </a:solidFill>
              </a:defRPr>
            </a:lvl4pPr>
            <a:lvl5pPr>
              <a:defRPr sz="1125" b="1">
                <a:solidFill>
                  <a:srgbClr val="007E78"/>
                </a:solidFill>
              </a:defRPr>
            </a:lvl5pPr>
            <a:lvl6pPr>
              <a:defRPr sz="1125" b="1">
                <a:solidFill>
                  <a:srgbClr val="007E78"/>
                </a:solidFill>
              </a:defRPr>
            </a:lvl6pPr>
            <a:lvl7pPr>
              <a:defRPr sz="1125" b="1">
                <a:solidFill>
                  <a:srgbClr val="007E78"/>
                </a:solidFill>
              </a:defRPr>
            </a:lvl7pPr>
            <a:lvl8pPr>
              <a:defRPr sz="1125" b="1">
                <a:solidFill>
                  <a:srgbClr val="007E78"/>
                </a:solidFill>
              </a:defRPr>
            </a:lvl8pPr>
            <a:lvl9pPr>
              <a:defRPr sz="1125" b="1">
                <a:solidFill>
                  <a:srgbClr val="007E78"/>
                </a:solidFill>
              </a:defRPr>
            </a:lvl9pPr>
          </a:lstStyle>
          <a:p xmlns:a="http://schemas.openxmlformats.org/drawingml/2006/main">
            <a:pPr>
              <a:buNone/>
              <a:defRPr sz="1125" b="1">
                <a:solidFill>
                  <a:srgbClr val="007E78"/>
                </a:solidFill>
              </a:defRPr>
            </a:pPr>
            <a:r>
              <a:rPr sz="1125" b="1">
                <a:solidFill>
                  <a:srgbClr val="007E78"/>
                </a:solidFill>
              </a:rPr>
              <a:t>10  LOW-LEVEL DATA MODEL</a:t>
            </a:r>
          </a:p>
        </p:txBody>
      </p:sp>
      <p:sp>
        <p:nvSpPr>
          <p:cNvPr id="3" name="">
            <a:extLst xmlns:a="http://schemas.openxmlformats.org/drawingml/2006/main">
              <a:ext uri="{FF2B5EF4-FFF2-40B4-BE49-F238E27FC236}">
                <a16:creationId xmlns:a16="http://schemas.microsoft.com/office/drawing/2014/main" id="{F9702018-255E-46A9-B68E-748711C74C77}"/>
              </a:ext>
            </a:extLst>
          </p:cNvPr>
          <p:cNvSpPr>
            <a:spLocks xmlns:a="http://schemas.openxmlformats.org/drawingml/2006/main" noGrp="1"/>
          </p:cNvSpPr>
          <p:nvPr/>
        </p:nvSpPr>
        <p:spPr>
          <a:xfrm xmlns:a="http://schemas.openxmlformats.org/drawingml/2006/main">
            <a:off x="609600" y="685800"/>
            <a:ext cx="10858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10243A"/>
                </a:solidFill>
              </a:defRPr>
            </a:defPPr>
            <a:lvl1pPr>
              <a:defRPr sz="2850" b="1">
                <a:solidFill>
                  <a:srgbClr val="10243A"/>
                </a:solidFill>
              </a:defRPr>
            </a:lvl1pPr>
            <a:lvl2pPr>
              <a:defRPr sz="2850" b="1">
                <a:solidFill>
                  <a:srgbClr val="10243A"/>
                </a:solidFill>
              </a:defRPr>
            </a:lvl2pPr>
            <a:lvl3pPr>
              <a:defRPr sz="2850" b="1">
                <a:solidFill>
                  <a:srgbClr val="10243A"/>
                </a:solidFill>
              </a:defRPr>
            </a:lvl3pPr>
            <a:lvl4pPr>
              <a:defRPr sz="2850" b="1">
                <a:solidFill>
                  <a:srgbClr val="10243A"/>
                </a:solidFill>
              </a:defRPr>
            </a:lvl4pPr>
            <a:lvl5pPr>
              <a:defRPr sz="2850" b="1">
                <a:solidFill>
                  <a:srgbClr val="10243A"/>
                </a:solidFill>
              </a:defRPr>
            </a:lvl5pPr>
            <a:lvl6pPr>
              <a:defRPr sz="2850" b="1">
                <a:solidFill>
                  <a:srgbClr val="10243A"/>
                </a:solidFill>
              </a:defRPr>
            </a:lvl6pPr>
            <a:lvl7pPr>
              <a:defRPr sz="2850" b="1">
                <a:solidFill>
                  <a:srgbClr val="10243A"/>
                </a:solidFill>
              </a:defRPr>
            </a:lvl7pPr>
            <a:lvl8pPr>
              <a:defRPr sz="2850" b="1">
                <a:solidFill>
                  <a:srgbClr val="10243A"/>
                </a:solidFill>
              </a:defRPr>
            </a:lvl8pPr>
            <a:lvl9pPr>
              <a:defRPr sz="2850" b="1">
                <a:solidFill>
                  <a:srgbClr val="10243A"/>
                </a:solidFill>
              </a:defRPr>
            </a:lvl9pPr>
          </a:lstStyle>
          <a:p xmlns:a="http://schemas.openxmlformats.org/drawingml/2006/main">
            <a:pPr>
              <a:buNone/>
              <a:defRPr sz="2850" b="1">
                <a:solidFill>
                  <a:srgbClr val="10243A"/>
                </a:solidFill>
              </a:defRPr>
            </a:pPr>
            <a:r>
              <a:rPr sz="2850" b="1">
                <a:solidFill>
                  <a:srgbClr val="10243A"/>
                </a:solidFill>
              </a:rPr>
              <a:t>Task JSON contract</a:t>
            </a:r>
          </a:p>
        </p:txBody>
      </p:sp>
      <p:sp>
        <p:nvSpPr>
          <p:cNvPr id="4" name="">
            <a:extLst xmlns:a="http://schemas.openxmlformats.org/drawingml/2006/main">
              <a:ext uri="{FF2B5EF4-FFF2-40B4-BE49-F238E27FC236}">
                <a16:creationId xmlns:a16="http://schemas.microsoft.com/office/drawing/2014/main" id="{56FC71F3-5D33-452E-9B68-A58BD50D78A1}"/>
              </a:ext>
            </a:extLst>
          </p:cNvPr>
          <p:cNvSpPr>
            <a:spLocks xmlns:a="http://schemas.openxmlformats.org/drawingml/2006/main" noGrp="1"/>
          </p:cNvSpPr>
          <p:nvPr/>
        </p:nvSpPr>
        <p:spPr>
          <a:xfrm xmlns:a="http://schemas.openxmlformats.org/drawingml/2006/main">
            <a:off x="609600" y="6324600"/>
            <a:ext cx="10972800" cy="9525"/>
          </a:xfrm>
          <a:prstGeom xmlns:a="http://schemas.openxmlformats.org/drawingml/2006/main" prst="rect">
            <a:avLst/>
          </a:prstGeom>
          <a:solidFill xmlns:a="http://schemas.openxmlformats.org/drawingml/2006/main">
            <a:srgbClr val="D7E3E9"/>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0A3C7E7-E165-45E8-B4E9-5021F88C1246}"/>
              </a:ext>
            </a:extLst>
          </p:cNvPr>
          <p:cNvSpPr>
            <a:spLocks xmlns:a="http://schemas.openxmlformats.org/drawingml/2006/main" noGrp="1"/>
          </p:cNvSpPr>
          <p:nvPr/>
        </p:nvSpPr>
        <p:spPr>
          <a:xfrm xmlns:a="http://schemas.openxmlformats.org/drawingml/2006/main">
            <a:off x="609600" y="6429375"/>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AgentFlow  |  Final Review</a:t>
            </a:r>
          </a:p>
        </p:txBody>
      </p:sp>
      <p:sp>
        <p:nvSpPr>
          <p:cNvPr id="6" name="">
            <a:extLst xmlns:a="http://schemas.openxmlformats.org/drawingml/2006/main">
              <a:ext uri="{FF2B5EF4-FFF2-40B4-BE49-F238E27FC236}">
                <a16:creationId xmlns:a16="http://schemas.microsoft.com/office/drawing/2014/main" id="{CB94E4F3-7A65-4443-99D6-12F6131179AA}"/>
              </a:ext>
            </a:extLst>
          </p:cNvPr>
          <p:cNvSpPr>
            <a:spLocks xmlns:a="http://schemas.openxmlformats.org/drawingml/2006/main" noGrp="1"/>
          </p:cNvSpPr>
          <p:nvPr/>
        </p:nvSpPr>
        <p:spPr>
          <a:xfrm xmlns:a="http://schemas.openxmlformats.org/drawingml/2006/main">
            <a:off x="11029950" y="642937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11</a:t>
            </a:r>
          </a:p>
        </p:txBody>
      </p:sp>
      <p:sp>
        <p:nvSpPr>
          <p:cNvPr id="7" name="">
            <a:extLst xmlns:a="http://schemas.openxmlformats.org/drawingml/2006/main">
              <a:ext uri="{FF2B5EF4-FFF2-40B4-BE49-F238E27FC236}">
                <a16:creationId xmlns:a16="http://schemas.microsoft.com/office/drawing/2014/main" id="{E4AAD76F-44F9-4F81-827F-32A906FDA40D}"/>
              </a:ext>
            </a:extLst>
          </p:cNvPr>
          <p:cNvSpPr>
            <a:spLocks xmlns:a="http://schemas.openxmlformats.org/drawingml/2006/main" noGrp="1"/>
          </p:cNvSpPr>
          <p:nvPr/>
        </p:nvSpPr>
        <p:spPr>
          <a:xfrm xmlns:a="http://schemas.openxmlformats.org/drawingml/2006/main">
            <a:off x="876300" y="1828800"/>
            <a:ext cx="6905625"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10243A"/>
                </a:solidFill>
              </a:defRPr>
            </a:defPPr>
            <a:lvl1pPr>
              <a:defRPr sz="1950" b="0">
                <a:solidFill>
                  <a:srgbClr val="10243A"/>
                </a:solidFill>
              </a:defRPr>
            </a:lvl1pPr>
            <a:lvl2pPr>
              <a:defRPr sz="1950" b="0">
                <a:solidFill>
                  <a:srgbClr val="10243A"/>
                </a:solidFill>
              </a:defRPr>
            </a:lvl2pPr>
            <a:lvl3pPr>
              <a:defRPr sz="1950" b="0">
                <a:solidFill>
                  <a:srgbClr val="10243A"/>
                </a:solidFill>
              </a:defRPr>
            </a:lvl3pPr>
            <a:lvl4pPr>
              <a:defRPr sz="1950" b="0">
                <a:solidFill>
                  <a:srgbClr val="10243A"/>
                </a:solidFill>
              </a:defRPr>
            </a:lvl4pPr>
            <a:lvl5pPr>
              <a:defRPr sz="1950" b="0">
                <a:solidFill>
                  <a:srgbClr val="10243A"/>
                </a:solidFill>
              </a:defRPr>
            </a:lvl5pPr>
            <a:lvl6pPr>
              <a:defRPr sz="1950" b="0">
                <a:solidFill>
                  <a:srgbClr val="10243A"/>
                </a:solidFill>
              </a:defRPr>
            </a:lvl6pPr>
            <a:lvl7pPr>
              <a:defRPr sz="1950" b="0">
                <a:solidFill>
                  <a:srgbClr val="10243A"/>
                </a:solidFill>
              </a:defRPr>
            </a:lvl7pPr>
            <a:lvl8pPr>
              <a:defRPr sz="1950" b="0">
                <a:solidFill>
                  <a:srgbClr val="10243A"/>
                </a:solidFill>
              </a:defRPr>
            </a:lvl8pPr>
            <a:lvl9pPr>
              <a:defRPr sz="1950" b="0">
                <a:solidFill>
                  <a:srgbClr val="10243A"/>
                </a:solidFill>
              </a:defRPr>
            </a:lvl9pPr>
          </a:lstStyle>
          <a:p xmlns:a="http://schemas.openxmlformats.org/drawingml/2006/main">
            <a:pPr>
              <a:buNone/>
              <a:defRPr sz="1950" b="0">
                <a:solidFill>
                  <a:srgbClr val="10243A"/>
                </a:solidFill>
              </a:defRPr>
            </a:pPr>
            <a:r>
              <a:rPr sz="1950" b="0">
                <a:solidFill>
                  <a:srgbClr val="10243A"/>
                </a:solidFill>
              </a:rPr>
              <a:t>{</a:t>
            </a:r>
          </a:p>
          <a:p xmlns:a="http://schemas.openxmlformats.org/drawingml/2006/main">
            <a:pPr>
              <a:buNone/>
              <a:defRPr sz="1950" b="0">
                <a:solidFill>
                  <a:srgbClr val="10243A"/>
                </a:solidFill>
              </a:defRPr>
            </a:pPr>
            <a:r>
              <a:rPr sz="1950" b="0">
                <a:solidFill>
                  <a:srgbClr val="10243A"/>
                </a:solidFill>
              </a:rPr>
              <a:t>  "id": "compare_papers",</a:t>
            </a:r>
          </a:p>
          <a:p xmlns:a="http://schemas.openxmlformats.org/drawingml/2006/main">
            <a:pPr>
              <a:buNone/>
              <a:defRPr sz="1950" b="0">
                <a:solidFill>
                  <a:srgbClr val="10243A"/>
                </a:solidFill>
              </a:defRPr>
            </a:pPr>
            <a:r>
              <a:rPr sz="1950" b="0">
                <a:solidFill>
                  <a:srgbClr val="10243A"/>
                </a:solidFill>
              </a:rPr>
              <a:t>  "tool": "compare",</a:t>
            </a:r>
          </a:p>
          <a:p xmlns:a="http://schemas.openxmlformats.org/drawingml/2006/main">
            <a:pPr>
              <a:buNone/>
              <a:defRPr sz="1950" b="0">
                <a:solidFill>
                  <a:srgbClr val="10243A"/>
                </a:solidFill>
              </a:defRPr>
            </a:pPr>
            <a:r>
              <a:rPr sz="1950" b="0">
                <a:solidFill>
                  <a:srgbClr val="10243A"/>
                </a:solidFill>
              </a:rPr>
              <a:t>  "role": "Comparative Analyst",</a:t>
            </a:r>
          </a:p>
          <a:p xmlns:a="http://schemas.openxmlformats.org/drawingml/2006/main">
            <a:pPr>
              <a:buNone/>
              <a:defRPr sz="1950" b="0">
                <a:solidFill>
                  <a:srgbClr val="10243A"/>
                </a:solidFill>
              </a:defRPr>
            </a:pPr>
            <a:r>
              <a:rPr sz="1950" b="0">
                <a:solidFill>
                  <a:srgbClr val="10243A"/>
                </a:solidFill>
              </a:rPr>
              <a:t>  "instruction": "Compare all three papers",</a:t>
            </a:r>
          </a:p>
          <a:p xmlns:a="http://schemas.openxmlformats.org/drawingml/2006/main">
            <a:pPr>
              <a:buNone/>
              <a:defRPr sz="1950" b="0">
                <a:solidFill>
                  <a:srgbClr val="10243A"/>
                </a:solidFill>
              </a:defRPr>
            </a:pPr>
            <a:r>
              <a:rPr sz="1950" b="0">
                <a:solidFill>
                  <a:srgbClr val="10243A"/>
                </a:solidFill>
              </a:rPr>
              <a:t>  "dependencies": ["read_1", "read_2", "read_3"],</a:t>
            </a:r>
          </a:p>
          <a:p xmlns:a="http://schemas.openxmlformats.org/drawingml/2006/main">
            <a:pPr>
              <a:buNone/>
              <a:defRPr sz="1950" b="0">
                <a:solidFill>
                  <a:srgbClr val="10243A"/>
                </a:solidFill>
              </a:defRPr>
            </a:pPr>
            <a:r>
              <a:rPr sz="1950" b="0">
                <a:solidFill>
                  <a:srgbClr val="10243A"/>
                </a:solidFill>
              </a:rPr>
              <a:t>  "args": {},</a:t>
            </a:r>
          </a:p>
          <a:p xmlns:a="http://schemas.openxmlformats.org/drawingml/2006/main">
            <a:pPr>
              <a:buNone/>
              <a:defRPr sz="1950" b="0">
                <a:solidFill>
                  <a:srgbClr val="10243A"/>
                </a:solidFill>
              </a:defRPr>
            </a:pPr>
            <a:r>
              <a:rPr sz="1950" b="0">
                <a:solidFill>
                  <a:srgbClr val="10243A"/>
                </a:solidFill>
              </a:rPr>
              <a:t>  "status": "pending",</a:t>
            </a:r>
          </a:p>
          <a:p xmlns:a="http://schemas.openxmlformats.org/drawingml/2006/main">
            <a:pPr>
              <a:buNone/>
              <a:defRPr sz="1950" b="0">
                <a:solidFill>
                  <a:srgbClr val="10243A"/>
                </a:solidFill>
              </a:defRPr>
            </a:pPr>
            <a:r>
              <a:rPr sz="1950" b="0">
                <a:solidFill>
                  <a:srgbClr val="10243A"/>
                </a:solidFill>
              </a:rPr>
              <a:t>  "attempts": 0</a:t>
            </a:r>
          </a:p>
          <a:p xmlns:a="http://schemas.openxmlformats.org/drawingml/2006/main">
            <a:pPr>
              <a:buNone/>
              <a:defRPr sz="1950" b="0">
                <a:solidFill>
                  <a:srgbClr val="10243A"/>
                </a:solidFill>
              </a:defRPr>
            </a:pPr>
            <a:r>
              <a:rPr sz="1950" b="0">
                <a:solidFill>
                  <a:srgbClr val="10243A"/>
                </a:solidFill>
              </a:rPr>
              <a:t>}</a:t>
            </a:r>
          </a:p>
        </p:txBody>
      </p:sp>
      <p:sp>
        <p:nvSpPr>
          <p:cNvPr id="8" name="">
            <a:extLst xmlns:a="http://schemas.openxmlformats.org/drawingml/2006/main">
              <a:ext uri="{FF2B5EF4-FFF2-40B4-BE49-F238E27FC236}">
                <a16:creationId xmlns:a16="http://schemas.microsoft.com/office/drawing/2014/main" id="{77172420-73A3-4A37-A23A-877A01AE6F6E}"/>
              </a:ext>
            </a:extLst>
          </p:cNvPr>
          <p:cNvSpPr>
            <a:spLocks xmlns:a="http://schemas.openxmlformats.org/drawingml/2006/main" noGrp="1"/>
          </p:cNvSpPr>
          <p:nvPr/>
        </p:nvSpPr>
        <p:spPr>
          <a:xfrm xmlns:a="http://schemas.openxmlformats.org/drawingml/2006/main">
            <a:off x="8115300" y="2095500"/>
            <a:ext cx="30480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07E78"/>
                </a:solidFill>
              </a:defRPr>
            </a:defPPr>
            <a:lvl1pPr>
              <a:defRPr sz="1725" b="1">
                <a:solidFill>
                  <a:srgbClr val="007E78"/>
                </a:solidFill>
              </a:defRPr>
            </a:lvl1pPr>
            <a:lvl2pPr>
              <a:defRPr sz="1725" b="1">
                <a:solidFill>
                  <a:srgbClr val="007E78"/>
                </a:solidFill>
              </a:defRPr>
            </a:lvl2pPr>
            <a:lvl3pPr>
              <a:defRPr sz="1725" b="1">
                <a:solidFill>
                  <a:srgbClr val="007E78"/>
                </a:solidFill>
              </a:defRPr>
            </a:lvl3pPr>
            <a:lvl4pPr>
              <a:defRPr sz="1725" b="1">
                <a:solidFill>
                  <a:srgbClr val="007E78"/>
                </a:solidFill>
              </a:defRPr>
            </a:lvl4pPr>
            <a:lvl5pPr>
              <a:defRPr sz="1725" b="1">
                <a:solidFill>
                  <a:srgbClr val="007E78"/>
                </a:solidFill>
              </a:defRPr>
            </a:lvl5pPr>
            <a:lvl6pPr>
              <a:defRPr sz="1725" b="1">
                <a:solidFill>
                  <a:srgbClr val="007E78"/>
                </a:solidFill>
              </a:defRPr>
            </a:lvl6pPr>
            <a:lvl7pPr>
              <a:defRPr sz="1725" b="1">
                <a:solidFill>
                  <a:srgbClr val="007E78"/>
                </a:solidFill>
              </a:defRPr>
            </a:lvl7pPr>
            <a:lvl8pPr>
              <a:defRPr sz="1725" b="1">
                <a:solidFill>
                  <a:srgbClr val="007E78"/>
                </a:solidFill>
              </a:defRPr>
            </a:lvl8pPr>
            <a:lvl9pPr>
              <a:defRPr sz="1725" b="1">
                <a:solidFill>
                  <a:srgbClr val="007E78"/>
                </a:solidFill>
              </a:defRPr>
            </a:lvl9pPr>
          </a:lstStyle>
          <a:p xmlns:a="http://schemas.openxmlformats.org/drawingml/2006/main">
            <a:pPr>
              <a:buNone/>
              <a:defRPr sz="1725" b="1">
                <a:solidFill>
                  <a:srgbClr val="007E78"/>
                </a:solidFill>
              </a:defRPr>
            </a:pPr>
            <a:r>
              <a:rPr sz="1725" b="1">
                <a:solidFill>
                  <a:srgbClr val="007E78"/>
                </a:solidFill>
              </a:rPr>
              <a:t>Execution accepts only known tool values. A role label cannot bypass the registry.</a:t>
            </a:r>
          </a:p>
        </p:txBody>
      </p:sp>
    </p:spTree>
    <p:extLst>
      <p:ext uri="{BB962C8B-B14F-4D97-AF65-F5344CB8AC3E}">
        <p14:creationId xmlns:p14="http://schemas.microsoft.com/office/powerpoint/2010/main" val="681403262"/>
      </p:ext>
    </p:extLst>
  </p:cSld>
</p:sld>
</file>

<file path=ppt/slides/slide12.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9A2468AB-6339-460A-9789-F742FE4E6216}"/>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E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826B777-A090-45B4-BAE1-3C6D273CE829}"/>
              </a:ext>
            </a:extLst>
          </p:cNvPr>
          <p:cNvSpPr>
            <a:spLocks xmlns:a="http://schemas.openxmlformats.org/drawingml/2006/main" noGrp="1"/>
          </p:cNvSpPr>
          <p:nvPr/>
        </p:nvSpPr>
        <p:spPr>
          <a:xfrm xmlns:a="http://schemas.openxmlformats.org/drawingml/2006/main">
            <a:off x="609600" y="323850"/>
            <a:ext cx="1009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07E78"/>
                </a:solidFill>
              </a:defRPr>
            </a:defPPr>
            <a:lvl1pPr>
              <a:defRPr sz="1125" b="1">
                <a:solidFill>
                  <a:srgbClr val="007E78"/>
                </a:solidFill>
              </a:defRPr>
            </a:lvl1pPr>
            <a:lvl2pPr>
              <a:defRPr sz="1125" b="1">
                <a:solidFill>
                  <a:srgbClr val="007E78"/>
                </a:solidFill>
              </a:defRPr>
            </a:lvl2pPr>
            <a:lvl3pPr>
              <a:defRPr sz="1125" b="1">
                <a:solidFill>
                  <a:srgbClr val="007E78"/>
                </a:solidFill>
              </a:defRPr>
            </a:lvl3pPr>
            <a:lvl4pPr>
              <a:defRPr sz="1125" b="1">
                <a:solidFill>
                  <a:srgbClr val="007E78"/>
                </a:solidFill>
              </a:defRPr>
            </a:lvl4pPr>
            <a:lvl5pPr>
              <a:defRPr sz="1125" b="1">
                <a:solidFill>
                  <a:srgbClr val="007E78"/>
                </a:solidFill>
              </a:defRPr>
            </a:lvl5pPr>
            <a:lvl6pPr>
              <a:defRPr sz="1125" b="1">
                <a:solidFill>
                  <a:srgbClr val="007E78"/>
                </a:solidFill>
              </a:defRPr>
            </a:lvl6pPr>
            <a:lvl7pPr>
              <a:defRPr sz="1125" b="1">
                <a:solidFill>
                  <a:srgbClr val="007E78"/>
                </a:solidFill>
              </a:defRPr>
            </a:lvl7pPr>
            <a:lvl8pPr>
              <a:defRPr sz="1125" b="1">
                <a:solidFill>
                  <a:srgbClr val="007E78"/>
                </a:solidFill>
              </a:defRPr>
            </a:lvl8pPr>
            <a:lvl9pPr>
              <a:defRPr sz="1125" b="1">
                <a:solidFill>
                  <a:srgbClr val="007E78"/>
                </a:solidFill>
              </a:defRPr>
            </a:lvl9pPr>
          </a:lstStyle>
          <a:p xmlns:a="http://schemas.openxmlformats.org/drawingml/2006/main">
            <a:pPr>
              <a:buNone/>
              <a:defRPr sz="1125" b="1">
                <a:solidFill>
                  <a:srgbClr val="007E78"/>
                </a:solidFill>
              </a:defRPr>
            </a:pPr>
            <a:r>
              <a:rPr sz="1125" b="1">
                <a:solidFill>
                  <a:srgbClr val="007E78"/>
                </a:solidFill>
              </a:rPr>
              <a:t>11  CONTROLLER ALGORITHM</a:t>
            </a:r>
          </a:p>
        </p:txBody>
      </p:sp>
      <p:sp>
        <p:nvSpPr>
          <p:cNvPr id="3" name="">
            <a:extLst xmlns:a="http://schemas.openxmlformats.org/drawingml/2006/main">
              <a:ext uri="{FF2B5EF4-FFF2-40B4-BE49-F238E27FC236}">
                <a16:creationId xmlns:a16="http://schemas.microsoft.com/office/drawing/2014/main" id="{FA32222F-9A59-4D44-8260-B248D6294EE5}"/>
              </a:ext>
            </a:extLst>
          </p:cNvPr>
          <p:cNvSpPr>
            <a:spLocks xmlns:a="http://schemas.openxmlformats.org/drawingml/2006/main" noGrp="1"/>
          </p:cNvSpPr>
          <p:nvPr/>
        </p:nvSpPr>
        <p:spPr>
          <a:xfrm xmlns:a="http://schemas.openxmlformats.org/drawingml/2006/main">
            <a:off x="609600" y="685800"/>
            <a:ext cx="10858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10243A"/>
                </a:solidFill>
              </a:defRPr>
            </a:defPPr>
            <a:lvl1pPr>
              <a:defRPr sz="2850" b="1">
                <a:solidFill>
                  <a:srgbClr val="10243A"/>
                </a:solidFill>
              </a:defRPr>
            </a:lvl1pPr>
            <a:lvl2pPr>
              <a:defRPr sz="2850" b="1">
                <a:solidFill>
                  <a:srgbClr val="10243A"/>
                </a:solidFill>
              </a:defRPr>
            </a:lvl2pPr>
            <a:lvl3pPr>
              <a:defRPr sz="2850" b="1">
                <a:solidFill>
                  <a:srgbClr val="10243A"/>
                </a:solidFill>
              </a:defRPr>
            </a:lvl3pPr>
            <a:lvl4pPr>
              <a:defRPr sz="2850" b="1">
                <a:solidFill>
                  <a:srgbClr val="10243A"/>
                </a:solidFill>
              </a:defRPr>
            </a:lvl4pPr>
            <a:lvl5pPr>
              <a:defRPr sz="2850" b="1">
                <a:solidFill>
                  <a:srgbClr val="10243A"/>
                </a:solidFill>
              </a:defRPr>
            </a:lvl5pPr>
            <a:lvl6pPr>
              <a:defRPr sz="2850" b="1">
                <a:solidFill>
                  <a:srgbClr val="10243A"/>
                </a:solidFill>
              </a:defRPr>
            </a:lvl6pPr>
            <a:lvl7pPr>
              <a:defRPr sz="2850" b="1">
                <a:solidFill>
                  <a:srgbClr val="10243A"/>
                </a:solidFill>
              </a:defRPr>
            </a:lvl7pPr>
            <a:lvl8pPr>
              <a:defRPr sz="2850" b="1">
                <a:solidFill>
                  <a:srgbClr val="10243A"/>
                </a:solidFill>
              </a:defRPr>
            </a:lvl8pPr>
            <a:lvl9pPr>
              <a:defRPr sz="2850" b="1">
                <a:solidFill>
                  <a:srgbClr val="10243A"/>
                </a:solidFill>
              </a:defRPr>
            </a:lvl9pPr>
          </a:lstStyle>
          <a:p xmlns:a="http://schemas.openxmlformats.org/drawingml/2006/main">
            <a:pPr>
              <a:buNone/>
              <a:defRPr sz="2850" b="1">
                <a:solidFill>
                  <a:srgbClr val="10243A"/>
                </a:solidFill>
              </a:defRPr>
            </a:pPr>
            <a:r>
              <a:rPr sz="2850" b="1">
                <a:solidFill>
                  <a:srgbClr val="10243A"/>
                </a:solidFill>
              </a:rPr>
              <a:t>Dependency-aware scheduler</a:t>
            </a:r>
          </a:p>
        </p:txBody>
      </p:sp>
      <p:sp>
        <p:nvSpPr>
          <p:cNvPr id="4" name="">
            <a:extLst xmlns:a="http://schemas.openxmlformats.org/drawingml/2006/main">
              <a:ext uri="{FF2B5EF4-FFF2-40B4-BE49-F238E27FC236}">
                <a16:creationId xmlns:a16="http://schemas.microsoft.com/office/drawing/2014/main" id="{31DA214C-EC2D-4B97-A080-A0AC2682F666}"/>
              </a:ext>
            </a:extLst>
          </p:cNvPr>
          <p:cNvSpPr>
            <a:spLocks xmlns:a="http://schemas.openxmlformats.org/drawingml/2006/main" noGrp="1"/>
          </p:cNvSpPr>
          <p:nvPr/>
        </p:nvSpPr>
        <p:spPr>
          <a:xfrm xmlns:a="http://schemas.openxmlformats.org/drawingml/2006/main">
            <a:off x="609600" y="6324600"/>
            <a:ext cx="10972800" cy="9525"/>
          </a:xfrm>
          <a:prstGeom xmlns:a="http://schemas.openxmlformats.org/drawingml/2006/main" prst="rect">
            <a:avLst/>
          </a:prstGeom>
          <a:solidFill xmlns:a="http://schemas.openxmlformats.org/drawingml/2006/main">
            <a:srgbClr val="D7E3E9"/>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2D12D97-CFA3-48D9-AA8F-186B6AD95DF5}"/>
              </a:ext>
            </a:extLst>
          </p:cNvPr>
          <p:cNvSpPr>
            <a:spLocks xmlns:a="http://schemas.openxmlformats.org/drawingml/2006/main" noGrp="1"/>
          </p:cNvSpPr>
          <p:nvPr/>
        </p:nvSpPr>
        <p:spPr>
          <a:xfrm xmlns:a="http://schemas.openxmlformats.org/drawingml/2006/main">
            <a:off x="609600" y="6429375"/>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AgentFlow  |  Final Review</a:t>
            </a:r>
          </a:p>
        </p:txBody>
      </p:sp>
      <p:sp>
        <p:nvSpPr>
          <p:cNvPr id="6" name="">
            <a:extLst xmlns:a="http://schemas.openxmlformats.org/drawingml/2006/main">
              <a:ext uri="{FF2B5EF4-FFF2-40B4-BE49-F238E27FC236}">
                <a16:creationId xmlns:a16="http://schemas.microsoft.com/office/drawing/2014/main" id="{6F0452AD-AF79-449B-A305-1A3F9B6D5E52}"/>
              </a:ext>
            </a:extLst>
          </p:cNvPr>
          <p:cNvSpPr>
            <a:spLocks xmlns:a="http://schemas.openxmlformats.org/drawingml/2006/main" noGrp="1"/>
          </p:cNvSpPr>
          <p:nvPr/>
        </p:nvSpPr>
        <p:spPr>
          <a:xfrm xmlns:a="http://schemas.openxmlformats.org/drawingml/2006/main">
            <a:off x="11029950" y="642937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12</a:t>
            </a:r>
          </a:p>
        </p:txBody>
      </p:sp>
      <p:sp>
        <p:nvSpPr>
          <p:cNvPr id="7" name="">
            <a:extLst xmlns:a="http://schemas.openxmlformats.org/drawingml/2006/main">
              <a:ext uri="{FF2B5EF4-FFF2-40B4-BE49-F238E27FC236}">
                <a16:creationId xmlns:a16="http://schemas.microsoft.com/office/drawing/2014/main" id="{0CFABAFF-8358-4F86-ADB9-31EB1C38DCB6}"/>
              </a:ext>
            </a:extLst>
          </p:cNvPr>
          <p:cNvSpPr>
            <a:spLocks xmlns:a="http://schemas.openxmlformats.org/drawingml/2006/main" noGrp="1"/>
          </p:cNvSpPr>
          <p:nvPr/>
        </p:nvSpPr>
        <p:spPr>
          <a:xfrm xmlns:a="http://schemas.openxmlformats.org/drawingml/2006/main">
            <a:off x="685800" y="2171700"/>
            <a:ext cx="2095500"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D7E3E9"/>
            </a:solidFill>
            <a:prstDash val="solid"/>
          </a:ln>
        </p:spPr>
      </p:sp>
      <p:sp>
        <p:nvSpPr>
          <p:cNvPr id="8" name="">
            <a:extLst xmlns:a="http://schemas.openxmlformats.org/drawingml/2006/main">
              <a:ext uri="{FF2B5EF4-FFF2-40B4-BE49-F238E27FC236}">
                <a16:creationId xmlns:a16="http://schemas.microsoft.com/office/drawing/2014/main" id="{89465690-4D27-4502-A18C-C1F5A3B09FAD}"/>
              </a:ext>
            </a:extLst>
          </p:cNvPr>
          <p:cNvSpPr>
            <a:spLocks xmlns:a="http://schemas.openxmlformats.org/drawingml/2006/main" noGrp="1"/>
          </p:cNvSpPr>
          <p:nvPr/>
        </p:nvSpPr>
        <p:spPr>
          <a:xfrm xmlns:a="http://schemas.openxmlformats.org/drawingml/2006/main">
            <a:off x="800100" y="2305050"/>
            <a:ext cx="1866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10243A"/>
                </a:solidFill>
              </a:defRPr>
            </a:defPPr>
            <a:lvl1pPr>
              <a:defRPr sz="1500" b="1">
                <a:solidFill>
                  <a:srgbClr val="10243A"/>
                </a:solidFill>
              </a:defRPr>
            </a:lvl1pPr>
            <a:lvl2pPr>
              <a:defRPr sz="1500" b="1">
                <a:solidFill>
                  <a:srgbClr val="10243A"/>
                </a:solidFill>
              </a:defRPr>
            </a:lvl2pPr>
            <a:lvl3pPr>
              <a:defRPr sz="1500" b="1">
                <a:solidFill>
                  <a:srgbClr val="10243A"/>
                </a:solidFill>
              </a:defRPr>
            </a:lvl3pPr>
            <a:lvl4pPr>
              <a:defRPr sz="1500" b="1">
                <a:solidFill>
                  <a:srgbClr val="10243A"/>
                </a:solidFill>
              </a:defRPr>
            </a:lvl4pPr>
            <a:lvl5pPr>
              <a:defRPr sz="1500" b="1">
                <a:solidFill>
                  <a:srgbClr val="10243A"/>
                </a:solidFill>
              </a:defRPr>
            </a:lvl5pPr>
            <a:lvl6pPr>
              <a:defRPr sz="1500" b="1">
                <a:solidFill>
                  <a:srgbClr val="10243A"/>
                </a:solidFill>
              </a:defRPr>
            </a:lvl6pPr>
            <a:lvl7pPr>
              <a:defRPr sz="1500" b="1">
                <a:solidFill>
                  <a:srgbClr val="10243A"/>
                </a:solidFill>
              </a:defRPr>
            </a:lvl7pPr>
            <a:lvl8pPr>
              <a:defRPr sz="1500" b="1">
                <a:solidFill>
                  <a:srgbClr val="10243A"/>
                </a:solidFill>
              </a:defRPr>
            </a:lvl8pPr>
            <a:lvl9pPr>
              <a:defRPr sz="1500" b="1">
                <a:solidFill>
                  <a:srgbClr val="10243A"/>
                </a:solidFill>
              </a:defRPr>
            </a:lvl9pPr>
          </a:lstStyle>
          <a:p xmlns:a="http://schemas.openxmlformats.org/drawingml/2006/main">
            <a:pPr>
              <a:buNone/>
              <a:defRPr sz="1500" b="1">
                <a:solidFill>
                  <a:srgbClr val="10243A"/>
                </a:solidFill>
              </a:defRPr>
            </a:pPr>
            <a:r>
              <a:rPr sz="1500" b="1">
                <a:solidFill>
                  <a:srgbClr val="10243A"/>
                </a:solidFill>
              </a:rPr>
              <a:t>Find first ready task</a:t>
            </a:r>
          </a:p>
        </p:txBody>
      </p:sp>
      <p:sp>
        <p:nvSpPr>
          <p:cNvPr id="9" name="">
            <a:extLst xmlns:a="http://schemas.openxmlformats.org/drawingml/2006/main">
              <a:ext uri="{FF2B5EF4-FFF2-40B4-BE49-F238E27FC236}">
                <a16:creationId xmlns:a16="http://schemas.microsoft.com/office/drawing/2014/main" id="{45D06B81-904F-428D-B9C1-0B7B08A40DF0}"/>
              </a:ext>
            </a:extLst>
          </p:cNvPr>
          <p:cNvSpPr>
            <a:spLocks xmlns:a="http://schemas.openxmlformats.org/drawingml/2006/main" noGrp="1"/>
          </p:cNvSpPr>
          <p:nvPr/>
        </p:nvSpPr>
        <p:spPr>
          <a:xfrm xmlns:a="http://schemas.openxmlformats.org/drawingml/2006/main">
            <a:off x="2886075" y="2314575"/>
            <a:ext cx="514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75" b="1">
                <a:solidFill>
                  <a:srgbClr val="007E78"/>
                </a:solidFill>
              </a:defRPr>
            </a:defPPr>
            <a:lvl1pPr>
              <a:defRPr sz="2775" b="1">
                <a:solidFill>
                  <a:srgbClr val="007E78"/>
                </a:solidFill>
              </a:defRPr>
            </a:lvl1pPr>
            <a:lvl2pPr>
              <a:defRPr sz="2775" b="1">
                <a:solidFill>
                  <a:srgbClr val="007E78"/>
                </a:solidFill>
              </a:defRPr>
            </a:lvl2pPr>
            <a:lvl3pPr>
              <a:defRPr sz="2775" b="1">
                <a:solidFill>
                  <a:srgbClr val="007E78"/>
                </a:solidFill>
              </a:defRPr>
            </a:lvl3pPr>
            <a:lvl4pPr>
              <a:defRPr sz="2775" b="1">
                <a:solidFill>
                  <a:srgbClr val="007E78"/>
                </a:solidFill>
              </a:defRPr>
            </a:lvl4pPr>
            <a:lvl5pPr>
              <a:defRPr sz="2775" b="1">
                <a:solidFill>
                  <a:srgbClr val="007E78"/>
                </a:solidFill>
              </a:defRPr>
            </a:lvl5pPr>
            <a:lvl6pPr>
              <a:defRPr sz="2775" b="1">
                <a:solidFill>
                  <a:srgbClr val="007E78"/>
                </a:solidFill>
              </a:defRPr>
            </a:lvl6pPr>
            <a:lvl7pPr>
              <a:defRPr sz="2775" b="1">
                <a:solidFill>
                  <a:srgbClr val="007E78"/>
                </a:solidFill>
              </a:defRPr>
            </a:lvl7pPr>
            <a:lvl8pPr>
              <a:defRPr sz="2775" b="1">
                <a:solidFill>
                  <a:srgbClr val="007E78"/>
                </a:solidFill>
              </a:defRPr>
            </a:lvl8pPr>
            <a:lvl9pPr>
              <a:defRPr sz="2775" b="1">
                <a:solidFill>
                  <a:srgbClr val="007E78"/>
                </a:solidFill>
              </a:defRPr>
            </a:lvl9pPr>
          </a:lstStyle>
          <a:p xmlns:a="http://schemas.openxmlformats.org/drawingml/2006/main">
            <a:pPr>
              <a:buNone/>
              <a:defRPr sz="2775" b="1">
                <a:solidFill>
                  <a:srgbClr val="007E78"/>
                </a:solidFill>
              </a:defRPr>
            </a:pPr>
            <a:r>
              <a:rPr sz="2775" b="1">
                <a:solidFill>
                  <a:srgbClr val="007E78"/>
                </a:solidFill>
              </a:rPr>
              <a:t>→</a:t>
            </a:r>
          </a:p>
        </p:txBody>
      </p:sp>
      <p:sp>
        <p:nvSpPr>
          <p:cNvPr id="10" name="">
            <a:extLst xmlns:a="http://schemas.openxmlformats.org/drawingml/2006/main">
              <a:ext uri="{FF2B5EF4-FFF2-40B4-BE49-F238E27FC236}">
                <a16:creationId xmlns:a16="http://schemas.microsoft.com/office/drawing/2014/main" id="{13191374-60F5-4368-9557-625817CCFF0D}"/>
              </a:ext>
            </a:extLst>
          </p:cNvPr>
          <p:cNvSpPr>
            <a:spLocks xmlns:a="http://schemas.openxmlformats.org/drawingml/2006/main" noGrp="1"/>
          </p:cNvSpPr>
          <p:nvPr/>
        </p:nvSpPr>
        <p:spPr>
          <a:xfrm xmlns:a="http://schemas.openxmlformats.org/drawingml/2006/main">
            <a:off x="3429000" y="2171700"/>
            <a:ext cx="2571750"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D7E3E9"/>
            </a:solidFill>
            <a:prstDash val="solid"/>
          </a:ln>
        </p:spPr>
      </p:sp>
      <p:sp>
        <p:nvSpPr>
          <p:cNvPr id="11" name="">
            <a:extLst xmlns:a="http://schemas.openxmlformats.org/drawingml/2006/main">
              <a:ext uri="{FF2B5EF4-FFF2-40B4-BE49-F238E27FC236}">
                <a16:creationId xmlns:a16="http://schemas.microsoft.com/office/drawing/2014/main" id="{579DB1BE-5396-4F7E-8CD5-619AF5829269}"/>
              </a:ext>
            </a:extLst>
          </p:cNvPr>
          <p:cNvSpPr>
            <a:spLocks xmlns:a="http://schemas.openxmlformats.org/drawingml/2006/main" noGrp="1"/>
          </p:cNvSpPr>
          <p:nvPr/>
        </p:nvSpPr>
        <p:spPr>
          <a:xfrm xmlns:a="http://schemas.openxmlformats.org/drawingml/2006/main">
            <a:off x="3543300" y="2305050"/>
            <a:ext cx="23431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10243A"/>
                </a:solidFill>
              </a:defRPr>
            </a:defPPr>
            <a:lvl1pPr>
              <a:defRPr sz="1500" b="1">
                <a:solidFill>
                  <a:srgbClr val="10243A"/>
                </a:solidFill>
              </a:defRPr>
            </a:lvl1pPr>
            <a:lvl2pPr>
              <a:defRPr sz="1500" b="1">
                <a:solidFill>
                  <a:srgbClr val="10243A"/>
                </a:solidFill>
              </a:defRPr>
            </a:lvl2pPr>
            <a:lvl3pPr>
              <a:defRPr sz="1500" b="1">
                <a:solidFill>
                  <a:srgbClr val="10243A"/>
                </a:solidFill>
              </a:defRPr>
            </a:lvl3pPr>
            <a:lvl4pPr>
              <a:defRPr sz="1500" b="1">
                <a:solidFill>
                  <a:srgbClr val="10243A"/>
                </a:solidFill>
              </a:defRPr>
            </a:lvl4pPr>
            <a:lvl5pPr>
              <a:defRPr sz="1500" b="1">
                <a:solidFill>
                  <a:srgbClr val="10243A"/>
                </a:solidFill>
              </a:defRPr>
            </a:lvl5pPr>
            <a:lvl6pPr>
              <a:defRPr sz="1500" b="1">
                <a:solidFill>
                  <a:srgbClr val="10243A"/>
                </a:solidFill>
              </a:defRPr>
            </a:lvl6pPr>
            <a:lvl7pPr>
              <a:defRPr sz="1500" b="1">
                <a:solidFill>
                  <a:srgbClr val="10243A"/>
                </a:solidFill>
              </a:defRPr>
            </a:lvl7pPr>
            <a:lvl8pPr>
              <a:defRPr sz="1500" b="1">
                <a:solidFill>
                  <a:srgbClr val="10243A"/>
                </a:solidFill>
              </a:defRPr>
            </a:lvl8pPr>
            <a:lvl9pPr>
              <a:defRPr sz="1500" b="1">
                <a:solidFill>
                  <a:srgbClr val="10243A"/>
                </a:solidFill>
              </a:defRPr>
            </a:lvl9pPr>
          </a:lstStyle>
          <a:p xmlns:a="http://schemas.openxmlformats.org/drawingml/2006/main">
            <a:pPr>
              <a:buNone/>
              <a:defRPr sz="1500" b="1">
                <a:solidFill>
                  <a:srgbClr val="10243A"/>
                </a:solidFill>
              </a:defRPr>
            </a:pPr>
            <a:r>
              <a:rPr sz="1500" b="1">
                <a:solidFill>
                  <a:srgbClr val="10243A"/>
                </a:solidFill>
              </a:rPr>
              <a:t>Deploy role + execute tool</a:t>
            </a:r>
          </a:p>
        </p:txBody>
      </p:sp>
      <p:sp>
        <p:nvSpPr>
          <p:cNvPr id="12" name="">
            <a:extLst xmlns:a="http://schemas.openxmlformats.org/drawingml/2006/main">
              <a:ext uri="{FF2B5EF4-FFF2-40B4-BE49-F238E27FC236}">
                <a16:creationId xmlns:a16="http://schemas.microsoft.com/office/drawing/2014/main" id="{BF4DA8E4-0301-49F2-97C2-F3A4546665F4}"/>
              </a:ext>
            </a:extLst>
          </p:cNvPr>
          <p:cNvSpPr>
            <a:spLocks xmlns:a="http://schemas.openxmlformats.org/drawingml/2006/main" noGrp="1"/>
          </p:cNvSpPr>
          <p:nvPr/>
        </p:nvSpPr>
        <p:spPr>
          <a:xfrm xmlns:a="http://schemas.openxmlformats.org/drawingml/2006/main">
            <a:off x="6143625" y="2314575"/>
            <a:ext cx="514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75" b="1">
                <a:solidFill>
                  <a:srgbClr val="007E78"/>
                </a:solidFill>
              </a:defRPr>
            </a:defPPr>
            <a:lvl1pPr>
              <a:defRPr sz="2775" b="1">
                <a:solidFill>
                  <a:srgbClr val="007E78"/>
                </a:solidFill>
              </a:defRPr>
            </a:lvl1pPr>
            <a:lvl2pPr>
              <a:defRPr sz="2775" b="1">
                <a:solidFill>
                  <a:srgbClr val="007E78"/>
                </a:solidFill>
              </a:defRPr>
            </a:lvl2pPr>
            <a:lvl3pPr>
              <a:defRPr sz="2775" b="1">
                <a:solidFill>
                  <a:srgbClr val="007E78"/>
                </a:solidFill>
              </a:defRPr>
            </a:lvl3pPr>
            <a:lvl4pPr>
              <a:defRPr sz="2775" b="1">
                <a:solidFill>
                  <a:srgbClr val="007E78"/>
                </a:solidFill>
              </a:defRPr>
            </a:lvl4pPr>
            <a:lvl5pPr>
              <a:defRPr sz="2775" b="1">
                <a:solidFill>
                  <a:srgbClr val="007E78"/>
                </a:solidFill>
              </a:defRPr>
            </a:lvl5pPr>
            <a:lvl6pPr>
              <a:defRPr sz="2775" b="1">
                <a:solidFill>
                  <a:srgbClr val="007E78"/>
                </a:solidFill>
              </a:defRPr>
            </a:lvl6pPr>
            <a:lvl7pPr>
              <a:defRPr sz="2775" b="1">
                <a:solidFill>
                  <a:srgbClr val="007E78"/>
                </a:solidFill>
              </a:defRPr>
            </a:lvl7pPr>
            <a:lvl8pPr>
              <a:defRPr sz="2775" b="1">
                <a:solidFill>
                  <a:srgbClr val="007E78"/>
                </a:solidFill>
              </a:defRPr>
            </a:lvl8pPr>
            <a:lvl9pPr>
              <a:defRPr sz="2775" b="1">
                <a:solidFill>
                  <a:srgbClr val="007E78"/>
                </a:solidFill>
              </a:defRPr>
            </a:lvl9pPr>
          </a:lstStyle>
          <a:p xmlns:a="http://schemas.openxmlformats.org/drawingml/2006/main">
            <a:pPr>
              <a:buNone/>
              <a:defRPr sz="2775" b="1">
                <a:solidFill>
                  <a:srgbClr val="007E78"/>
                </a:solidFill>
              </a:defRPr>
            </a:pPr>
            <a:r>
              <a:rPr sz="2775" b="1">
                <a:solidFill>
                  <a:srgbClr val="007E78"/>
                </a:solidFill>
              </a:rPr>
              <a:t>→</a:t>
            </a:r>
          </a:p>
        </p:txBody>
      </p:sp>
      <p:sp>
        <p:nvSpPr>
          <p:cNvPr id="13" name="">
            <a:extLst xmlns:a="http://schemas.openxmlformats.org/drawingml/2006/main">
              <a:ext uri="{FF2B5EF4-FFF2-40B4-BE49-F238E27FC236}">
                <a16:creationId xmlns:a16="http://schemas.microsoft.com/office/drawing/2014/main" id="{A03F9076-C2A1-49F9-8728-AF8D9BD006B8}"/>
              </a:ext>
            </a:extLst>
          </p:cNvPr>
          <p:cNvSpPr>
            <a:spLocks xmlns:a="http://schemas.openxmlformats.org/drawingml/2006/main" noGrp="1"/>
          </p:cNvSpPr>
          <p:nvPr/>
        </p:nvSpPr>
        <p:spPr>
          <a:xfrm xmlns:a="http://schemas.openxmlformats.org/drawingml/2006/main">
            <a:off x="6715125" y="2171700"/>
            <a:ext cx="2190750"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D7E3E9"/>
            </a:solidFill>
            <a:prstDash val="solid"/>
          </a:ln>
        </p:spPr>
      </p:sp>
      <p:sp>
        <p:nvSpPr>
          <p:cNvPr id="14" name="">
            <a:extLst xmlns:a="http://schemas.openxmlformats.org/drawingml/2006/main">
              <a:ext uri="{FF2B5EF4-FFF2-40B4-BE49-F238E27FC236}">
                <a16:creationId xmlns:a16="http://schemas.microsoft.com/office/drawing/2014/main" id="{DD13F220-BDB6-4F34-9419-52F4B351E238}"/>
              </a:ext>
            </a:extLst>
          </p:cNvPr>
          <p:cNvSpPr>
            <a:spLocks xmlns:a="http://schemas.openxmlformats.org/drawingml/2006/main" noGrp="1"/>
          </p:cNvSpPr>
          <p:nvPr/>
        </p:nvSpPr>
        <p:spPr>
          <a:xfrm xmlns:a="http://schemas.openxmlformats.org/drawingml/2006/main">
            <a:off x="6829425" y="2305050"/>
            <a:ext cx="19621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10243A"/>
                </a:solidFill>
              </a:defRPr>
            </a:defPPr>
            <a:lvl1pPr>
              <a:defRPr sz="1500" b="1">
                <a:solidFill>
                  <a:srgbClr val="10243A"/>
                </a:solidFill>
              </a:defRPr>
            </a:lvl1pPr>
            <a:lvl2pPr>
              <a:defRPr sz="1500" b="1">
                <a:solidFill>
                  <a:srgbClr val="10243A"/>
                </a:solidFill>
              </a:defRPr>
            </a:lvl2pPr>
            <a:lvl3pPr>
              <a:defRPr sz="1500" b="1">
                <a:solidFill>
                  <a:srgbClr val="10243A"/>
                </a:solidFill>
              </a:defRPr>
            </a:lvl3pPr>
            <a:lvl4pPr>
              <a:defRPr sz="1500" b="1">
                <a:solidFill>
                  <a:srgbClr val="10243A"/>
                </a:solidFill>
              </a:defRPr>
            </a:lvl4pPr>
            <a:lvl5pPr>
              <a:defRPr sz="1500" b="1">
                <a:solidFill>
                  <a:srgbClr val="10243A"/>
                </a:solidFill>
              </a:defRPr>
            </a:lvl5pPr>
            <a:lvl6pPr>
              <a:defRPr sz="1500" b="1">
                <a:solidFill>
                  <a:srgbClr val="10243A"/>
                </a:solidFill>
              </a:defRPr>
            </a:lvl6pPr>
            <a:lvl7pPr>
              <a:defRPr sz="1500" b="1">
                <a:solidFill>
                  <a:srgbClr val="10243A"/>
                </a:solidFill>
              </a:defRPr>
            </a:lvl7pPr>
            <a:lvl8pPr>
              <a:defRPr sz="1500" b="1">
                <a:solidFill>
                  <a:srgbClr val="10243A"/>
                </a:solidFill>
              </a:defRPr>
            </a:lvl8pPr>
            <a:lvl9pPr>
              <a:defRPr sz="1500" b="1">
                <a:solidFill>
                  <a:srgbClr val="10243A"/>
                </a:solidFill>
              </a:defRPr>
            </a:lvl9pPr>
          </a:lstStyle>
          <a:p xmlns:a="http://schemas.openxmlformats.org/drawingml/2006/main">
            <a:pPr>
              <a:buNone/>
              <a:defRPr sz="1500" b="1">
                <a:solidFill>
                  <a:srgbClr val="10243A"/>
                </a:solidFill>
              </a:defRPr>
            </a:pPr>
            <a:r>
              <a:rPr sz="1500" b="1">
                <a:solidFill>
                  <a:srgbClr val="10243A"/>
                </a:solidFill>
              </a:rPr>
              <a:t>Validate + save</a:t>
            </a:r>
          </a:p>
        </p:txBody>
      </p:sp>
      <p:sp>
        <p:nvSpPr>
          <p:cNvPr id="15" name="">
            <a:extLst xmlns:a="http://schemas.openxmlformats.org/drawingml/2006/main">
              <a:ext uri="{FF2B5EF4-FFF2-40B4-BE49-F238E27FC236}">
                <a16:creationId xmlns:a16="http://schemas.microsoft.com/office/drawing/2014/main" id="{A9C887D2-6D86-4920-9170-9115BA84CAEF}"/>
              </a:ext>
            </a:extLst>
          </p:cNvPr>
          <p:cNvSpPr>
            <a:spLocks xmlns:a="http://schemas.openxmlformats.org/drawingml/2006/main" noGrp="1"/>
          </p:cNvSpPr>
          <p:nvPr/>
        </p:nvSpPr>
        <p:spPr>
          <a:xfrm xmlns:a="http://schemas.openxmlformats.org/drawingml/2006/main">
            <a:off x="9058275" y="2314575"/>
            <a:ext cx="514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75" b="1">
                <a:solidFill>
                  <a:srgbClr val="007E78"/>
                </a:solidFill>
              </a:defRPr>
            </a:defPPr>
            <a:lvl1pPr>
              <a:defRPr sz="2775" b="1">
                <a:solidFill>
                  <a:srgbClr val="007E78"/>
                </a:solidFill>
              </a:defRPr>
            </a:lvl1pPr>
            <a:lvl2pPr>
              <a:defRPr sz="2775" b="1">
                <a:solidFill>
                  <a:srgbClr val="007E78"/>
                </a:solidFill>
              </a:defRPr>
            </a:lvl2pPr>
            <a:lvl3pPr>
              <a:defRPr sz="2775" b="1">
                <a:solidFill>
                  <a:srgbClr val="007E78"/>
                </a:solidFill>
              </a:defRPr>
            </a:lvl3pPr>
            <a:lvl4pPr>
              <a:defRPr sz="2775" b="1">
                <a:solidFill>
                  <a:srgbClr val="007E78"/>
                </a:solidFill>
              </a:defRPr>
            </a:lvl4pPr>
            <a:lvl5pPr>
              <a:defRPr sz="2775" b="1">
                <a:solidFill>
                  <a:srgbClr val="007E78"/>
                </a:solidFill>
              </a:defRPr>
            </a:lvl5pPr>
            <a:lvl6pPr>
              <a:defRPr sz="2775" b="1">
                <a:solidFill>
                  <a:srgbClr val="007E78"/>
                </a:solidFill>
              </a:defRPr>
            </a:lvl6pPr>
            <a:lvl7pPr>
              <a:defRPr sz="2775" b="1">
                <a:solidFill>
                  <a:srgbClr val="007E78"/>
                </a:solidFill>
              </a:defRPr>
            </a:lvl7pPr>
            <a:lvl8pPr>
              <a:defRPr sz="2775" b="1">
                <a:solidFill>
                  <a:srgbClr val="007E78"/>
                </a:solidFill>
              </a:defRPr>
            </a:lvl8pPr>
            <a:lvl9pPr>
              <a:defRPr sz="2775" b="1">
                <a:solidFill>
                  <a:srgbClr val="007E78"/>
                </a:solidFill>
              </a:defRPr>
            </a:lvl9pPr>
          </a:lstStyle>
          <a:p xmlns:a="http://schemas.openxmlformats.org/drawingml/2006/main">
            <a:pPr>
              <a:buNone/>
              <a:defRPr sz="2775" b="1">
                <a:solidFill>
                  <a:srgbClr val="007E78"/>
                </a:solidFill>
              </a:defRPr>
            </a:pPr>
            <a:r>
              <a:rPr sz="2775" b="1">
                <a:solidFill>
                  <a:srgbClr val="007E78"/>
                </a:solidFill>
              </a:rPr>
              <a:t>→</a:t>
            </a:r>
          </a:p>
        </p:txBody>
      </p:sp>
      <p:sp>
        <p:nvSpPr>
          <p:cNvPr id="16" name="">
            <a:extLst xmlns:a="http://schemas.openxmlformats.org/drawingml/2006/main">
              <a:ext uri="{FF2B5EF4-FFF2-40B4-BE49-F238E27FC236}">
                <a16:creationId xmlns:a16="http://schemas.microsoft.com/office/drawing/2014/main" id="{D08C2427-DD68-44B1-8ED9-0A67A7A509DF}"/>
              </a:ext>
            </a:extLst>
          </p:cNvPr>
          <p:cNvSpPr>
            <a:spLocks xmlns:a="http://schemas.openxmlformats.org/drawingml/2006/main" noGrp="1"/>
          </p:cNvSpPr>
          <p:nvPr/>
        </p:nvSpPr>
        <p:spPr>
          <a:xfrm xmlns:a="http://schemas.openxmlformats.org/drawingml/2006/main">
            <a:off x="9601200" y="2171700"/>
            <a:ext cx="2000250"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D7E3E9"/>
            </a:solidFill>
            <a:prstDash val="solid"/>
          </a:ln>
        </p:spPr>
      </p:sp>
      <p:sp>
        <p:nvSpPr>
          <p:cNvPr id="17" name="">
            <a:extLst xmlns:a="http://schemas.openxmlformats.org/drawingml/2006/main">
              <a:ext uri="{FF2B5EF4-FFF2-40B4-BE49-F238E27FC236}">
                <a16:creationId xmlns:a16="http://schemas.microsoft.com/office/drawing/2014/main" id="{8026DB7C-3A63-4CD4-8606-B48713FA5B59}"/>
              </a:ext>
            </a:extLst>
          </p:cNvPr>
          <p:cNvSpPr>
            <a:spLocks xmlns:a="http://schemas.openxmlformats.org/drawingml/2006/main" noGrp="1"/>
          </p:cNvSpPr>
          <p:nvPr/>
        </p:nvSpPr>
        <p:spPr>
          <a:xfrm xmlns:a="http://schemas.openxmlformats.org/drawingml/2006/main">
            <a:off x="9715500" y="2305050"/>
            <a:ext cx="17716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10243A"/>
                </a:solidFill>
              </a:defRPr>
            </a:defPPr>
            <a:lvl1pPr>
              <a:defRPr sz="1500" b="1">
                <a:solidFill>
                  <a:srgbClr val="10243A"/>
                </a:solidFill>
              </a:defRPr>
            </a:lvl1pPr>
            <a:lvl2pPr>
              <a:defRPr sz="1500" b="1">
                <a:solidFill>
                  <a:srgbClr val="10243A"/>
                </a:solidFill>
              </a:defRPr>
            </a:lvl2pPr>
            <a:lvl3pPr>
              <a:defRPr sz="1500" b="1">
                <a:solidFill>
                  <a:srgbClr val="10243A"/>
                </a:solidFill>
              </a:defRPr>
            </a:lvl3pPr>
            <a:lvl4pPr>
              <a:defRPr sz="1500" b="1">
                <a:solidFill>
                  <a:srgbClr val="10243A"/>
                </a:solidFill>
              </a:defRPr>
            </a:lvl4pPr>
            <a:lvl5pPr>
              <a:defRPr sz="1500" b="1">
                <a:solidFill>
                  <a:srgbClr val="10243A"/>
                </a:solidFill>
              </a:defRPr>
            </a:lvl5pPr>
            <a:lvl6pPr>
              <a:defRPr sz="1500" b="1">
                <a:solidFill>
                  <a:srgbClr val="10243A"/>
                </a:solidFill>
              </a:defRPr>
            </a:lvl6pPr>
            <a:lvl7pPr>
              <a:defRPr sz="1500" b="1">
                <a:solidFill>
                  <a:srgbClr val="10243A"/>
                </a:solidFill>
              </a:defRPr>
            </a:lvl7pPr>
            <a:lvl8pPr>
              <a:defRPr sz="1500" b="1">
                <a:solidFill>
                  <a:srgbClr val="10243A"/>
                </a:solidFill>
              </a:defRPr>
            </a:lvl8pPr>
            <a:lvl9pPr>
              <a:defRPr sz="1500" b="1">
                <a:solidFill>
                  <a:srgbClr val="10243A"/>
                </a:solidFill>
              </a:defRPr>
            </a:lvl9pPr>
          </a:lstStyle>
          <a:p xmlns:a="http://schemas.openxmlformats.org/drawingml/2006/main">
            <a:pPr>
              <a:buNone/>
              <a:defRPr sz="1500" b="1">
                <a:solidFill>
                  <a:srgbClr val="10243A"/>
                </a:solidFill>
              </a:defRPr>
            </a:pPr>
            <a:r>
              <a:rPr sz="1500" b="1">
                <a:solidFill>
                  <a:srgbClr val="10243A"/>
                </a:solidFill>
              </a:rPr>
              <a:t>Next iteration</a:t>
            </a:r>
          </a:p>
        </p:txBody>
      </p:sp>
      <p:sp>
        <p:nvSpPr>
          <p:cNvPr id="18" name="">
            <a:extLst xmlns:a="http://schemas.openxmlformats.org/drawingml/2006/main">
              <a:ext uri="{FF2B5EF4-FFF2-40B4-BE49-F238E27FC236}">
                <a16:creationId xmlns:a16="http://schemas.microsoft.com/office/drawing/2014/main" id="{A09D3F92-67AD-48CE-B880-535342D7D447}"/>
              </a:ext>
            </a:extLst>
          </p:cNvPr>
          <p:cNvSpPr>
            <a:spLocks xmlns:a="http://schemas.openxmlformats.org/drawingml/2006/main" noGrp="1"/>
          </p:cNvSpPr>
          <p:nvPr/>
        </p:nvSpPr>
        <p:spPr>
          <a:xfrm xmlns:a="http://schemas.openxmlformats.org/drawingml/2006/main">
            <a:off x="742950" y="3562350"/>
            <a:ext cx="48101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10243A"/>
                </a:solidFill>
              </a:defRPr>
            </a:defPPr>
            <a:lvl1pPr>
              <a:defRPr sz="1725" b="1">
                <a:solidFill>
                  <a:srgbClr val="10243A"/>
                </a:solidFill>
              </a:defRPr>
            </a:lvl1pPr>
            <a:lvl2pPr>
              <a:defRPr sz="1725" b="1">
                <a:solidFill>
                  <a:srgbClr val="10243A"/>
                </a:solidFill>
              </a:defRPr>
            </a:lvl2pPr>
            <a:lvl3pPr>
              <a:defRPr sz="1725" b="1">
                <a:solidFill>
                  <a:srgbClr val="10243A"/>
                </a:solidFill>
              </a:defRPr>
            </a:lvl3pPr>
            <a:lvl4pPr>
              <a:defRPr sz="1725" b="1">
                <a:solidFill>
                  <a:srgbClr val="10243A"/>
                </a:solidFill>
              </a:defRPr>
            </a:lvl4pPr>
            <a:lvl5pPr>
              <a:defRPr sz="1725" b="1">
                <a:solidFill>
                  <a:srgbClr val="10243A"/>
                </a:solidFill>
              </a:defRPr>
            </a:lvl5pPr>
            <a:lvl6pPr>
              <a:defRPr sz="1725" b="1">
                <a:solidFill>
                  <a:srgbClr val="10243A"/>
                </a:solidFill>
              </a:defRPr>
            </a:lvl6pPr>
            <a:lvl7pPr>
              <a:defRPr sz="1725" b="1">
                <a:solidFill>
                  <a:srgbClr val="10243A"/>
                </a:solidFill>
              </a:defRPr>
            </a:lvl7pPr>
            <a:lvl8pPr>
              <a:defRPr sz="1725" b="1">
                <a:solidFill>
                  <a:srgbClr val="10243A"/>
                </a:solidFill>
              </a:defRPr>
            </a:lvl8pPr>
            <a:lvl9pPr>
              <a:defRPr sz="1725" b="1">
                <a:solidFill>
                  <a:srgbClr val="10243A"/>
                </a:solidFill>
              </a:defRPr>
            </a:lvl9pPr>
          </a:lstStyle>
          <a:p xmlns:a="http://schemas.openxmlformats.org/drawingml/2006/main">
            <a:pPr>
              <a:buNone/>
              <a:defRPr sz="1725" b="1">
                <a:solidFill>
                  <a:srgbClr val="10243A"/>
                </a:solidFill>
              </a:defRPr>
            </a:pPr>
            <a:r>
              <a:rPr sz="1725" b="1">
                <a:solidFill>
                  <a:srgbClr val="10243A"/>
                </a:solidFill>
              </a:rPr>
              <a:t>Ready = pending + every parent completed</a:t>
            </a:r>
          </a:p>
        </p:txBody>
      </p:sp>
      <p:sp>
        <p:nvSpPr>
          <p:cNvPr id="19" name="">
            <a:extLst xmlns:a="http://schemas.openxmlformats.org/drawingml/2006/main">
              <a:ext uri="{FF2B5EF4-FFF2-40B4-BE49-F238E27FC236}">
                <a16:creationId xmlns:a16="http://schemas.microsoft.com/office/drawing/2014/main" id="{E6ADABF1-2A5C-4359-A03D-2122EB2C52A5}"/>
              </a:ext>
            </a:extLst>
          </p:cNvPr>
          <p:cNvSpPr>
            <a:spLocks xmlns:a="http://schemas.openxmlformats.org/drawingml/2006/main" noGrp="1"/>
          </p:cNvSpPr>
          <p:nvPr/>
        </p:nvSpPr>
        <p:spPr>
          <a:xfrm xmlns:a="http://schemas.openxmlformats.org/drawingml/2006/main">
            <a:off x="5924550" y="3562350"/>
            <a:ext cx="52863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10243A"/>
                </a:solidFill>
              </a:defRPr>
            </a:defPPr>
            <a:lvl1pPr>
              <a:defRPr sz="1725" b="1">
                <a:solidFill>
                  <a:srgbClr val="10243A"/>
                </a:solidFill>
              </a:defRPr>
            </a:lvl1pPr>
            <a:lvl2pPr>
              <a:defRPr sz="1725" b="1">
                <a:solidFill>
                  <a:srgbClr val="10243A"/>
                </a:solidFill>
              </a:defRPr>
            </a:lvl2pPr>
            <a:lvl3pPr>
              <a:defRPr sz="1725" b="1">
                <a:solidFill>
                  <a:srgbClr val="10243A"/>
                </a:solidFill>
              </a:defRPr>
            </a:lvl3pPr>
            <a:lvl4pPr>
              <a:defRPr sz="1725" b="1">
                <a:solidFill>
                  <a:srgbClr val="10243A"/>
                </a:solidFill>
              </a:defRPr>
            </a:lvl4pPr>
            <a:lvl5pPr>
              <a:defRPr sz="1725" b="1">
                <a:solidFill>
                  <a:srgbClr val="10243A"/>
                </a:solidFill>
              </a:defRPr>
            </a:lvl5pPr>
            <a:lvl6pPr>
              <a:defRPr sz="1725" b="1">
                <a:solidFill>
                  <a:srgbClr val="10243A"/>
                </a:solidFill>
              </a:defRPr>
            </a:lvl6pPr>
            <a:lvl7pPr>
              <a:defRPr sz="1725" b="1">
                <a:solidFill>
                  <a:srgbClr val="10243A"/>
                </a:solidFill>
              </a:defRPr>
            </a:lvl7pPr>
            <a:lvl8pPr>
              <a:defRPr sz="1725" b="1">
                <a:solidFill>
                  <a:srgbClr val="10243A"/>
                </a:solidFill>
              </a:defRPr>
            </a:lvl8pPr>
            <a:lvl9pPr>
              <a:defRPr sz="1725" b="1">
                <a:solidFill>
                  <a:srgbClr val="10243A"/>
                </a:solidFill>
              </a:defRPr>
            </a:lvl9pPr>
          </a:lstStyle>
          <a:p xmlns:a="http://schemas.openxmlformats.org/drawingml/2006/main">
            <a:pPr>
              <a:buNone/>
              <a:defRPr sz="1725" b="1">
                <a:solidFill>
                  <a:srgbClr val="10243A"/>
                </a:solidFill>
              </a:defRPr>
            </a:pPr>
            <a:r>
              <a:rPr sz="1725" b="1">
                <a:solidFill>
                  <a:srgbClr val="10243A"/>
                </a:solidFill>
              </a:rPr>
              <a:t>Failure = retry affected branch or block dependents</a:t>
            </a:r>
          </a:p>
        </p:txBody>
      </p:sp>
      <p:sp>
        <p:nvSpPr>
          <p:cNvPr id="20" name="">
            <a:extLst xmlns:a="http://schemas.openxmlformats.org/drawingml/2006/main">
              <a:ext uri="{FF2B5EF4-FFF2-40B4-BE49-F238E27FC236}">
                <a16:creationId xmlns:a16="http://schemas.microsoft.com/office/drawing/2014/main" id="{563612E0-1822-4495-8D74-EE22C8A10DB5}"/>
              </a:ext>
            </a:extLst>
          </p:cNvPr>
          <p:cNvSpPr>
            <a:spLocks xmlns:a="http://schemas.openxmlformats.org/drawingml/2006/main" noGrp="1"/>
          </p:cNvSpPr>
          <p:nvPr/>
        </p:nvSpPr>
        <p:spPr>
          <a:xfrm xmlns:a="http://schemas.openxmlformats.org/drawingml/2006/main">
            <a:off x="685800" y="5133975"/>
            <a:ext cx="10782300" cy="457200"/>
          </a:xfrm>
          <a:prstGeom xmlns:a="http://schemas.openxmlformats.org/drawingml/2006/main" prst="rect">
            <a:avLst/>
          </a:prstGeom>
          <a:solidFill xmlns:a="http://schemas.openxmlformats.org/drawingml/2006/main">
            <a:srgbClr val="E5F3F1"/>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9ABB330A-2023-4035-94E9-401888927290}"/>
              </a:ext>
            </a:extLst>
          </p:cNvPr>
          <p:cNvSpPr>
            <a:spLocks xmlns:a="http://schemas.openxmlformats.org/drawingml/2006/main" noGrp="1"/>
          </p:cNvSpPr>
          <p:nvPr/>
        </p:nvSpPr>
        <p:spPr>
          <a:xfrm xmlns:a="http://schemas.openxmlformats.org/drawingml/2006/main">
            <a:off x="838200" y="5210175"/>
            <a:ext cx="10458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1">
                <a:solidFill>
                  <a:srgbClr val="10243A"/>
                </a:solidFill>
              </a:defRPr>
            </a:defPPr>
            <a:lvl1pPr>
              <a:defRPr sz="1425" b="1">
                <a:solidFill>
                  <a:srgbClr val="10243A"/>
                </a:solidFill>
              </a:defRPr>
            </a:lvl1pPr>
            <a:lvl2pPr>
              <a:defRPr sz="1425" b="1">
                <a:solidFill>
                  <a:srgbClr val="10243A"/>
                </a:solidFill>
              </a:defRPr>
            </a:lvl2pPr>
            <a:lvl3pPr>
              <a:defRPr sz="1425" b="1">
                <a:solidFill>
                  <a:srgbClr val="10243A"/>
                </a:solidFill>
              </a:defRPr>
            </a:lvl3pPr>
            <a:lvl4pPr>
              <a:defRPr sz="1425" b="1">
                <a:solidFill>
                  <a:srgbClr val="10243A"/>
                </a:solidFill>
              </a:defRPr>
            </a:lvl4pPr>
            <a:lvl5pPr>
              <a:defRPr sz="1425" b="1">
                <a:solidFill>
                  <a:srgbClr val="10243A"/>
                </a:solidFill>
              </a:defRPr>
            </a:lvl5pPr>
            <a:lvl6pPr>
              <a:defRPr sz="1425" b="1">
                <a:solidFill>
                  <a:srgbClr val="10243A"/>
                </a:solidFill>
              </a:defRPr>
            </a:lvl6pPr>
            <a:lvl7pPr>
              <a:defRPr sz="1425" b="1">
                <a:solidFill>
                  <a:srgbClr val="10243A"/>
                </a:solidFill>
              </a:defRPr>
            </a:lvl7pPr>
            <a:lvl8pPr>
              <a:defRPr sz="1425" b="1">
                <a:solidFill>
                  <a:srgbClr val="10243A"/>
                </a:solidFill>
              </a:defRPr>
            </a:lvl8pPr>
            <a:lvl9pPr>
              <a:defRPr sz="1425" b="1">
                <a:solidFill>
                  <a:srgbClr val="10243A"/>
                </a:solidFill>
              </a:defRPr>
            </a:lvl9pPr>
          </a:lstStyle>
          <a:p xmlns:a="http://schemas.openxmlformats.org/drawingml/2006/main">
            <a:pPr>
              <a:buNone/>
              <a:defRPr sz="1425" b="1">
                <a:solidFill>
                  <a:srgbClr val="10243A"/>
                </a:solidFill>
              </a:defRPr>
            </a:pPr>
            <a:r>
              <a:rPr sz="1425" b="1">
                <a:solidFill>
                  <a:srgbClr val="10243A"/>
                </a:solidFill>
              </a:rPr>
              <a:t>Current implementation executes one ready task at a time; task branches are not parallel.</a:t>
            </a:r>
          </a:p>
        </p:txBody>
      </p:sp>
    </p:spTree>
    <p:extLst>
      <p:ext uri="{BB962C8B-B14F-4D97-AF65-F5344CB8AC3E}">
        <p14:creationId xmlns:p14="http://schemas.microsoft.com/office/powerpoint/2010/main" val="13384781"/>
      </p:ext>
    </p:extLst>
  </p:cSld>
</p:sld>
</file>

<file path=ppt/slides/slide13.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5570348B-5066-426C-934F-79FDC28C5860}"/>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E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9A3F211-87DB-4EA2-88F3-308B187F03A5}"/>
              </a:ext>
            </a:extLst>
          </p:cNvPr>
          <p:cNvSpPr>
            <a:spLocks xmlns:a="http://schemas.openxmlformats.org/drawingml/2006/main" noGrp="1"/>
          </p:cNvSpPr>
          <p:nvPr/>
        </p:nvSpPr>
        <p:spPr>
          <a:xfrm xmlns:a="http://schemas.openxmlformats.org/drawingml/2006/main">
            <a:off x="609600" y="323850"/>
            <a:ext cx="1009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07E78"/>
                </a:solidFill>
              </a:defRPr>
            </a:defPPr>
            <a:lvl1pPr>
              <a:defRPr sz="1125" b="1">
                <a:solidFill>
                  <a:srgbClr val="007E78"/>
                </a:solidFill>
              </a:defRPr>
            </a:lvl1pPr>
            <a:lvl2pPr>
              <a:defRPr sz="1125" b="1">
                <a:solidFill>
                  <a:srgbClr val="007E78"/>
                </a:solidFill>
              </a:defRPr>
            </a:lvl2pPr>
            <a:lvl3pPr>
              <a:defRPr sz="1125" b="1">
                <a:solidFill>
                  <a:srgbClr val="007E78"/>
                </a:solidFill>
              </a:defRPr>
            </a:lvl3pPr>
            <a:lvl4pPr>
              <a:defRPr sz="1125" b="1">
                <a:solidFill>
                  <a:srgbClr val="007E78"/>
                </a:solidFill>
              </a:defRPr>
            </a:lvl4pPr>
            <a:lvl5pPr>
              <a:defRPr sz="1125" b="1">
                <a:solidFill>
                  <a:srgbClr val="007E78"/>
                </a:solidFill>
              </a:defRPr>
            </a:lvl5pPr>
            <a:lvl6pPr>
              <a:defRPr sz="1125" b="1">
                <a:solidFill>
                  <a:srgbClr val="007E78"/>
                </a:solidFill>
              </a:defRPr>
            </a:lvl6pPr>
            <a:lvl7pPr>
              <a:defRPr sz="1125" b="1">
                <a:solidFill>
                  <a:srgbClr val="007E78"/>
                </a:solidFill>
              </a:defRPr>
            </a:lvl7pPr>
            <a:lvl8pPr>
              <a:defRPr sz="1125" b="1">
                <a:solidFill>
                  <a:srgbClr val="007E78"/>
                </a:solidFill>
              </a:defRPr>
            </a:lvl8pPr>
            <a:lvl9pPr>
              <a:defRPr sz="1125" b="1">
                <a:solidFill>
                  <a:srgbClr val="007E78"/>
                </a:solidFill>
              </a:defRPr>
            </a:lvl9pPr>
          </a:lstStyle>
          <a:p xmlns:a="http://schemas.openxmlformats.org/drawingml/2006/main">
            <a:pPr>
              <a:buNone/>
              <a:defRPr sz="1125" b="1">
                <a:solidFill>
                  <a:srgbClr val="007E78"/>
                </a:solidFill>
              </a:defRPr>
            </a:pPr>
            <a:r>
              <a:rPr sz="1125" b="1">
                <a:solidFill>
                  <a:srgbClr val="007E78"/>
                </a:solidFill>
              </a:rPr>
              <a:t>12  EVIDENCE AND ARTIFACT TOOLS</a:t>
            </a:r>
          </a:p>
        </p:txBody>
      </p:sp>
      <p:sp>
        <p:nvSpPr>
          <p:cNvPr id="3" name="">
            <a:extLst xmlns:a="http://schemas.openxmlformats.org/drawingml/2006/main">
              <a:ext uri="{FF2B5EF4-FFF2-40B4-BE49-F238E27FC236}">
                <a16:creationId xmlns:a16="http://schemas.microsoft.com/office/drawing/2014/main" id="{753285E0-49F4-411E-9588-BB03135075FB}"/>
              </a:ext>
            </a:extLst>
          </p:cNvPr>
          <p:cNvSpPr>
            <a:spLocks xmlns:a="http://schemas.openxmlformats.org/drawingml/2006/main" noGrp="1"/>
          </p:cNvSpPr>
          <p:nvPr/>
        </p:nvSpPr>
        <p:spPr>
          <a:xfrm xmlns:a="http://schemas.openxmlformats.org/drawingml/2006/main">
            <a:off x="609600" y="685800"/>
            <a:ext cx="10858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10243A"/>
                </a:solidFill>
              </a:defRPr>
            </a:defPPr>
            <a:lvl1pPr>
              <a:defRPr sz="2850" b="1">
                <a:solidFill>
                  <a:srgbClr val="10243A"/>
                </a:solidFill>
              </a:defRPr>
            </a:lvl1pPr>
            <a:lvl2pPr>
              <a:defRPr sz="2850" b="1">
                <a:solidFill>
                  <a:srgbClr val="10243A"/>
                </a:solidFill>
              </a:defRPr>
            </a:lvl2pPr>
            <a:lvl3pPr>
              <a:defRPr sz="2850" b="1">
                <a:solidFill>
                  <a:srgbClr val="10243A"/>
                </a:solidFill>
              </a:defRPr>
            </a:lvl3pPr>
            <a:lvl4pPr>
              <a:defRPr sz="2850" b="1">
                <a:solidFill>
                  <a:srgbClr val="10243A"/>
                </a:solidFill>
              </a:defRPr>
            </a:lvl4pPr>
            <a:lvl5pPr>
              <a:defRPr sz="2850" b="1">
                <a:solidFill>
                  <a:srgbClr val="10243A"/>
                </a:solidFill>
              </a:defRPr>
            </a:lvl5pPr>
            <a:lvl6pPr>
              <a:defRPr sz="2850" b="1">
                <a:solidFill>
                  <a:srgbClr val="10243A"/>
                </a:solidFill>
              </a:defRPr>
            </a:lvl6pPr>
            <a:lvl7pPr>
              <a:defRPr sz="2850" b="1">
                <a:solidFill>
                  <a:srgbClr val="10243A"/>
                </a:solidFill>
              </a:defRPr>
            </a:lvl7pPr>
            <a:lvl8pPr>
              <a:defRPr sz="2850" b="1">
                <a:solidFill>
                  <a:srgbClr val="10243A"/>
                </a:solidFill>
              </a:defRPr>
            </a:lvl8pPr>
            <a:lvl9pPr>
              <a:defRPr sz="2850" b="1">
                <a:solidFill>
                  <a:srgbClr val="10243A"/>
                </a:solidFill>
              </a:defRPr>
            </a:lvl9pPr>
          </a:lstStyle>
          <a:p xmlns:a="http://schemas.openxmlformats.org/drawingml/2006/main">
            <a:pPr>
              <a:buNone/>
              <a:defRPr sz="2850" b="1">
                <a:solidFill>
                  <a:srgbClr val="10243A"/>
                </a:solidFill>
              </a:defRPr>
            </a:pPr>
            <a:r>
              <a:rPr sz="2850" b="1">
                <a:solidFill>
                  <a:srgbClr val="10243A"/>
                </a:solidFill>
              </a:rPr>
              <a:t>Approved tools</a:t>
            </a:r>
          </a:p>
        </p:txBody>
      </p:sp>
      <p:sp>
        <p:nvSpPr>
          <p:cNvPr id="4" name="">
            <a:extLst xmlns:a="http://schemas.openxmlformats.org/drawingml/2006/main">
              <a:ext uri="{FF2B5EF4-FFF2-40B4-BE49-F238E27FC236}">
                <a16:creationId xmlns:a16="http://schemas.microsoft.com/office/drawing/2014/main" id="{8E8ACB6F-29CD-4717-9FC1-28033523A646}"/>
              </a:ext>
            </a:extLst>
          </p:cNvPr>
          <p:cNvSpPr>
            <a:spLocks xmlns:a="http://schemas.openxmlformats.org/drawingml/2006/main" noGrp="1"/>
          </p:cNvSpPr>
          <p:nvPr/>
        </p:nvSpPr>
        <p:spPr>
          <a:xfrm xmlns:a="http://schemas.openxmlformats.org/drawingml/2006/main">
            <a:off x="609600" y="6324600"/>
            <a:ext cx="10972800" cy="9525"/>
          </a:xfrm>
          <a:prstGeom xmlns:a="http://schemas.openxmlformats.org/drawingml/2006/main" prst="rect">
            <a:avLst/>
          </a:prstGeom>
          <a:solidFill xmlns:a="http://schemas.openxmlformats.org/drawingml/2006/main">
            <a:srgbClr val="D7E3E9"/>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BBBB4D1-6176-48C2-9E2D-C3EE556D086E}"/>
              </a:ext>
            </a:extLst>
          </p:cNvPr>
          <p:cNvSpPr>
            <a:spLocks xmlns:a="http://schemas.openxmlformats.org/drawingml/2006/main" noGrp="1"/>
          </p:cNvSpPr>
          <p:nvPr/>
        </p:nvSpPr>
        <p:spPr>
          <a:xfrm xmlns:a="http://schemas.openxmlformats.org/drawingml/2006/main">
            <a:off x="609600" y="6429375"/>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AgentFlow  |  Final Review</a:t>
            </a:r>
          </a:p>
        </p:txBody>
      </p:sp>
      <p:sp>
        <p:nvSpPr>
          <p:cNvPr id="6" name="">
            <a:extLst xmlns:a="http://schemas.openxmlformats.org/drawingml/2006/main">
              <a:ext uri="{FF2B5EF4-FFF2-40B4-BE49-F238E27FC236}">
                <a16:creationId xmlns:a16="http://schemas.microsoft.com/office/drawing/2014/main" id="{E283B3ED-F64C-4559-B225-D0F6F9CFCC9D}"/>
              </a:ext>
            </a:extLst>
          </p:cNvPr>
          <p:cNvSpPr>
            <a:spLocks xmlns:a="http://schemas.openxmlformats.org/drawingml/2006/main" noGrp="1"/>
          </p:cNvSpPr>
          <p:nvPr/>
        </p:nvSpPr>
        <p:spPr>
          <a:xfrm xmlns:a="http://schemas.openxmlformats.org/drawingml/2006/main">
            <a:off x="11029950" y="642937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13</a:t>
            </a:r>
          </a:p>
        </p:txBody>
      </p:sp>
      <p:sp>
        <p:nvSpPr>
          <p:cNvPr id="7" name="">
            <a:extLst xmlns:a="http://schemas.openxmlformats.org/drawingml/2006/main">
              <a:ext uri="{FF2B5EF4-FFF2-40B4-BE49-F238E27FC236}">
                <a16:creationId xmlns:a16="http://schemas.microsoft.com/office/drawing/2014/main" id="{8AB5F710-A8B2-43F9-8D1E-1CEBB721B364}"/>
              </a:ext>
            </a:extLst>
          </p:cNvPr>
          <p:cNvSpPr>
            <a:spLocks xmlns:a="http://schemas.openxmlformats.org/drawingml/2006/main" noGrp="1"/>
          </p:cNvSpPr>
          <p:nvPr/>
        </p:nvSpPr>
        <p:spPr>
          <a:xfrm xmlns:a="http://schemas.openxmlformats.org/drawingml/2006/main">
            <a:off x="704850" y="171450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007E78"/>
                </a:solidFill>
              </a:defRPr>
            </a:defPPr>
            <a:lvl1pPr>
              <a:defRPr sz="1500" b="1">
                <a:solidFill>
                  <a:srgbClr val="007E78"/>
                </a:solidFill>
              </a:defRPr>
            </a:lvl1pPr>
            <a:lvl2pPr>
              <a:defRPr sz="1500" b="1">
                <a:solidFill>
                  <a:srgbClr val="007E78"/>
                </a:solidFill>
              </a:defRPr>
            </a:lvl2pPr>
            <a:lvl3pPr>
              <a:defRPr sz="1500" b="1">
                <a:solidFill>
                  <a:srgbClr val="007E78"/>
                </a:solidFill>
              </a:defRPr>
            </a:lvl3pPr>
            <a:lvl4pPr>
              <a:defRPr sz="1500" b="1">
                <a:solidFill>
                  <a:srgbClr val="007E78"/>
                </a:solidFill>
              </a:defRPr>
            </a:lvl4pPr>
            <a:lvl5pPr>
              <a:defRPr sz="1500" b="1">
                <a:solidFill>
                  <a:srgbClr val="007E78"/>
                </a:solidFill>
              </a:defRPr>
            </a:lvl5pPr>
            <a:lvl6pPr>
              <a:defRPr sz="1500" b="1">
                <a:solidFill>
                  <a:srgbClr val="007E78"/>
                </a:solidFill>
              </a:defRPr>
            </a:lvl6pPr>
            <a:lvl7pPr>
              <a:defRPr sz="1500" b="1">
                <a:solidFill>
                  <a:srgbClr val="007E78"/>
                </a:solidFill>
              </a:defRPr>
            </a:lvl7pPr>
            <a:lvl8pPr>
              <a:defRPr sz="1500" b="1">
                <a:solidFill>
                  <a:srgbClr val="007E78"/>
                </a:solidFill>
              </a:defRPr>
            </a:lvl8pPr>
            <a:lvl9pPr>
              <a:defRPr sz="1500" b="1">
                <a:solidFill>
                  <a:srgbClr val="007E78"/>
                </a:solidFill>
              </a:defRPr>
            </a:lvl9pPr>
          </a:lstStyle>
          <a:p xmlns:a="http://schemas.openxmlformats.org/drawingml/2006/main">
            <a:pPr>
              <a:buNone/>
              <a:defRPr sz="1500" b="1">
                <a:solidFill>
                  <a:srgbClr val="007E78"/>
                </a:solidFill>
              </a:defRPr>
            </a:pPr>
            <a:r>
              <a:rPr sz="1500" b="1">
                <a:solidFill>
                  <a:srgbClr val="007E78"/>
                </a:solidFill>
              </a:rPr>
              <a:t>read</a:t>
            </a:r>
          </a:p>
        </p:txBody>
      </p:sp>
      <p:sp>
        <p:nvSpPr>
          <p:cNvPr id="8" name="">
            <a:extLst xmlns:a="http://schemas.openxmlformats.org/drawingml/2006/main">
              <a:ext uri="{FF2B5EF4-FFF2-40B4-BE49-F238E27FC236}">
                <a16:creationId xmlns:a16="http://schemas.microsoft.com/office/drawing/2014/main" id="{3AF1A44B-92EE-48BE-921E-F55D226286C5}"/>
              </a:ext>
            </a:extLst>
          </p:cNvPr>
          <p:cNvSpPr>
            <a:spLocks xmlns:a="http://schemas.openxmlformats.org/drawingml/2006/main" noGrp="1"/>
          </p:cNvSpPr>
          <p:nvPr/>
        </p:nvSpPr>
        <p:spPr>
          <a:xfrm xmlns:a="http://schemas.openxmlformats.org/drawingml/2006/main">
            <a:off x="3352800" y="1714500"/>
            <a:ext cx="7924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153047"/>
                </a:solidFill>
              </a:defRPr>
            </a:defPPr>
            <a:lvl1pPr>
              <a:defRPr sz="1500" b="0">
                <a:solidFill>
                  <a:srgbClr val="153047"/>
                </a:solidFill>
              </a:defRPr>
            </a:lvl1pPr>
            <a:lvl2pPr>
              <a:defRPr sz="1500" b="0">
                <a:solidFill>
                  <a:srgbClr val="153047"/>
                </a:solidFill>
              </a:defRPr>
            </a:lvl2pPr>
            <a:lvl3pPr>
              <a:defRPr sz="1500" b="0">
                <a:solidFill>
                  <a:srgbClr val="153047"/>
                </a:solidFill>
              </a:defRPr>
            </a:lvl3pPr>
            <a:lvl4pPr>
              <a:defRPr sz="1500" b="0">
                <a:solidFill>
                  <a:srgbClr val="153047"/>
                </a:solidFill>
              </a:defRPr>
            </a:lvl4pPr>
            <a:lvl5pPr>
              <a:defRPr sz="1500" b="0">
                <a:solidFill>
                  <a:srgbClr val="153047"/>
                </a:solidFill>
              </a:defRPr>
            </a:lvl5pPr>
            <a:lvl6pPr>
              <a:defRPr sz="1500" b="0">
                <a:solidFill>
                  <a:srgbClr val="153047"/>
                </a:solidFill>
              </a:defRPr>
            </a:lvl6pPr>
            <a:lvl7pPr>
              <a:defRPr sz="1500" b="0">
                <a:solidFill>
                  <a:srgbClr val="153047"/>
                </a:solidFill>
              </a:defRPr>
            </a:lvl7pPr>
            <a:lvl8pPr>
              <a:defRPr sz="1500" b="0">
                <a:solidFill>
                  <a:srgbClr val="153047"/>
                </a:solidFill>
              </a:defRPr>
            </a:lvl8pPr>
            <a:lvl9pPr>
              <a:defRPr sz="1500" b="0">
                <a:solidFill>
                  <a:srgbClr val="153047"/>
                </a:solidFill>
              </a:defRPr>
            </a:lvl9pPr>
          </a:lstStyle>
          <a:p xmlns:a="http://schemas.openxmlformats.org/drawingml/2006/main">
            <a:pPr>
              <a:buNone/>
              <a:defRPr sz="1500" b="0">
                <a:solidFill>
                  <a:srgbClr val="153047"/>
                </a:solidFill>
              </a:defRPr>
            </a:pPr>
            <a:r>
              <a:rPr sz="1500" b="0">
                <a:solidFill>
                  <a:srgbClr val="153047"/>
                </a:solidFill>
              </a:rPr>
              <a:t>PDF text and page indexes come from PyMuPDF; Pandas/openpyxl inspect uploaded tables.</a:t>
            </a:r>
          </a:p>
        </p:txBody>
      </p:sp>
      <p:sp>
        <p:nvSpPr>
          <p:cNvPr id="9" name="">
            <a:extLst xmlns:a="http://schemas.openxmlformats.org/drawingml/2006/main">
              <a:ext uri="{FF2B5EF4-FFF2-40B4-BE49-F238E27FC236}">
                <a16:creationId xmlns:a16="http://schemas.microsoft.com/office/drawing/2014/main" id="{25042292-7E69-421D-8030-C55CAA3F05ED}"/>
              </a:ext>
            </a:extLst>
          </p:cNvPr>
          <p:cNvSpPr>
            <a:spLocks xmlns:a="http://schemas.openxmlformats.org/drawingml/2006/main" noGrp="1"/>
          </p:cNvSpPr>
          <p:nvPr/>
        </p:nvSpPr>
        <p:spPr>
          <a:xfrm xmlns:a="http://schemas.openxmlformats.org/drawingml/2006/main">
            <a:off x="704850" y="255270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007E78"/>
                </a:solidFill>
              </a:defRPr>
            </a:defPPr>
            <a:lvl1pPr>
              <a:defRPr sz="1500" b="1">
                <a:solidFill>
                  <a:srgbClr val="007E78"/>
                </a:solidFill>
              </a:defRPr>
            </a:lvl1pPr>
            <a:lvl2pPr>
              <a:defRPr sz="1500" b="1">
                <a:solidFill>
                  <a:srgbClr val="007E78"/>
                </a:solidFill>
              </a:defRPr>
            </a:lvl2pPr>
            <a:lvl3pPr>
              <a:defRPr sz="1500" b="1">
                <a:solidFill>
                  <a:srgbClr val="007E78"/>
                </a:solidFill>
              </a:defRPr>
            </a:lvl3pPr>
            <a:lvl4pPr>
              <a:defRPr sz="1500" b="1">
                <a:solidFill>
                  <a:srgbClr val="007E78"/>
                </a:solidFill>
              </a:defRPr>
            </a:lvl4pPr>
            <a:lvl5pPr>
              <a:defRPr sz="1500" b="1">
                <a:solidFill>
                  <a:srgbClr val="007E78"/>
                </a:solidFill>
              </a:defRPr>
            </a:lvl5pPr>
            <a:lvl6pPr>
              <a:defRPr sz="1500" b="1">
                <a:solidFill>
                  <a:srgbClr val="007E78"/>
                </a:solidFill>
              </a:defRPr>
            </a:lvl6pPr>
            <a:lvl7pPr>
              <a:defRPr sz="1500" b="1">
                <a:solidFill>
                  <a:srgbClr val="007E78"/>
                </a:solidFill>
              </a:defRPr>
            </a:lvl7pPr>
            <a:lvl8pPr>
              <a:defRPr sz="1500" b="1">
                <a:solidFill>
                  <a:srgbClr val="007E78"/>
                </a:solidFill>
              </a:defRPr>
            </a:lvl8pPr>
            <a:lvl9pPr>
              <a:defRPr sz="1500" b="1">
                <a:solidFill>
                  <a:srgbClr val="007E78"/>
                </a:solidFill>
              </a:defRPr>
            </a:lvl9pPr>
          </a:lstStyle>
          <a:p xmlns:a="http://schemas.openxmlformats.org/drawingml/2006/main">
            <a:pPr>
              <a:buNone/>
              <a:defRPr sz="1500" b="1">
                <a:solidFill>
                  <a:srgbClr val="007E78"/>
                </a:solidFill>
              </a:defRPr>
            </a:pPr>
            <a:r>
              <a:rPr sz="1500" b="1">
                <a:solidFill>
                  <a:srgbClr val="007E78"/>
                </a:solidFill>
              </a:rPr>
              <a:t>search</a:t>
            </a:r>
          </a:p>
        </p:txBody>
      </p:sp>
      <p:sp>
        <p:nvSpPr>
          <p:cNvPr id="10" name="">
            <a:extLst xmlns:a="http://schemas.openxmlformats.org/drawingml/2006/main">
              <a:ext uri="{FF2B5EF4-FFF2-40B4-BE49-F238E27FC236}">
                <a16:creationId xmlns:a16="http://schemas.microsoft.com/office/drawing/2014/main" id="{349D22F6-7BF3-410D-8060-1BEF60931D9B}"/>
              </a:ext>
            </a:extLst>
          </p:cNvPr>
          <p:cNvSpPr>
            <a:spLocks xmlns:a="http://schemas.openxmlformats.org/drawingml/2006/main" noGrp="1"/>
          </p:cNvSpPr>
          <p:nvPr/>
        </p:nvSpPr>
        <p:spPr>
          <a:xfrm xmlns:a="http://schemas.openxmlformats.org/drawingml/2006/main">
            <a:off x="3352800" y="2552700"/>
            <a:ext cx="7924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153047"/>
                </a:solidFill>
              </a:defRPr>
            </a:defPPr>
            <a:lvl1pPr>
              <a:defRPr sz="1500" b="0">
                <a:solidFill>
                  <a:srgbClr val="153047"/>
                </a:solidFill>
              </a:defRPr>
            </a:lvl1pPr>
            <a:lvl2pPr>
              <a:defRPr sz="1500" b="0">
                <a:solidFill>
                  <a:srgbClr val="153047"/>
                </a:solidFill>
              </a:defRPr>
            </a:lvl2pPr>
            <a:lvl3pPr>
              <a:defRPr sz="1500" b="0">
                <a:solidFill>
                  <a:srgbClr val="153047"/>
                </a:solidFill>
              </a:defRPr>
            </a:lvl3pPr>
            <a:lvl4pPr>
              <a:defRPr sz="1500" b="0">
                <a:solidFill>
                  <a:srgbClr val="153047"/>
                </a:solidFill>
              </a:defRPr>
            </a:lvl4pPr>
            <a:lvl5pPr>
              <a:defRPr sz="1500" b="0">
                <a:solidFill>
                  <a:srgbClr val="153047"/>
                </a:solidFill>
              </a:defRPr>
            </a:lvl5pPr>
            <a:lvl6pPr>
              <a:defRPr sz="1500" b="0">
                <a:solidFill>
                  <a:srgbClr val="153047"/>
                </a:solidFill>
              </a:defRPr>
            </a:lvl6pPr>
            <a:lvl7pPr>
              <a:defRPr sz="1500" b="0">
                <a:solidFill>
                  <a:srgbClr val="153047"/>
                </a:solidFill>
              </a:defRPr>
            </a:lvl7pPr>
            <a:lvl8pPr>
              <a:defRPr sz="1500" b="0">
                <a:solidFill>
                  <a:srgbClr val="153047"/>
                </a:solidFill>
              </a:defRPr>
            </a:lvl8pPr>
            <a:lvl9pPr>
              <a:defRPr sz="1500" b="0">
                <a:solidFill>
                  <a:srgbClr val="153047"/>
                </a:solidFill>
              </a:defRPr>
            </a:lvl9pPr>
          </a:lstStyle>
          <a:p xmlns:a="http://schemas.openxmlformats.org/drawingml/2006/main">
            <a:pPr>
              <a:buNone/>
              <a:defRPr sz="1500" b="0">
                <a:solidFill>
                  <a:srgbClr val="153047"/>
                </a:solidFill>
              </a:defRPr>
            </a:pPr>
            <a:r>
              <a:rPr sz="1500" b="0">
                <a:solidFill>
                  <a:srgbClr val="153047"/>
                </a:solidFill>
              </a:rPr>
              <a:t>Crossref returns scholarly metadata, including title, author, year, DOI, and relation label.</a:t>
            </a:r>
          </a:p>
        </p:txBody>
      </p:sp>
      <p:sp>
        <p:nvSpPr>
          <p:cNvPr id="11" name="">
            <a:extLst xmlns:a="http://schemas.openxmlformats.org/drawingml/2006/main">
              <a:ext uri="{FF2B5EF4-FFF2-40B4-BE49-F238E27FC236}">
                <a16:creationId xmlns:a16="http://schemas.microsoft.com/office/drawing/2014/main" id="{E97AD109-EA79-40E5-86F1-2D02CDE60CA5}"/>
              </a:ext>
            </a:extLst>
          </p:cNvPr>
          <p:cNvSpPr>
            <a:spLocks xmlns:a="http://schemas.openxmlformats.org/drawingml/2006/main" noGrp="1"/>
          </p:cNvSpPr>
          <p:nvPr/>
        </p:nvSpPr>
        <p:spPr>
          <a:xfrm xmlns:a="http://schemas.openxmlformats.org/drawingml/2006/main">
            <a:off x="704850" y="339090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007E78"/>
                </a:solidFill>
              </a:defRPr>
            </a:defPPr>
            <a:lvl1pPr>
              <a:defRPr sz="1500" b="1">
                <a:solidFill>
                  <a:srgbClr val="007E78"/>
                </a:solidFill>
              </a:defRPr>
            </a:lvl1pPr>
            <a:lvl2pPr>
              <a:defRPr sz="1500" b="1">
                <a:solidFill>
                  <a:srgbClr val="007E78"/>
                </a:solidFill>
              </a:defRPr>
            </a:lvl2pPr>
            <a:lvl3pPr>
              <a:defRPr sz="1500" b="1">
                <a:solidFill>
                  <a:srgbClr val="007E78"/>
                </a:solidFill>
              </a:defRPr>
            </a:lvl3pPr>
            <a:lvl4pPr>
              <a:defRPr sz="1500" b="1">
                <a:solidFill>
                  <a:srgbClr val="007E78"/>
                </a:solidFill>
              </a:defRPr>
            </a:lvl4pPr>
            <a:lvl5pPr>
              <a:defRPr sz="1500" b="1">
                <a:solidFill>
                  <a:srgbClr val="007E78"/>
                </a:solidFill>
              </a:defRPr>
            </a:lvl5pPr>
            <a:lvl6pPr>
              <a:defRPr sz="1500" b="1">
                <a:solidFill>
                  <a:srgbClr val="007E78"/>
                </a:solidFill>
              </a:defRPr>
            </a:lvl6pPr>
            <a:lvl7pPr>
              <a:defRPr sz="1500" b="1">
                <a:solidFill>
                  <a:srgbClr val="007E78"/>
                </a:solidFill>
              </a:defRPr>
            </a:lvl7pPr>
            <a:lvl8pPr>
              <a:defRPr sz="1500" b="1">
                <a:solidFill>
                  <a:srgbClr val="007E78"/>
                </a:solidFill>
              </a:defRPr>
            </a:lvl8pPr>
            <a:lvl9pPr>
              <a:defRPr sz="1500" b="1">
                <a:solidFill>
                  <a:srgbClr val="007E78"/>
                </a:solidFill>
              </a:defRPr>
            </a:lvl9pPr>
          </a:lstStyle>
          <a:p xmlns:a="http://schemas.openxmlformats.org/drawingml/2006/main">
            <a:pPr>
              <a:buNone/>
              <a:defRPr sz="1500" b="1">
                <a:solidFill>
                  <a:srgbClr val="007E78"/>
                </a:solidFill>
              </a:defRPr>
            </a:pPr>
            <a:r>
              <a:rPr sz="1500" b="1">
                <a:solidFill>
                  <a:srgbClr val="007E78"/>
                </a:solidFill>
              </a:rPr>
              <a:t>compare</a:t>
            </a:r>
          </a:p>
        </p:txBody>
      </p:sp>
      <p:sp>
        <p:nvSpPr>
          <p:cNvPr id="12" name="">
            <a:extLst xmlns:a="http://schemas.openxmlformats.org/drawingml/2006/main">
              <a:ext uri="{FF2B5EF4-FFF2-40B4-BE49-F238E27FC236}">
                <a16:creationId xmlns:a16="http://schemas.microsoft.com/office/drawing/2014/main" id="{E6642230-6B6B-49BE-81D9-90BA86125B9B}"/>
              </a:ext>
            </a:extLst>
          </p:cNvPr>
          <p:cNvSpPr>
            <a:spLocks xmlns:a="http://schemas.openxmlformats.org/drawingml/2006/main" noGrp="1"/>
          </p:cNvSpPr>
          <p:nvPr/>
        </p:nvSpPr>
        <p:spPr>
          <a:xfrm xmlns:a="http://schemas.openxmlformats.org/drawingml/2006/main">
            <a:off x="3352800" y="3390900"/>
            <a:ext cx="7924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153047"/>
                </a:solidFill>
              </a:defRPr>
            </a:defPPr>
            <a:lvl1pPr>
              <a:defRPr sz="1500" b="0">
                <a:solidFill>
                  <a:srgbClr val="153047"/>
                </a:solidFill>
              </a:defRPr>
            </a:lvl1pPr>
            <a:lvl2pPr>
              <a:defRPr sz="1500" b="0">
                <a:solidFill>
                  <a:srgbClr val="153047"/>
                </a:solidFill>
              </a:defRPr>
            </a:lvl2pPr>
            <a:lvl3pPr>
              <a:defRPr sz="1500" b="0">
                <a:solidFill>
                  <a:srgbClr val="153047"/>
                </a:solidFill>
              </a:defRPr>
            </a:lvl3pPr>
            <a:lvl4pPr>
              <a:defRPr sz="1500" b="0">
                <a:solidFill>
                  <a:srgbClr val="153047"/>
                </a:solidFill>
              </a:defRPr>
            </a:lvl4pPr>
            <a:lvl5pPr>
              <a:defRPr sz="1500" b="0">
                <a:solidFill>
                  <a:srgbClr val="153047"/>
                </a:solidFill>
              </a:defRPr>
            </a:lvl5pPr>
            <a:lvl6pPr>
              <a:defRPr sz="1500" b="0">
                <a:solidFill>
                  <a:srgbClr val="153047"/>
                </a:solidFill>
              </a:defRPr>
            </a:lvl6pPr>
            <a:lvl7pPr>
              <a:defRPr sz="1500" b="0">
                <a:solidFill>
                  <a:srgbClr val="153047"/>
                </a:solidFill>
              </a:defRPr>
            </a:lvl7pPr>
            <a:lvl8pPr>
              <a:defRPr sz="1500" b="0">
                <a:solidFill>
                  <a:srgbClr val="153047"/>
                </a:solidFill>
              </a:defRPr>
            </a:lvl8pPr>
            <a:lvl9pPr>
              <a:defRPr sz="1500" b="0">
                <a:solidFill>
                  <a:srgbClr val="153047"/>
                </a:solidFill>
              </a:defRPr>
            </a:lvl9pPr>
          </a:lstStyle>
          <a:p xmlns:a="http://schemas.openxmlformats.org/drawingml/2006/main">
            <a:pPr>
              <a:buNone/>
              <a:defRPr sz="1500" b="0">
                <a:solidFill>
                  <a:srgbClr val="153047"/>
                </a:solidFill>
              </a:defRPr>
            </a:pPr>
            <a:r>
              <a:rPr sz="1500" b="0">
                <a:solidFill>
                  <a:srgbClr val="153047"/>
                </a:solidFill>
              </a:rPr>
              <a:t>AI mode asks the model to analyze only linked PDF evidence; offline mode selects matching excerpts.</a:t>
            </a:r>
          </a:p>
        </p:txBody>
      </p:sp>
      <p:sp>
        <p:nvSpPr>
          <p:cNvPr id="13" name="">
            <a:extLst xmlns:a="http://schemas.openxmlformats.org/drawingml/2006/main">
              <a:ext uri="{FF2B5EF4-FFF2-40B4-BE49-F238E27FC236}">
                <a16:creationId xmlns:a16="http://schemas.microsoft.com/office/drawing/2014/main" id="{2A76CAD1-96DB-46C1-9301-6C9DDFFA836D}"/>
              </a:ext>
            </a:extLst>
          </p:cNvPr>
          <p:cNvSpPr>
            <a:spLocks xmlns:a="http://schemas.openxmlformats.org/drawingml/2006/main" noGrp="1"/>
          </p:cNvSpPr>
          <p:nvPr/>
        </p:nvSpPr>
        <p:spPr>
          <a:xfrm xmlns:a="http://schemas.openxmlformats.org/drawingml/2006/main">
            <a:off x="704850" y="422910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007E78"/>
                </a:solidFill>
              </a:defRPr>
            </a:defPPr>
            <a:lvl1pPr>
              <a:defRPr sz="1500" b="1">
                <a:solidFill>
                  <a:srgbClr val="007E78"/>
                </a:solidFill>
              </a:defRPr>
            </a:lvl1pPr>
            <a:lvl2pPr>
              <a:defRPr sz="1500" b="1">
                <a:solidFill>
                  <a:srgbClr val="007E78"/>
                </a:solidFill>
              </a:defRPr>
            </a:lvl2pPr>
            <a:lvl3pPr>
              <a:defRPr sz="1500" b="1">
                <a:solidFill>
                  <a:srgbClr val="007E78"/>
                </a:solidFill>
              </a:defRPr>
            </a:lvl3pPr>
            <a:lvl4pPr>
              <a:defRPr sz="1500" b="1">
                <a:solidFill>
                  <a:srgbClr val="007E78"/>
                </a:solidFill>
              </a:defRPr>
            </a:lvl4pPr>
            <a:lvl5pPr>
              <a:defRPr sz="1500" b="1">
                <a:solidFill>
                  <a:srgbClr val="007E78"/>
                </a:solidFill>
              </a:defRPr>
            </a:lvl5pPr>
            <a:lvl6pPr>
              <a:defRPr sz="1500" b="1">
                <a:solidFill>
                  <a:srgbClr val="007E78"/>
                </a:solidFill>
              </a:defRPr>
            </a:lvl6pPr>
            <a:lvl7pPr>
              <a:defRPr sz="1500" b="1">
                <a:solidFill>
                  <a:srgbClr val="007E78"/>
                </a:solidFill>
              </a:defRPr>
            </a:lvl7pPr>
            <a:lvl8pPr>
              <a:defRPr sz="1500" b="1">
                <a:solidFill>
                  <a:srgbClr val="007E78"/>
                </a:solidFill>
              </a:defRPr>
            </a:lvl8pPr>
            <a:lvl9pPr>
              <a:defRPr sz="1500" b="1">
                <a:solidFill>
                  <a:srgbClr val="007E78"/>
                </a:solidFill>
              </a:defRPr>
            </a:lvl9pPr>
          </a:lstStyle>
          <a:p xmlns:a="http://schemas.openxmlformats.org/drawingml/2006/main">
            <a:pPr>
              <a:buNone/>
              <a:defRPr sz="1500" b="1">
                <a:solidFill>
                  <a:srgbClr val="007E78"/>
                </a:solidFill>
              </a:defRPr>
            </a:pPr>
            <a:r>
              <a:rPr sz="1500" b="1">
                <a:solidFill>
                  <a:srgbClr val="007E78"/>
                </a:solidFill>
              </a:rPr>
              <a:t>chart</a:t>
            </a:r>
          </a:p>
        </p:txBody>
      </p:sp>
      <p:sp>
        <p:nvSpPr>
          <p:cNvPr id="14" name="">
            <a:extLst xmlns:a="http://schemas.openxmlformats.org/drawingml/2006/main">
              <a:ext uri="{FF2B5EF4-FFF2-40B4-BE49-F238E27FC236}">
                <a16:creationId xmlns:a16="http://schemas.microsoft.com/office/drawing/2014/main" id="{4B60E74C-616D-47FF-9393-36BBC1A41B9B}"/>
              </a:ext>
            </a:extLst>
          </p:cNvPr>
          <p:cNvSpPr>
            <a:spLocks xmlns:a="http://schemas.openxmlformats.org/drawingml/2006/main" noGrp="1"/>
          </p:cNvSpPr>
          <p:nvPr/>
        </p:nvSpPr>
        <p:spPr>
          <a:xfrm xmlns:a="http://schemas.openxmlformats.org/drawingml/2006/main">
            <a:off x="3352800" y="4229100"/>
            <a:ext cx="7924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153047"/>
                </a:solidFill>
              </a:defRPr>
            </a:defPPr>
            <a:lvl1pPr>
              <a:defRPr sz="1500" b="0">
                <a:solidFill>
                  <a:srgbClr val="153047"/>
                </a:solidFill>
              </a:defRPr>
            </a:lvl1pPr>
            <a:lvl2pPr>
              <a:defRPr sz="1500" b="0">
                <a:solidFill>
                  <a:srgbClr val="153047"/>
                </a:solidFill>
              </a:defRPr>
            </a:lvl2pPr>
            <a:lvl3pPr>
              <a:defRPr sz="1500" b="0">
                <a:solidFill>
                  <a:srgbClr val="153047"/>
                </a:solidFill>
              </a:defRPr>
            </a:lvl3pPr>
            <a:lvl4pPr>
              <a:defRPr sz="1500" b="0">
                <a:solidFill>
                  <a:srgbClr val="153047"/>
                </a:solidFill>
              </a:defRPr>
            </a:lvl4pPr>
            <a:lvl5pPr>
              <a:defRPr sz="1500" b="0">
                <a:solidFill>
                  <a:srgbClr val="153047"/>
                </a:solidFill>
              </a:defRPr>
            </a:lvl5pPr>
            <a:lvl6pPr>
              <a:defRPr sz="1500" b="0">
                <a:solidFill>
                  <a:srgbClr val="153047"/>
                </a:solidFill>
              </a:defRPr>
            </a:lvl6pPr>
            <a:lvl7pPr>
              <a:defRPr sz="1500" b="0">
                <a:solidFill>
                  <a:srgbClr val="153047"/>
                </a:solidFill>
              </a:defRPr>
            </a:lvl7pPr>
            <a:lvl8pPr>
              <a:defRPr sz="1500" b="0">
                <a:solidFill>
                  <a:srgbClr val="153047"/>
                </a:solidFill>
              </a:defRPr>
            </a:lvl8pPr>
            <a:lvl9pPr>
              <a:defRPr sz="1500" b="0">
                <a:solidFill>
                  <a:srgbClr val="153047"/>
                </a:solidFill>
              </a:defRPr>
            </a:lvl9pPr>
          </a:lstStyle>
          <a:p xmlns:a="http://schemas.openxmlformats.org/drawingml/2006/main">
            <a:pPr>
              <a:buNone/>
              <a:defRPr sz="1500" b="0">
                <a:solidFill>
                  <a:srgbClr val="153047"/>
                </a:solidFill>
              </a:defRPr>
            </a:pPr>
            <a:r>
              <a:rPr sz="1500" b="0">
                <a:solidFill>
                  <a:srgbClr val="153047"/>
                </a:solidFill>
              </a:rPr>
              <a:t>Matplotlib charts uploaded values using selected columns; missing-value counts remain a separate diagnostic.</a:t>
            </a:r>
          </a:p>
        </p:txBody>
      </p:sp>
      <p:sp>
        <p:nvSpPr>
          <p:cNvPr id="15" name="">
            <a:extLst xmlns:a="http://schemas.openxmlformats.org/drawingml/2006/main">
              <a:ext uri="{FF2B5EF4-FFF2-40B4-BE49-F238E27FC236}">
                <a16:creationId xmlns:a16="http://schemas.microsoft.com/office/drawing/2014/main" id="{A958CED6-43CA-44FB-A3AF-F15E75F354E5}"/>
              </a:ext>
            </a:extLst>
          </p:cNvPr>
          <p:cNvSpPr>
            <a:spLocks xmlns:a="http://schemas.openxmlformats.org/drawingml/2006/main" noGrp="1"/>
          </p:cNvSpPr>
          <p:nvPr/>
        </p:nvSpPr>
        <p:spPr>
          <a:xfrm xmlns:a="http://schemas.openxmlformats.org/drawingml/2006/main">
            <a:off x="704850" y="506730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007E78"/>
                </a:solidFill>
              </a:defRPr>
            </a:defPPr>
            <a:lvl1pPr>
              <a:defRPr sz="1500" b="1">
                <a:solidFill>
                  <a:srgbClr val="007E78"/>
                </a:solidFill>
              </a:defRPr>
            </a:lvl1pPr>
            <a:lvl2pPr>
              <a:defRPr sz="1500" b="1">
                <a:solidFill>
                  <a:srgbClr val="007E78"/>
                </a:solidFill>
              </a:defRPr>
            </a:lvl2pPr>
            <a:lvl3pPr>
              <a:defRPr sz="1500" b="1">
                <a:solidFill>
                  <a:srgbClr val="007E78"/>
                </a:solidFill>
              </a:defRPr>
            </a:lvl3pPr>
            <a:lvl4pPr>
              <a:defRPr sz="1500" b="1">
                <a:solidFill>
                  <a:srgbClr val="007E78"/>
                </a:solidFill>
              </a:defRPr>
            </a:lvl4pPr>
            <a:lvl5pPr>
              <a:defRPr sz="1500" b="1">
                <a:solidFill>
                  <a:srgbClr val="007E78"/>
                </a:solidFill>
              </a:defRPr>
            </a:lvl5pPr>
            <a:lvl6pPr>
              <a:defRPr sz="1500" b="1">
                <a:solidFill>
                  <a:srgbClr val="007E78"/>
                </a:solidFill>
              </a:defRPr>
            </a:lvl6pPr>
            <a:lvl7pPr>
              <a:defRPr sz="1500" b="1">
                <a:solidFill>
                  <a:srgbClr val="007E78"/>
                </a:solidFill>
              </a:defRPr>
            </a:lvl7pPr>
            <a:lvl8pPr>
              <a:defRPr sz="1500" b="1">
                <a:solidFill>
                  <a:srgbClr val="007E78"/>
                </a:solidFill>
              </a:defRPr>
            </a:lvl8pPr>
            <a:lvl9pPr>
              <a:defRPr sz="1500" b="1">
                <a:solidFill>
                  <a:srgbClr val="007E78"/>
                </a:solidFill>
              </a:defRPr>
            </a:lvl9pPr>
          </a:lstStyle>
          <a:p xmlns:a="http://schemas.openxmlformats.org/drawingml/2006/main">
            <a:pPr>
              <a:buNone/>
              <a:defRPr sz="1500" b="1">
                <a:solidFill>
                  <a:srgbClr val="007E78"/>
                </a:solidFill>
              </a:defRPr>
            </a:pPr>
            <a:r>
              <a:rPr sz="1500" b="1">
                <a:solidFill>
                  <a:srgbClr val="007E78"/>
                </a:solidFill>
              </a:rPr>
              <a:t>report</a:t>
            </a:r>
          </a:p>
        </p:txBody>
      </p:sp>
      <p:sp>
        <p:nvSpPr>
          <p:cNvPr id="16" name="">
            <a:extLst xmlns:a="http://schemas.openxmlformats.org/drawingml/2006/main">
              <a:ext uri="{FF2B5EF4-FFF2-40B4-BE49-F238E27FC236}">
                <a16:creationId xmlns:a16="http://schemas.microsoft.com/office/drawing/2014/main" id="{B69A209D-453D-493B-82BC-206E95575628}"/>
              </a:ext>
            </a:extLst>
          </p:cNvPr>
          <p:cNvSpPr>
            <a:spLocks xmlns:a="http://schemas.openxmlformats.org/drawingml/2006/main" noGrp="1"/>
          </p:cNvSpPr>
          <p:nvPr/>
        </p:nvSpPr>
        <p:spPr>
          <a:xfrm xmlns:a="http://schemas.openxmlformats.org/drawingml/2006/main">
            <a:off x="3352800" y="5067300"/>
            <a:ext cx="7924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153047"/>
                </a:solidFill>
              </a:defRPr>
            </a:defPPr>
            <a:lvl1pPr>
              <a:defRPr sz="1500" b="0">
                <a:solidFill>
                  <a:srgbClr val="153047"/>
                </a:solidFill>
              </a:defRPr>
            </a:lvl1pPr>
            <a:lvl2pPr>
              <a:defRPr sz="1500" b="0">
                <a:solidFill>
                  <a:srgbClr val="153047"/>
                </a:solidFill>
              </a:defRPr>
            </a:lvl2pPr>
            <a:lvl3pPr>
              <a:defRPr sz="1500" b="0">
                <a:solidFill>
                  <a:srgbClr val="153047"/>
                </a:solidFill>
              </a:defRPr>
            </a:lvl3pPr>
            <a:lvl4pPr>
              <a:defRPr sz="1500" b="0">
                <a:solidFill>
                  <a:srgbClr val="153047"/>
                </a:solidFill>
              </a:defRPr>
            </a:lvl4pPr>
            <a:lvl5pPr>
              <a:defRPr sz="1500" b="0">
                <a:solidFill>
                  <a:srgbClr val="153047"/>
                </a:solidFill>
              </a:defRPr>
            </a:lvl5pPr>
            <a:lvl6pPr>
              <a:defRPr sz="1500" b="0">
                <a:solidFill>
                  <a:srgbClr val="153047"/>
                </a:solidFill>
              </a:defRPr>
            </a:lvl6pPr>
            <a:lvl7pPr>
              <a:defRPr sz="1500" b="0">
                <a:solidFill>
                  <a:srgbClr val="153047"/>
                </a:solidFill>
              </a:defRPr>
            </a:lvl7pPr>
            <a:lvl8pPr>
              <a:defRPr sz="1500" b="0">
                <a:solidFill>
                  <a:srgbClr val="153047"/>
                </a:solidFill>
              </a:defRPr>
            </a:lvl8pPr>
            <a:lvl9pPr>
              <a:defRPr sz="1500" b="0">
                <a:solidFill>
                  <a:srgbClr val="153047"/>
                </a:solidFill>
              </a:defRPr>
            </a:lvl9pPr>
          </a:lstStyle>
          <a:p xmlns:a="http://schemas.openxmlformats.org/drawingml/2006/main">
            <a:pPr>
              <a:buNone/>
              <a:defRPr sz="1500" b="0">
                <a:solidFill>
                  <a:srgbClr val="153047"/>
                </a:solidFill>
              </a:defRPr>
            </a:pPr>
            <a:r>
              <a:rPr sz="1500" b="0">
                <a:solidFill>
                  <a:srgbClr val="153047"/>
                </a:solidFill>
              </a:rPr>
              <a:t>AI mode drafts and reviews Markdown; offline mode compiles an extractive evidence report.</a:t>
            </a:r>
          </a:p>
        </p:txBody>
      </p:sp>
    </p:spTree>
    <p:extLst>
      <p:ext uri="{BB962C8B-B14F-4D97-AF65-F5344CB8AC3E}">
        <p14:creationId xmlns:p14="http://schemas.microsoft.com/office/powerpoint/2010/main" val="880587319"/>
      </p:ext>
    </p:extLst>
  </p:cSld>
</p:sld>
</file>

<file path=ppt/slides/slide14.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8F3E677-CFD8-4CB4-BC67-BFE1C6B0959A}"/>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E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5B47012-702D-486F-A063-09275CC9F4CA}"/>
              </a:ext>
            </a:extLst>
          </p:cNvPr>
          <p:cNvSpPr>
            <a:spLocks xmlns:a="http://schemas.openxmlformats.org/drawingml/2006/main" noGrp="1"/>
          </p:cNvSpPr>
          <p:nvPr/>
        </p:nvSpPr>
        <p:spPr>
          <a:xfrm xmlns:a="http://schemas.openxmlformats.org/drawingml/2006/main">
            <a:off x="609600" y="323850"/>
            <a:ext cx="1009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07E78"/>
                </a:solidFill>
              </a:defRPr>
            </a:defPPr>
            <a:lvl1pPr>
              <a:defRPr sz="1125" b="1">
                <a:solidFill>
                  <a:srgbClr val="007E78"/>
                </a:solidFill>
              </a:defRPr>
            </a:lvl1pPr>
            <a:lvl2pPr>
              <a:defRPr sz="1125" b="1">
                <a:solidFill>
                  <a:srgbClr val="007E78"/>
                </a:solidFill>
              </a:defRPr>
            </a:lvl2pPr>
            <a:lvl3pPr>
              <a:defRPr sz="1125" b="1">
                <a:solidFill>
                  <a:srgbClr val="007E78"/>
                </a:solidFill>
              </a:defRPr>
            </a:lvl3pPr>
            <a:lvl4pPr>
              <a:defRPr sz="1125" b="1">
                <a:solidFill>
                  <a:srgbClr val="007E78"/>
                </a:solidFill>
              </a:defRPr>
            </a:lvl4pPr>
            <a:lvl5pPr>
              <a:defRPr sz="1125" b="1">
                <a:solidFill>
                  <a:srgbClr val="007E78"/>
                </a:solidFill>
              </a:defRPr>
            </a:lvl5pPr>
            <a:lvl6pPr>
              <a:defRPr sz="1125" b="1">
                <a:solidFill>
                  <a:srgbClr val="007E78"/>
                </a:solidFill>
              </a:defRPr>
            </a:lvl6pPr>
            <a:lvl7pPr>
              <a:defRPr sz="1125" b="1">
                <a:solidFill>
                  <a:srgbClr val="007E78"/>
                </a:solidFill>
              </a:defRPr>
            </a:lvl7pPr>
            <a:lvl8pPr>
              <a:defRPr sz="1125" b="1">
                <a:solidFill>
                  <a:srgbClr val="007E78"/>
                </a:solidFill>
              </a:defRPr>
            </a:lvl8pPr>
            <a:lvl9pPr>
              <a:defRPr sz="1125" b="1">
                <a:solidFill>
                  <a:srgbClr val="007E78"/>
                </a:solidFill>
              </a:defRPr>
            </a:lvl9pPr>
          </a:lstStyle>
          <a:p xmlns:a="http://schemas.openxmlformats.org/drawingml/2006/main">
            <a:pPr>
              <a:buNone/>
              <a:defRPr sz="1125" b="1">
                <a:solidFill>
                  <a:srgbClr val="007E78"/>
                </a:solidFill>
              </a:defRPr>
            </a:pPr>
            <a:r>
              <a:rPr sz="1125" b="1">
                <a:solidFill>
                  <a:srgbClr val="007E78"/>
                </a:solidFill>
              </a:rPr>
              <a:t>13  PDF, TABLES, AND SEARCH</a:t>
            </a:r>
          </a:p>
        </p:txBody>
      </p:sp>
      <p:sp>
        <p:nvSpPr>
          <p:cNvPr id="3" name="">
            <a:extLst xmlns:a="http://schemas.openxmlformats.org/drawingml/2006/main">
              <a:ext uri="{FF2B5EF4-FFF2-40B4-BE49-F238E27FC236}">
                <a16:creationId xmlns:a16="http://schemas.microsoft.com/office/drawing/2014/main" id="{86C9C74D-E28D-435C-9D48-9B4FD384FECE}"/>
              </a:ext>
            </a:extLst>
          </p:cNvPr>
          <p:cNvSpPr>
            <a:spLocks xmlns:a="http://schemas.openxmlformats.org/drawingml/2006/main" noGrp="1"/>
          </p:cNvSpPr>
          <p:nvPr/>
        </p:nvSpPr>
        <p:spPr>
          <a:xfrm xmlns:a="http://schemas.openxmlformats.org/drawingml/2006/main">
            <a:off x="609600" y="685800"/>
            <a:ext cx="10858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10243A"/>
                </a:solidFill>
              </a:defRPr>
            </a:defPPr>
            <a:lvl1pPr>
              <a:defRPr sz="2850" b="1">
                <a:solidFill>
                  <a:srgbClr val="10243A"/>
                </a:solidFill>
              </a:defRPr>
            </a:lvl1pPr>
            <a:lvl2pPr>
              <a:defRPr sz="2850" b="1">
                <a:solidFill>
                  <a:srgbClr val="10243A"/>
                </a:solidFill>
              </a:defRPr>
            </a:lvl2pPr>
            <a:lvl3pPr>
              <a:defRPr sz="2850" b="1">
                <a:solidFill>
                  <a:srgbClr val="10243A"/>
                </a:solidFill>
              </a:defRPr>
            </a:lvl3pPr>
            <a:lvl4pPr>
              <a:defRPr sz="2850" b="1">
                <a:solidFill>
                  <a:srgbClr val="10243A"/>
                </a:solidFill>
              </a:defRPr>
            </a:lvl4pPr>
            <a:lvl5pPr>
              <a:defRPr sz="2850" b="1">
                <a:solidFill>
                  <a:srgbClr val="10243A"/>
                </a:solidFill>
              </a:defRPr>
            </a:lvl5pPr>
            <a:lvl6pPr>
              <a:defRPr sz="2850" b="1">
                <a:solidFill>
                  <a:srgbClr val="10243A"/>
                </a:solidFill>
              </a:defRPr>
            </a:lvl6pPr>
            <a:lvl7pPr>
              <a:defRPr sz="2850" b="1">
                <a:solidFill>
                  <a:srgbClr val="10243A"/>
                </a:solidFill>
              </a:defRPr>
            </a:lvl7pPr>
            <a:lvl8pPr>
              <a:defRPr sz="2850" b="1">
                <a:solidFill>
                  <a:srgbClr val="10243A"/>
                </a:solidFill>
              </a:defRPr>
            </a:lvl8pPr>
            <a:lvl9pPr>
              <a:defRPr sz="2850" b="1">
                <a:solidFill>
                  <a:srgbClr val="10243A"/>
                </a:solidFill>
              </a:defRPr>
            </a:lvl9pPr>
          </a:lstStyle>
          <a:p xmlns:a="http://schemas.openxmlformats.org/drawingml/2006/main">
            <a:pPr>
              <a:buNone/>
              <a:defRPr sz="2850" b="1">
                <a:solidFill>
                  <a:srgbClr val="10243A"/>
                </a:solidFill>
              </a:defRPr>
            </a:pPr>
            <a:r>
              <a:rPr sz="2850" b="1">
                <a:solidFill>
                  <a:srgbClr val="10243A"/>
                </a:solidFill>
              </a:rPr>
              <a:t>Evidence processing</a:t>
            </a:r>
          </a:p>
        </p:txBody>
      </p:sp>
      <p:sp>
        <p:nvSpPr>
          <p:cNvPr id="4" name="">
            <a:extLst xmlns:a="http://schemas.openxmlformats.org/drawingml/2006/main">
              <a:ext uri="{FF2B5EF4-FFF2-40B4-BE49-F238E27FC236}">
                <a16:creationId xmlns:a16="http://schemas.microsoft.com/office/drawing/2014/main" id="{FC458690-588B-4255-A1D7-EDC292DFC305}"/>
              </a:ext>
            </a:extLst>
          </p:cNvPr>
          <p:cNvSpPr>
            <a:spLocks xmlns:a="http://schemas.openxmlformats.org/drawingml/2006/main" noGrp="1"/>
          </p:cNvSpPr>
          <p:nvPr/>
        </p:nvSpPr>
        <p:spPr>
          <a:xfrm xmlns:a="http://schemas.openxmlformats.org/drawingml/2006/main">
            <a:off x="609600" y="6324600"/>
            <a:ext cx="10972800" cy="9525"/>
          </a:xfrm>
          <a:prstGeom xmlns:a="http://schemas.openxmlformats.org/drawingml/2006/main" prst="rect">
            <a:avLst/>
          </a:prstGeom>
          <a:solidFill xmlns:a="http://schemas.openxmlformats.org/drawingml/2006/main">
            <a:srgbClr val="D7E3E9"/>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24E0574-BF41-4260-9B1A-C61D43889669}"/>
              </a:ext>
            </a:extLst>
          </p:cNvPr>
          <p:cNvSpPr>
            <a:spLocks xmlns:a="http://schemas.openxmlformats.org/drawingml/2006/main" noGrp="1"/>
          </p:cNvSpPr>
          <p:nvPr/>
        </p:nvSpPr>
        <p:spPr>
          <a:xfrm xmlns:a="http://schemas.openxmlformats.org/drawingml/2006/main">
            <a:off x="609600" y="6429375"/>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AgentFlow  |  Final Review</a:t>
            </a:r>
          </a:p>
        </p:txBody>
      </p:sp>
      <p:sp>
        <p:nvSpPr>
          <p:cNvPr id="6" name="">
            <a:extLst xmlns:a="http://schemas.openxmlformats.org/drawingml/2006/main">
              <a:ext uri="{FF2B5EF4-FFF2-40B4-BE49-F238E27FC236}">
                <a16:creationId xmlns:a16="http://schemas.microsoft.com/office/drawing/2014/main" id="{9ACDE089-FA28-4E37-B121-901211CCD4CA}"/>
              </a:ext>
            </a:extLst>
          </p:cNvPr>
          <p:cNvSpPr>
            <a:spLocks xmlns:a="http://schemas.openxmlformats.org/drawingml/2006/main" noGrp="1"/>
          </p:cNvSpPr>
          <p:nvPr/>
        </p:nvSpPr>
        <p:spPr>
          <a:xfrm xmlns:a="http://schemas.openxmlformats.org/drawingml/2006/main">
            <a:off x="11029950" y="642937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14</a:t>
            </a:r>
          </a:p>
        </p:txBody>
      </p:sp>
      <p:sp>
        <p:nvSpPr>
          <p:cNvPr id="7" name="">
            <a:extLst xmlns:a="http://schemas.openxmlformats.org/drawingml/2006/main">
              <a:ext uri="{FF2B5EF4-FFF2-40B4-BE49-F238E27FC236}">
                <a16:creationId xmlns:a16="http://schemas.microsoft.com/office/drawing/2014/main" id="{CDDE6120-B0BA-47A0-91C1-45E584A516BB}"/>
              </a:ext>
            </a:extLst>
          </p:cNvPr>
          <p:cNvSpPr>
            <a:spLocks xmlns:a="http://schemas.openxmlformats.org/drawingml/2006/main" noGrp="1"/>
          </p:cNvSpPr>
          <p:nvPr/>
        </p:nvSpPr>
        <p:spPr>
          <a:xfrm xmlns:a="http://schemas.openxmlformats.org/drawingml/2006/main">
            <a:off x="704850" y="180975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007E78"/>
                </a:solidFill>
              </a:defRPr>
            </a:defPPr>
            <a:lvl1pPr>
              <a:defRPr sz="1575" b="1">
                <a:solidFill>
                  <a:srgbClr val="007E78"/>
                </a:solidFill>
              </a:defRPr>
            </a:lvl1pPr>
            <a:lvl2pPr>
              <a:defRPr sz="1575" b="1">
                <a:solidFill>
                  <a:srgbClr val="007E78"/>
                </a:solidFill>
              </a:defRPr>
            </a:lvl2pPr>
            <a:lvl3pPr>
              <a:defRPr sz="1575" b="1">
                <a:solidFill>
                  <a:srgbClr val="007E78"/>
                </a:solidFill>
              </a:defRPr>
            </a:lvl3pPr>
            <a:lvl4pPr>
              <a:defRPr sz="1575" b="1">
                <a:solidFill>
                  <a:srgbClr val="007E78"/>
                </a:solidFill>
              </a:defRPr>
            </a:lvl4pPr>
            <a:lvl5pPr>
              <a:defRPr sz="1575" b="1">
                <a:solidFill>
                  <a:srgbClr val="007E78"/>
                </a:solidFill>
              </a:defRPr>
            </a:lvl5pPr>
            <a:lvl6pPr>
              <a:defRPr sz="1575" b="1">
                <a:solidFill>
                  <a:srgbClr val="007E78"/>
                </a:solidFill>
              </a:defRPr>
            </a:lvl6pPr>
            <a:lvl7pPr>
              <a:defRPr sz="1575" b="1">
                <a:solidFill>
                  <a:srgbClr val="007E78"/>
                </a:solidFill>
              </a:defRPr>
            </a:lvl7pPr>
            <a:lvl8pPr>
              <a:defRPr sz="1575" b="1">
                <a:solidFill>
                  <a:srgbClr val="007E78"/>
                </a:solidFill>
              </a:defRPr>
            </a:lvl8pPr>
            <a:lvl9pPr>
              <a:defRPr sz="1575" b="1">
                <a:solidFill>
                  <a:srgbClr val="007E78"/>
                </a:solidFill>
              </a:defRPr>
            </a:lvl9pPr>
          </a:lstStyle>
          <a:p xmlns:a="http://schemas.openxmlformats.org/drawingml/2006/main">
            <a:pPr>
              <a:buNone/>
              <a:defRPr sz="1575" b="1">
                <a:solidFill>
                  <a:srgbClr val="007E78"/>
                </a:solidFill>
              </a:defRPr>
            </a:pPr>
            <a:r>
              <a:rPr sz="1575" b="1">
                <a:solidFill>
                  <a:srgbClr val="007E78"/>
                </a:solidFill>
              </a:rPr>
              <a:t>PDF</a:t>
            </a:r>
          </a:p>
        </p:txBody>
      </p:sp>
      <p:sp>
        <p:nvSpPr>
          <p:cNvPr id="8" name="">
            <a:extLst xmlns:a="http://schemas.openxmlformats.org/drawingml/2006/main">
              <a:ext uri="{FF2B5EF4-FFF2-40B4-BE49-F238E27FC236}">
                <a16:creationId xmlns:a16="http://schemas.microsoft.com/office/drawing/2014/main" id="{7A0BD7FA-C442-4402-B047-686E4CAAC8F1}"/>
              </a:ext>
            </a:extLst>
          </p:cNvPr>
          <p:cNvSpPr>
            <a:spLocks xmlns:a="http://schemas.openxmlformats.org/drawingml/2006/main" noGrp="1"/>
          </p:cNvSpPr>
          <p:nvPr/>
        </p:nvSpPr>
        <p:spPr>
          <a:xfrm xmlns:a="http://schemas.openxmlformats.org/drawingml/2006/main">
            <a:off x="3352800" y="1809750"/>
            <a:ext cx="7924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153047"/>
                </a:solidFill>
              </a:defRPr>
            </a:defPPr>
            <a:lvl1pPr>
              <a:defRPr sz="1575" b="0">
                <a:solidFill>
                  <a:srgbClr val="153047"/>
                </a:solidFill>
              </a:defRPr>
            </a:lvl1pPr>
            <a:lvl2pPr>
              <a:defRPr sz="1575" b="0">
                <a:solidFill>
                  <a:srgbClr val="153047"/>
                </a:solidFill>
              </a:defRPr>
            </a:lvl2pPr>
            <a:lvl3pPr>
              <a:defRPr sz="1575" b="0">
                <a:solidFill>
                  <a:srgbClr val="153047"/>
                </a:solidFill>
              </a:defRPr>
            </a:lvl3pPr>
            <a:lvl4pPr>
              <a:defRPr sz="1575" b="0">
                <a:solidFill>
                  <a:srgbClr val="153047"/>
                </a:solidFill>
              </a:defRPr>
            </a:lvl4pPr>
            <a:lvl5pPr>
              <a:defRPr sz="1575" b="0">
                <a:solidFill>
                  <a:srgbClr val="153047"/>
                </a:solidFill>
              </a:defRPr>
            </a:lvl5pPr>
            <a:lvl6pPr>
              <a:defRPr sz="1575" b="0">
                <a:solidFill>
                  <a:srgbClr val="153047"/>
                </a:solidFill>
              </a:defRPr>
            </a:lvl6pPr>
            <a:lvl7pPr>
              <a:defRPr sz="1575" b="0">
                <a:solidFill>
                  <a:srgbClr val="153047"/>
                </a:solidFill>
              </a:defRPr>
            </a:lvl7pPr>
            <a:lvl8pPr>
              <a:defRPr sz="1575" b="0">
                <a:solidFill>
                  <a:srgbClr val="153047"/>
                </a:solidFill>
              </a:defRPr>
            </a:lvl8pPr>
            <a:lvl9pPr>
              <a:defRPr sz="1575" b="0">
                <a:solidFill>
                  <a:srgbClr val="153047"/>
                </a:solidFill>
              </a:defRPr>
            </a:lvl9pPr>
          </a:lstStyle>
          <a:p xmlns:a="http://schemas.openxmlformats.org/drawingml/2006/main">
            <a:pPr>
              <a:buNone/>
              <a:defRPr sz="1575" b="0">
                <a:solidFill>
                  <a:srgbClr val="153047"/>
                </a:solidFill>
              </a:defRPr>
            </a:pPr>
            <a:r>
              <a:rPr sz="1575" b="0">
                <a:solidFill>
                  <a:srgbClr val="153047"/>
                </a:solidFill>
              </a:rPr>
              <a:t>PyMuPDF reads text with page numbers. Local OCR handles scanned pages; the visual tool inspects detected paper figures.</a:t>
            </a:r>
          </a:p>
        </p:txBody>
      </p:sp>
      <p:sp>
        <p:nvSpPr>
          <p:cNvPr id="9" name="">
            <a:extLst xmlns:a="http://schemas.openxmlformats.org/drawingml/2006/main">
              <a:ext uri="{FF2B5EF4-FFF2-40B4-BE49-F238E27FC236}">
                <a16:creationId xmlns:a16="http://schemas.microsoft.com/office/drawing/2014/main" id="{41EA4C07-4720-40AF-9EE9-4DF1C6EC8C19}"/>
              </a:ext>
            </a:extLst>
          </p:cNvPr>
          <p:cNvSpPr>
            <a:spLocks xmlns:a="http://schemas.openxmlformats.org/drawingml/2006/main" noGrp="1"/>
          </p:cNvSpPr>
          <p:nvPr/>
        </p:nvSpPr>
        <p:spPr>
          <a:xfrm xmlns:a="http://schemas.openxmlformats.org/drawingml/2006/main">
            <a:off x="704850" y="285750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007E78"/>
                </a:solidFill>
              </a:defRPr>
            </a:defPPr>
            <a:lvl1pPr>
              <a:defRPr sz="1575" b="1">
                <a:solidFill>
                  <a:srgbClr val="007E78"/>
                </a:solidFill>
              </a:defRPr>
            </a:lvl1pPr>
            <a:lvl2pPr>
              <a:defRPr sz="1575" b="1">
                <a:solidFill>
                  <a:srgbClr val="007E78"/>
                </a:solidFill>
              </a:defRPr>
            </a:lvl2pPr>
            <a:lvl3pPr>
              <a:defRPr sz="1575" b="1">
                <a:solidFill>
                  <a:srgbClr val="007E78"/>
                </a:solidFill>
              </a:defRPr>
            </a:lvl3pPr>
            <a:lvl4pPr>
              <a:defRPr sz="1575" b="1">
                <a:solidFill>
                  <a:srgbClr val="007E78"/>
                </a:solidFill>
              </a:defRPr>
            </a:lvl4pPr>
            <a:lvl5pPr>
              <a:defRPr sz="1575" b="1">
                <a:solidFill>
                  <a:srgbClr val="007E78"/>
                </a:solidFill>
              </a:defRPr>
            </a:lvl5pPr>
            <a:lvl6pPr>
              <a:defRPr sz="1575" b="1">
                <a:solidFill>
                  <a:srgbClr val="007E78"/>
                </a:solidFill>
              </a:defRPr>
            </a:lvl6pPr>
            <a:lvl7pPr>
              <a:defRPr sz="1575" b="1">
                <a:solidFill>
                  <a:srgbClr val="007E78"/>
                </a:solidFill>
              </a:defRPr>
            </a:lvl7pPr>
            <a:lvl8pPr>
              <a:defRPr sz="1575" b="1">
                <a:solidFill>
                  <a:srgbClr val="007E78"/>
                </a:solidFill>
              </a:defRPr>
            </a:lvl8pPr>
            <a:lvl9pPr>
              <a:defRPr sz="1575" b="1">
                <a:solidFill>
                  <a:srgbClr val="007E78"/>
                </a:solidFill>
              </a:defRPr>
            </a:lvl9pPr>
          </a:lstStyle>
          <a:p xmlns:a="http://schemas.openxmlformats.org/drawingml/2006/main">
            <a:pPr>
              <a:buNone/>
              <a:defRPr sz="1575" b="1">
                <a:solidFill>
                  <a:srgbClr val="007E78"/>
                </a:solidFill>
              </a:defRPr>
            </a:pPr>
            <a:r>
              <a:rPr sz="1575" b="1">
                <a:solidFill>
                  <a:srgbClr val="007E78"/>
                </a:solidFill>
              </a:rPr>
              <a:t>Table</a:t>
            </a:r>
          </a:p>
        </p:txBody>
      </p:sp>
      <p:sp>
        <p:nvSpPr>
          <p:cNvPr id="10" name="">
            <a:extLst xmlns:a="http://schemas.openxmlformats.org/drawingml/2006/main">
              <a:ext uri="{FF2B5EF4-FFF2-40B4-BE49-F238E27FC236}">
                <a16:creationId xmlns:a16="http://schemas.microsoft.com/office/drawing/2014/main" id="{9AC766F2-F187-48BD-9509-7E654179013C}"/>
              </a:ext>
            </a:extLst>
          </p:cNvPr>
          <p:cNvSpPr>
            <a:spLocks xmlns:a="http://schemas.openxmlformats.org/drawingml/2006/main" noGrp="1"/>
          </p:cNvSpPr>
          <p:nvPr/>
        </p:nvSpPr>
        <p:spPr>
          <a:xfrm xmlns:a="http://schemas.openxmlformats.org/drawingml/2006/main">
            <a:off x="3352800" y="2857500"/>
            <a:ext cx="7924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153047"/>
                </a:solidFill>
              </a:defRPr>
            </a:defPPr>
            <a:lvl1pPr>
              <a:defRPr sz="1575" b="0">
                <a:solidFill>
                  <a:srgbClr val="153047"/>
                </a:solidFill>
              </a:defRPr>
            </a:lvl1pPr>
            <a:lvl2pPr>
              <a:defRPr sz="1575" b="0">
                <a:solidFill>
                  <a:srgbClr val="153047"/>
                </a:solidFill>
              </a:defRPr>
            </a:lvl2pPr>
            <a:lvl3pPr>
              <a:defRPr sz="1575" b="0">
                <a:solidFill>
                  <a:srgbClr val="153047"/>
                </a:solidFill>
              </a:defRPr>
            </a:lvl3pPr>
            <a:lvl4pPr>
              <a:defRPr sz="1575" b="0">
                <a:solidFill>
                  <a:srgbClr val="153047"/>
                </a:solidFill>
              </a:defRPr>
            </a:lvl4pPr>
            <a:lvl5pPr>
              <a:defRPr sz="1575" b="0">
                <a:solidFill>
                  <a:srgbClr val="153047"/>
                </a:solidFill>
              </a:defRPr>
            </a:lvl5pPr>
            <a:lvl6pPr>
              <a:defRPr sz="1575" b="0">
                <a:solidFill>
                  <a:srgbClr val="153047"/>
                </a:solidFill>
              </a:defRPr>
            </a:lvl6pPr>
            <a:lvl7pPr>
              <a:defRPr sz="1575" b="0">
                <a:solidFill>
                  <a:srgbClr val="153047"/>
                </a:solidFill>
              </a:defRPr>
            </a:lvl7pPr>
            <a:lvl8pPr>
              <a:defRPr sz="1575" b="0">
                <a:solidFill>
                  <a:srgbClr val="153047"/>
                </a:solidFill>
              </a:defRPr>
            </a:lvl8pPr>
            <a:lvl9pPr>
              <a:defRPr sz="1575" b="0">
                <a:solidFill>
                  <a:srgbClr val="153047"/>
                </a:solidFill>
              </a:defRPr>
            </a:lvl9pPr>
          </a:lstStyle>
          <a:p xmlns:a="http://schemas.openxmlformats.org/drawingml/2006/main">
            <a:pPr>
              <a:buNone/>
              <a:defRPr sz="1575" b="0">
                <a:solidFill>
                  <a:srgbClr val="153047"/>
                </a:solidFill>
              </a:defRPr>
            </a:pPr>
            <a:r>
              <a:rPr sz="1575" b="0">
                <a:solidFill>
                  <a:srgbClr val="153047"/>
                </a:solidFill>
              </a:rPr>
              <a:t>The data tool reports dimensions, column types, null counts, and descriptive statistics.</a:t>
            </a:r>
          </a:p>
        </p:txBody>
      </p:sp>
      <p:sp>
        <p:nvSpPr>
          <p:cNvPr id="11" name="">
            <a:extLst xmlns:a="http://schemas.openxmlformats.org/drawingml/2006/main">
              <a:ext uri="{FF2B5EF4-FFF2-40B4-BE49-F238E27FC236}">
                <a16:creationId xmlns:a16="http://schemas.microsoft.com/office/drawing/2014/main" id="{31D8AAE3-F3F9-49FB-AFE2-2C392B0F94B0}"/>
              </a:ext>
            </a:extLst>
          </p:cNvPr>
          <p:cNvSpPr>
            <a:spLocks xmlns:a="http://schemas.openxmlformats.org/drawingml/2006/main" noGrp="1"/>
          </p:cNvSpPr>
          <p:nvPr/>
        </p:nvSpPr>
        <p:spPr>
          <a:xfrm xmlns:a="http://schemas.openxmlformats.org/drawingml/2006/main">
            <a:off x="704850" y="390525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007E78"/>
                </a:solidFill>
              </a:defRPr>
            </a:defPPr>
            <a:lvl1pPr>
              <a:defRPr sz="1575" b="1">
                <a:solidFill>
                  <a:srgbClr val="007E78"/>
                </a:solidFill>
              </a:defRPr>
            </a:lvl1pPr>
            <a:lvl2pPr>
              <a:defRPr sz="1575" b="1">
                <a:solidFill>
                  <a:srgbClr val="007E78"/>
                </a:solidFill>
              </a:defRPr>
            </a:lvl2pPr>
            <a:lvl3pPr>
              <a:defRPr sz="1575" b="1">
                <a:solidFill>
                  <a:srgbClr val="007E78"/>
                </a:solidFill>
              </a:defRPr>
            </a:lvl3pPr>
            <a:lvl4pPr>
              <a:defRPr sz="1575" b="1">
                <a:solidFill>
                  <a:srgbClr val="007E78"/>
                </a:solidFill>
              </a:defRPr>
            </a:lvl4pPr>
            <a:lvl5pPr>
              <a:defRPr sz="1575" b="1">
                <a:solidFill>
                  <a:srgbClr val="007E78"/>
                </a:solidFill>
              </a:defRPr>
            </a:lvl5pPr>
            <a:lvl6pPr>
              <a:defRPr sz="1575" b="1">
                <a:solidFill>
                  <a:srgbClr val="007E78"/>
                </a:solidFill>
              </a:defRPr>
            </a:lvl6pPr>
            <a:lvl7pPr>
              <a:defRPr sz="1575" b="1">
                <a:solidFill>
                  <a:srgbClr val="007E78"/>
                </a:solidFill>
              </a:defRPr>
            </a:lvl7pPr>
            <a:lvl8pPr>
              <a:defRPr sz="1575" b="1">
                <a:solidFill>
                  <a:srgbClr val="007E78"/>
                </a:solidFill>
              </a:defRPr>
            </a:lvl8pPr>
            <a:lvl9pPr>
              <a:defRPr sz="1575" b="1">
                <a:solidFill>
                  <a:srgbClr val="007E78"/>
                </a:solidFill>
              </a:defRPr>
            </a:lvl9pPr>
          </a:lstStyle>
          <a:p xmlns:a="http://schemas.openxmlformats.org/drawingml/2006/main">
            <a:pPr>
              <a:buNone/>
              <a:defRPr sz="1575" b="1">
                <a:solidFill>
                  <a:srgbClr val="007E78"/>
                </a:solidFill>
              </a:defRPr>
            </a:pPr>
            <a:r>
              <a:rPr sz="1575" b="1">
                <a:solidFill>
                  <a:srgbClr val="007E78"/>
                </a:solidFill>
              </a:rPr>
              <a:t>Crossref</a:t>
            </a:r>
          </a:p>
        </p:txBody>
      </p:sp>
      <p:sp>
        <p:nvSpPr>
          <p:cNvPr id="12" name="">
            <a:extLst xmlns:a="http://schemas.openxmlformats.org/drawingml/2006/main">
              <a:ext uri="{FF2B5EF4-FFF2-40B4-BE49-F238E27FC236}">
                <a16:creationId xmlns:a16="http://schemas.microsoft.com/office/drawing/2014/main" id="{E887F6A2-CFCA-4998-ACC0-3574E4D62952}"/>
              </a:ext>
            </a:extLst>
          </p:cNvPr>
          <p:cNvSpPr>
            <a:spLocks xmlns:a="http://schemas.openxmlformats.org/drawingml/2006/main" noGrp="1"/>
          </p:cNvSpPr>
          <p:nvPr/>
        </p:nvSpPr>
        <p:spPr>
          <a:xfrm xmlns:a="http://schemas.openxmlformats.org/drawingml/2006/main">
            <a:off x="3352800" y="3905250"/>
            <a:ext cx="7924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153047"/>
                </a:solidFill>
              </a:defRPr>
            </a:defPPr>
            <a:lvl1pPr>
              <a:defRPr sz="1575" b="0">
                <a:solidFill>
                  <a:srgbClr val="153047"/>
                </a:solidFill>
              </a:defRPr>
            </a:lvl1pPr>
            <a:lvl2pPr>
              <a:defRPr sz="1575" b="0">
                <a:solidFill>
                  <a:srgbClr val="153047"/>
                </a:solidFill>
              </a:defRPr>
            </a:lvl2pPr>
            <a:lvl3pPr>
              <a:defRPr sz="1575" b="0">
                <a:solidFill>
                  <a:srgbClr val="153047"/>
                </a:solidFill>
              </a:defRPr>
            </a:lvl3pPr>
            <a:lvl4pPr>
              <a:defRPr sz="1575" b="0">
                <a:solidFill>
                  <a:srgbClr val="153047"/>
                </a:solidFill>
              </a:defRPr>
            </a:lvl4pPr>
            <a:lvl5pPr>
              <a:defRPr sz="1575" b="0">
                <a:solidFill>
                  <a:srgbClr val="153047"/>
                </a:solidFill>
              </a:defRPr>
            </a:lvl5pPr>
            <a:lvl6pPr>
              <a:defRPr sz="1575" b="0">
                <a:solidFill>
                  <a:srgbClr val="153047"/>
                </a:solidFill>
              </a:defRPr>
            </a:lvl6pPr>
            <a:lvl7pPr>
              <a:defRPr sz="1575" b="0">
                <a:solidFill>
                  <a:srgbClr val="153047"/>
                </a:solidFill>
              </a:defRPr>
            </a:lvl7pPr>
            <a:lvl8pPr>
              <a:defRPr sz="1575" b="0">
                <a:solidFill>
                  <a:srgbClr val="153047"/>
                </a:solidFill>
              </a:defRPr>
            </a:lvl8pPr>
            <a:lvl9pPr>
              <a:defRPr sz="1575" b="0">
                <a:solidFill>
                  <a:srgbClr val="153047"/>
                </a:solidFill>
              </a:defRPr>
            </a:lvl9pPr>
          </a:lstStyle>
          <a:p xmlns:a="http://schemas.openxmlformats.org/drawingml/2006/main">
            <a:pPr>
              <a:buNone/>
              <a:defRPr sz="1575" b="0">
                <a:solidFill>
                  <a:srgbClr val="153047"/>
                </a:solidFill>
              </a:defRPr>
            </a:pPr>
            <a:r>
              <a:rPr sz="1575" b="0">
                <a:solidFill>
                  <a:srgbClr val="153047"/>
                </a:solidFill>
              </a:rPr>
              <a:t>The result contains metadata, not the article body or a verified summary of its findings.</a:t>
            </a:r>
          </a:p>
        </p:txBody>
      </p:sp>
      <p:sp>
        <p:nvSpPr>
          <p:cNvPr id="13" name="">
            <a:extLst xmlns:a="http://schemas.openxmlformats.org/drawingml/2006/main">
              <a:ext uri="{FF2B5EF4-FFF2-40B4-BE49-F238E27FC236}">
                <a16:creationId xmlns:a16="http://schemas.microsoft.com/office/drawing/2014/main" id="{433C0AE9-240C-4115-BD37-137628C11001}"/>
              </a:ext>
            </a:extLst>
          </p:cNvPr>
          <p:cNvSpPr>
            <a:spLocks xmlns:a="http://schemas.openxmlformats.org/drawingml/2006/main" noGrp="1"/>
          </p:cNvSpPr>
          <p:nvPr/>
        </p:nvSpPr>
        <p:spPr>
          <a:xfrm xmlns:a="http://schemas.openxmlformats.org/drawingml/2006/main">
            <a:off x="704850" y="495300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007E78"/>
                </a:solidFill>
              </a:defRPr>
            </a:defPPr>
            <a:lvl1pPr>
              <a:defRPr sz="1575" b="1">
                <a:solidFill>
                  <a:srgbClr val="007E78"/>
                </a:solidFill>
              </a:defRPr>
            </a:lvl1pPr>
            <a:lvl2pPr>
              <a:defRPr sz="1575" b="1">
                <a:solidFill>
                  <a:srgbClr val="007E78"/>
                </a:solidFill>
              </a:defRPr>
            </a:lvl2pPr>
            <a:lvl3pPr>
              <a:defRPr sz="1575" b="1">
                <a:solidFill>
                  <a:srgbClr val="007E78"/>
                </a:solidFill>
              </a:defRPr>
            </a:lvl3pPr>
            <a:lvl4pPr>
              <a:defRPr sz="1575" b="1">
                <a:solidFill>
                  <a:srgbClr val="007E78"/>
                </a:solidFill>
              </a:defRPr>
            </a:lvl4pPr>
            <a:lvl5pPr>
              <a:defRPr sz="1575" b="1">
                <a:solidFill>
                  <a:srgbClr val="007E78"/>
                </a:solidFill>
              </a:defRPr>
            </a:lvl5pPr>
            <a:lvl6pPr>
              <a:defRPr sz="1575" b="1">
                <a:solidFill>
                  <a:srgbClr val="007E78"/>
                </a:solidFill>
              </a:defRPr>
            </a:lvl6pPr>
            <a:lvl7pPr>
              <a:defRPr sz="1575" b="1">
                <a:solidFill>
                  <a:srgbClr val="007E78"/>
                </a:solidFill>
              </a:defRPr>
            </a:lvl7pPr>
            <a:lvl8pPr>
              <a:defRPr sz="1575" b="1">
                <a:solidFill>
                  <a:srgbClr val="007E78"/>
                </a:solidFill>
              </a:defRPr>
            </a:lvl8pPr>
            <a:lvl9pPr>
              <a:defRPr sz="1575" b="1">
                <a:solidFill>
                  <a:srgbClr val="007E78"/>
                </a:solidFill>
              </a:defRPr>
            </a:lvl9pPr>
          </a:lstStyle>
          <a:p xmlns:a="http://schemas.openxmlformats.org/drawingml/2006/main">
            <a:pPr>
              <a:buNone/>
              <a:defRPr sz="1575" b="1">
                <a:solidFill>
                  <a:srgbClr val="007E78"/>
                </a:solidFill>
              </a:defRPr>
            </a:pPr>
            <a:r>
              <a:rPr sz="1575" b="1">
                <a:solidFill>
                  <a:srgbClr val="007E78"/>
                </a:solidFill>
              </a:rPr>
              <a:t>Chart</a:t>
            </a:r>
          </a:p>
        </p:txBody>
      </p:sp>
      <p:sp>
        <p:nvSpPr>
          <p:cNvPr id="14" name="">
            <a:extLst xmlns:a="http://schemas.openxmlformats.org/drawingml/2006/main">
              <a:ext uri="{FF2B5EF4-FFF2-40B4-BE49-F238E27FC236}">
                <a16:creationId xmlns:a16="http://schemas.microsoft.com/office/drawing/2014/main" id="{5BAF7FEE-A9B6-4FA8-8F3C-700EFE64FBD8}"/>
              </a:ext>
            </a:extLst>
          </p:cNvPr>
          <p:cNvSpPr>
            <a:spLocks xmlns:a="http://schemas.openxmlformats.org/drawingml/2006/main" noGrp="1"/>
          </p:cNvSpPr>
          <p:nvPr/>
        </p:nvSpPr>
        <p:spPr>
          <a:xfrm xmlns:a="http://schemas.openxmlformats.org/drawingml/2006/main">
            <a:off x="3352800" y="4953000"/>
            <a:ext cx="7924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153047"/>
                </a:solidFill>
              </a:defRPr>
            </a:defPPr>
            <a:lvl1pPr>
              <a:defRPr sz="1575" b="0">
                <a:solidFill>
                  <a:srgbClr val="153047"/>
                </a:solidFill>
              </a:defRPr>
            </a:lvl1pPr>
            <a:lvl2pPr>
              <a:defRPr sz="1575" b="0">
                <a:solidFill>
                  <a:srgbClr val="153047"/>
                </a:solidFill>
              </a:defRPr>
            </a:lvl2pPr>
            <a:lvl3pPr>
              <a:defRPr sz="1575" b="0">
                <a:solidFill>
                  <a:srgbClr val="153047"/>
                </a:solidFill>
              </a:defRPr>
            </a:lvl3pPr>
            <a:lvl4pPr>
              <a:defRPr sz="1575" b="0">
                <a:solidFill>
                  <a:srgbClr val="153047"/>
                </a:solidFill>
              </a:defRPr>
            </a:lvl4pPr>
            <a:lvl5pPr>
              <a:defRPr sz="1575" b="0">
                <a:solidFill>
                  <a:srgbClr val="153047"/>
                </a:solidFill>
              </a:defRPr>
            </a:lvl5pPr>
            <a:lvl6pPr>
              <a:defRPr sz="1575" b="0">
                <a:solidFill>
                  <a:srgbClr val="153047"/>
                </a:solidFill>
              </a:defRPr>
            </a:lvl6pPr>
            <a:lvl7pPr>
              <a:defRPr sz="1575" b="0">
                <a:solidFill>
                  <a:srgbClr val="153047"/>
                </a:solidFill>
              </a:defRPr>
            </a:lvl7pPr>
            <a:lvl8pPr>
              <a:defRPr sz="1575" b="0">
                <a:solidFill>
                  <a:srgbClr val="153047"/>
                </a:solidFill>
              </a:defRPr>
            </a:lvl8pPr>
            <a:lvl9pPr>
              <a:defRPr sz="1575" b="0">
                <a:solidFill>
                  <a:srgbClr val="153047"/>
                </a:solidFill>
              </a:defRPr>
            </a:lvl9pPr>
          </a:lstStyle>
          <a:p xmlns:a="http://schemas.openxmlformats.org/drawingml/2006/main">
            <a:pPr>
              <a:buNone/>
              <a:defRPr sz="1575" b="0">
                <a:solidFill>
                  <a:srgbClr val="153047"/>
                </a:solidFill>
              </a:defRPr>
            </a:pPr>
            <a:r>
              <a:rPr sz="1575" b="0">
                <a:solidFill>
                  <a:srgbClr val="153047"/>
                </a:solidFill>
              </a:rPr>
              <a:t>The chart tool uses actual CSV or Excel values, chooses a suitable plot, and reports which columns and rows it used.</a:t>
            </a:r>
          </a:p>
        </p:txBody>
      </p:sp>
    </p:spTree>
    <p:extLst>
      <p:ext uri="{BB962C8B-B14F-4D97-AF65-F5344CB8AC3E}">
        <p14:creationId xmlns:p14="http://schemas.microsoft.com/office/powerpoint/2010/main" val="1394807758"/>
      </p:ext>
    </p:extLst>
  </p:cSld>
</p:sld>
</file>

<file path=ppt/slides/slide15.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99B2DF0-01B1-42CC-96A7-10E244722DF8}"/>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E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F3288FB-0723-4D2D-9F44-F466FEC4B7BD}"/>
              </a:ext>
            </a:extLst>
          </p:cNvPr>
          <p:cNvSpPr>
            <a:spLocks xmlns:a="http://schemas.openxmlformats.org/drawingml/2006/main" noGrp="1"/>
          </p:cNvSpPr>
          <p:nvPr/>
        </p:nvSpPr>
        <p:spPr>
          <a:xfrm xmlns:a="http://schemas.openxmlformats.org/drawingml/2006/main">
            <a:off x="609600" y="323850"/>
            <a:ext cx="1009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07E78"/>
                </a:solidFill>
              </a:defRPr>
            </a:defPPr>
            <a:lvl1pPr>
              <a:defRPr sz="1125" b="1">
                <a:solidFill>
                  <a:srgbClr val="007E78"/>
                </a:solidFill>
              </a:defRPr>
            </a:lvl1pPr>
            <a:lvl2pPr>
              <a:defRPr sz="1125" b="1">
                <a:solidFill>
                  <a:srgbClr val="007E78"/>
                </a:solidFill>
              </a:defRPr>
            </a:lvl2pPr>
            <a:lvl3pPr>
              <a:defRPr sz="1125" b="1">
                <a:solidFill>
                  <a:srgbClr val="007E78"/>
                </a:solidFill>
              </a:defRPr>
            </a:lvl3pPr>
            <a:lvl4pPr>
              <a:defRPr sz="1125" b="1">
                <a:solidFill>
                  <a:srgbClr val="007E78"/>
                </a:solidFill>
              </a:defRPr>
            </a:lvl4pPr>
            <a:lvl5pPr>
              <a:defRPr sz="1125" b="1">
                <a:solidFill>
                  <a:srgbClr val="007E78"/>
                </a:solidFill>
              </a:defRPr>
            </a:lvl5pPr>
            <a:lvl6pPr>
              <a:defRPr sz="1125" b="1">
                <a:solidFill>
                  <a:srgbClr val="007E78"/>
                </a:solidFill>
              </a:defRPr>
            </a:lvl6pPr>
            <a:lvl7pPr>
              <a:defRPr sz="1125" b="1">
                <a:solidFill>
                  <a:srgbClr val="007E78"/>
                </a:solidFill>
              </a:defRPr>
            </a:lvl7pPr>
            <a:lvl8pPr>
              <a:defRPr sz="1125" b="1">
                <a:solidFill>
                  <a:srgbClr val="007E78"/>
                </a:solidFill>
              </a:defRPr>
            </a:lvl8pPr>
            <a:lvl9pPr>
              <a:defRPr sz="1125" b="1">
                <a:solidFill>
                  <a:srgbClr val="007E78"/>
                </a:solidFill>
              </a:defRPr>
            </a:lvl9pPr>
          </a:lstStyle>
          <a:p xmlns:a="http://schemas.openxmlformats.org/drawingml/2006/main">
            <a:pPr>
              <a:buNone/>
              <a:defRPr sz="1125" b="1">
                <a:solidFill>
                  <a:srgbClr val="007E78"/>
                </a:solidFill>
              </a:defRPr>
            </a:pPr>
            <a:r>
              <a:rPr sz="1125" b="1">
                <a:solidFill>
                  <a:srgbClr val="007E78"/>
                </a:solidFill>
              </a:rPr>
              <a:t>14  BOUNDED EVIDENCE</a:t>
            </a:r>
          </a:p>
        </p:txBody>
      </p:sp>
      <p:sp>
        <p:nvSpPr>
          <p:cNvPr id="3" name="">
            <a:extLst xmlns:a="http://schemas.openxmlformats.org/drawingml/2006/main">
              <a:ext uri="{FF2B5EF4-FFF2-40B4-BE49-F238E27FC236}">
                <a16:creationId xmlns:a16="http://schemas.microsoft.com/office/drawing/2014/main" id="{31866F9C-71EE-4D27-8DF3-6FE2E414553C}"/>
              </a:ext>
            </a:extLst>
          </p:cNvPr>
          <p:cNvSpPr>
            <a:spLocks xmlns:a="http://schemas.openxmlformats.org/drawingml/2006/main" noGrp="1"/>
          </p:cNvSpPr>
          <p:nvPr/>
        </p:nvSpPr>
        <p:spPr>
          <a:xfrm xmlns:a="http://schemas.openxmlformats.org/drawingml/2006/main">
            <a:off x="609600" y="685800"/>
            <a:ext cx="10858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10243A"/>
                </a:solidFill>
              </a:defRPr>
            </a:defPPr>
            <a:lvl1pPr>
              <a:defRPr sz="2850" b="1">
                <a:solidFill>
                  <a:srgbClr val="10243A"/>
                </a:solidFill>
              </a:defRPr>
            </a:lvl1pPr>
            <a:lvl2pPr>
              <a:defRPr sz="2850" b="1">
                <a:solidFill>
                  <a:srgbClr val="10243A"/>
                </a:solidFill>
              </a:defRPr>
            </a:lvl2pPr>
            <a:lvl3pPr>
              <a:defRPr sz="2850" b="1">
                <a:solidFill>
                  <a:srgbClr val="10243A"/>
                </a:solidFill>
              </a:defRPr>
            </a:lvl3pPr>
            <a:lvl4pPr>
              <a:defRPr sz="2850" b="1">
                <a:solidFill>
                  <a:srgbClr val="10243A"/>
                </a:solidFill>
              </a:defRPr>
            </a:lvl4pPr>
            <a:lvl5pPr>
              <a:defRPr sz="2850" b="1">
                <a:solidFill>
                  <a:srgbClr val="10243A"/>
                </a:solidFill>
              </a:defRPr>
            </a:lvl5pPr>
            <a:lvl6pPr>
              <a:defRPr sz="2850" b="1">
                <a:solidFill>
                  <a:srgbClr val="10243A"/>
                </a:solidFill>
              </a:defRPr>
            </a:lvl6pPr>
            <a:lvl7pPr>
              <a:defRPr sz="2850" b="1">
                <a:solidFill>
                  <a:srgbClr val="10243A"/>
                </a:solidFill>
              </a:defRPr>
            </a:lvl7pPr>
            <a:lvl8pPr>
              <a:defRPr sz="2850" b="1">
                <a:solidFill>
                  <a:srgbClr val="10243A"/>
                </a:solidFill>
              </a:defRPr>
            </a:lvl8pPr>
            <a:lvl9pPr>
              <a:defRPr sz="2850" b="1">
                <a:solidFill>
                  <a:srgbClr val="10243A"/>
                </a:solidFill>
              </a:defRPr>
            </a:lvl9pPr>
          </a:lstStyle>
          <a:p xmlns:a="http://schemas.openxmlformats.org/drawingml/2006/main">
            <a:pPr>
              <a:buNone/>
              <a:defRPr sz="2850" b="1">
                <a:solidFill>
                  <a:srgbClr val="10243A"/>
                </a:solidFill>
              </a:defRPr>
            </a:pPr>
            <a:r>
              <a:rPr sz="2850" b="1">
                <a:solidFill>
                  <a:srgbClr val="10243A"/>
                </a:solidFill>
              </a:rPr>
              <a:t>Model input and output</a:t>
            </a:r>
          </a:p>
        </p:txBody>
      </p:sp>
      <p:sp>
        <p:nvSpPr>
          <p:cNvPr id="4" name="">
            <a:extLst xmlns:a="http://schemas.openxmlformats.org/drawingml/2006/main">
              <a:ext uri="{FF2B5EF4-FFF2-40B4-BE49-F238E27FC236}">
                <a16:creationId xmlns:a16="http://schemas.microsoft.com/office/drawing/2014/main" id="{ED053DA7-DA56-4B7A-B249-6EB9C69677EA}"/>
              </a:ext>
            </a:extLst>
          </p:cNvPr>
          <p:cNvSpPr>
            <a:spLocks xmlns:a="http://schemas.openxmlformats.org/drawingml/2006/main" noGrp="1"/>
          </p:cNvSpPr>
          <p:nvPr/>
        </p:nvSpPr>
        <p:spPr>
          <a:xfrm xmlns:a="http://schemas.openxmlformats.org/drawingml/2006/main">
            <a:off x="609600" y="6324600"/>
            <a:ext cx="10972800" cy="9525"/>
          </a:xfrm>
          <a:prstGeom xmlns:a="http://schemas.openxmlformats.org/drawingml/2006/main" prst="rect">
            <a:avLst/>
          </a:prstGeom>
          <a:solidFill xmlns:a="http://schemas.openxmlformats.org/drawingml/2006/main">
            <a:srgbClr val="D7E3E9"/>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FC80C80-E5C3-4E28-87D8-E8DABB5F1CC7}"/>
              </a:ext>
            </a:extLst>
          </p:cNvPr>
          <p:cNvSpPr>
            <a:spLocks xmlns:a="http://schemas.openxmlformats.org/drawingml/2006/main" noGrp="1"/>
          </p:cNvSpPr>
          <p:nvPr/>
        </p:nvSpPr>
        <p:spPr>
          <a:xfrm xmlns:a="http://schemas.openxmlformats.org/drawingml/2006/main">
            <a:off x="609600" y="6429375"/>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AgentFlow  |  Final Review</a:t>
            </a:r>
          </a:p>
        </p:txBody>
      </p:sp>
      <p:sp>
        <p:nvSpPr>
          <p:cNvPr id="6" name="">
            <a:extLst xmlns:a="http://schemas.openxmlformats.org/drawingml/2006/main">
              <a:ext uri="{FF2B5EF4-FFF2-40B4-BE49-F238E27FC236}">
                <a16:creationId xmlns:a16="http://schemas.microsoft.com/office/drawing/2014/main" id="{46288D21-3ACA-41E6-B03F-0F74476F9394}"/>
              </a:ext>
            </a:extLst>
          </p:cNvPr>
          <p:cNvSpPr>
            <a:spLocks xmlns:a="http://schemas.openxmlformats.org/drawingml/2006/main" noGrp="1"/>
          </p:cNvSpPr>
          <p:nvPr/>
        </p:nvSpPr>
        <p:spPr>
          <a:xfrm xmlns:a="http://schemas.openxmlformats.org/drawingml/2006/main">
            <a:off x="11029950" y="642937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15</a:t>
            </a:r>
          </a:p>
        </p:txBody>
      </p:sp>
      <p:sp>
        <p:nvSpPr>
          <p:cNvPr id="7" name="">
            <a:extLst xmlns:a="http://schemas.openxmlformats.org/drawingml/2006/main">
              <a:ext uri="{FF2B5EF4-FFF2-40B4-BE49-F238E27FC236}">
                <a16:creationId xmlns:a16="http://schemas.microsoft.com/office/drawing/2014/main" id="{53E10ECC-F91C-4AC1-BA3A-3C1AE3155899}"/>
              </a:ext>
            </a:extLst>
          </p:cNvPr>
          <p:cNvSpPr>
            <a:spLocks xmlns:a="http://schemas.openxmlformats.org/drawingml/2006/main" noGrp="1"/>
          </p:cNvSpPr>
          <p:nvPr/>
        </p:nvSpPr>
        <p:spPr>
          <a:xfrm xmlns:a="http://schemas.openxmlformats.org/drawingml/2006/main">
            <a:off x="704850" y="171450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007E78"/>
                </a:solidFill>
              </a:defRPr>
            </a:defPPr>
            <a:lvl1pPr>
              <a:defRPr sz="1500" b="1">
                <a:solidFill>
                  <a:srgbClr val="007E78"/>
                </a:solidFill>
              </a:defRPr>
            </a:lvl1pPr>
            <a:lvl2pPr>
              <a:defRPr sz="1500" b="1">
                <a:solidFill>
                  <a:srgbClr val="007E78"/>
                </a:solidFill>
              </a:defRPr>
            </a:lvl2pPr>
            <a:lvl3pPr>
              <a:defRPr sz="1500" b="1">
                <a:solidFill>
                  <a:srgbClr val="007E78"/>
                </a:solidFill>
              </a:defRPr>
            </a:lvl3pPr>
            <a:lvl4pPr>
              <a:defRPr sz="1500" b="1">
                <a:solidFill>
                  <a:srgbClr val="007E78"/>
                </a:solidFill>
              </a:defRPr>
            </a:lvl4pPr>
            <a:lvl5pPr>
              <a:defRPr sz="1500" b="1">
                <a:solidFill>
                  <a:srgbClr val="007E78"/>
                </a:solidFill>
              </a:defRPr>
            </a:lvl5pPr>
            <a:lvl6pPr>
              <a:defRPr sz="1500" b="1">
                <a:solidFill>
                  <a:srgbClr val="007E78"/>
                </a:solidFill>
              </a:defRPr>
            </a:lvl6pPr>
            <a:lvl7pPr>
              <a:defRPr sz="1500" b="1">
                <a:solidFill>
                  <a:srgbClr val="007E78"/>
                </a:solidFill>
              </a:defRPr>
            </a:lvl7pPr>
            <a:lvl8pPr>
              <a:defRPr sz="1500" b="1">
                <a:solidFill>
                  <a:srgbClr val="007E78"/>
                </a:solidFill>
              </a:defRPr>
            </a:lvl8pPr>
            <a:lvl9pPr>
              <a:defRPr sz="1500" b="1">
                <a:solidFill>
                  <a:srgbClr val="007E78"/>
                </a:solidFill>
              </a:defRPr>
            </a:lvl9pPr>
          </a:lstStyle>
          <a:p xmlns:a="http://schemas.openxmlformats.org/drawingml/2006/main">
            <a:pPr>
              <a:buNone/>
              <a:defRPr sz="1500" b="1">
                <a:solidFill>
                  <a:srgbClr val="007E78"/>
                </a:solidFill>
              </a:defRPr>
            </a:pPr>
            <a:r>
              <a:rPr sz="1500" b="1">
                <a:solidFill>
                  <a:srgbClr val="007E78"/>
                </a:solidFill>
              </a:rPr>
              <a:t>Planner input</a:t>
            </a:r>
          </a:p>
        </p:txBody>
      </p:sp>
      <p:sp>
        <p:nvSpPr>
          <p:cNvPr id="8" name="">
            <a:extLst xmlns:a="http://schemas.openxmlformats.org/drawingml/2006/main">
              <a:ext uri="{FF2B5EF4-FFF2-40B4-BE49-F238E27FC236}">
                <a16:creationId xmlns:a16="http://schemas.microsoft.com/office/drawing/2014/main" id="{D23E9C64-70E7-4BD1-B127-69B3BDAEE426}"/>
              </a:ext>
            </a:extLst>
          </p:cNvPr>
          <p:cNvSpPr>
            <a:spLocks xmlns:a="http://schemas.openxmlformats.org/drawingml/2006/main" noGrp="1"/>
          </p:cNvSpPr>
          <p:nvPr/>
        </p:nvSpPr>
        <p:spPr>
          <a:xfrm xmlns:a="http://schemas.openxmlformats.org/drawingml/2006/main">
            <a:off x="3352800" y="1714500"/>
            <a:ext cx="7924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153047"/>
                </a:solidFill>
              </a:defRPr>
            </a:defPPr>
            <a:lvl1pPr>
              <a:defRPr sz="1500" b="0">
                <a:solidFill>
                  <a:srgbClr val="153047"/>
                </a:solidFill>
              </a:defRPr>
            </a:lvl1pPr>
            <a:lvl2pPr>
              <a:defRPr sz="1500" b="0">
                <a:solidFill>
                  <a:srgbClr val="153047"/>
                </a:solidFill>
              </a:defRPr>
            </a:lvl2pPr>
            <a:lvl3pPr>
              <a:defRPr sz="1500" b="0">
                <a:solidFill>
                  <a:srgbClr val="153047"/>
                </a:solidFill>
              </a:defRPr>
            </a:lvl3pPr>
            <a:lvl4pPr>
              <a:defRPr sz="1500" b="0">
                <a:solidFill>
                  <a:srgbClr val="153047"/>
                </a:solidFill>
              </a:defRPr>
            </a:lvl4pPr>
            <a:lvl5pPr>
              <a:defRPr sz="1500" b="0">
                <a:solidFill>
                  <a:srgbClr val="153047"/>
                </a:solidFill>
              </a:defRPr>
            </a:lvl5pPr>
            <a:lvl6pPr>
              <a:defRPr sz="1500" b="0">
                <a:solidFill>
                  <a:srgbClr val="153047"/>
                </a:solidFill>
              </a:defRPr>
            </a:lvl6pPr>
            <a:lvl7pPr>
              <a:defRPr sz="1500" b="0">
                <a:solidFill>
                  <a:srgbClr val="153047"/>
                </a:solidFill>
              </a:defRPr>
            </a:lvl7pPr>
            <a:lvl8pPr>
              <a:defRPr sz="1500" b="0">
                <a:solidFill>
                  <a:srgbClr val="153047"/>
                </a:solidFill>
              </a:defRPr>
            </a:lvl8pPr>
            <a:lvl9pPr>
              <a:defRPr sz="1500" b="0">
                <a:solidFill>
                  <a:srgbClr val="153047"/>
                </a:solidFill>
              </a:defRPr>
            </a:lvl9pPr>
          </a:lstStyle>
          <a:p xmlns:a="http://schemas.openxmlformats.org/drawingml/2006/main">
            <a:pPr>
              <a:buNone/>
              <a:defRPr sz="1500" b="0">
                <a:solidFill>
                  <a:srgbClr val="153047"/>
                </a:solidFill>
              </a:defRPr>
            </a:pPr>
            <a:r>
              <a:rPr sz="1500" b="0">
                <a:solidFill>
                  <a:srgbClr val="153047"/>
                </a:solidFill>
              </a:rPr>
              <a:t>Objective, uploaded-file metadata, and whether scholarly search is allowed.</a:t>
            </a:r>
          </a:p>
        </p:txBody>
      </p:sp>
      <p:sp>
        <p:nvSpPr>
          <p:cNvPr id="9" name="">
            <a:extLst xmlns:a="http://schemas.openxmlformats.org/drawingml/2006/main">
              <a:ext uri="{FF2B5EF4-FFF2-40B4-BE49-F238E27FC236}">
                <a16:creationId xmlns:a16="http://schemas.microsoft.com/office/drawing/2014/main" id="{A49D849C-F01B-47DF-BA75-4401EAB127A8}"/>
              </a:ext>
            </a:extLst>
          </p:cNvPr>
          <p:cNvSpPr>
            <a:spLocks xmlns:a="http://schemas.openxmlformats.org/drawingml/2006/main" noGrp="1"/>
          </p:cNvSpPr>
          <p:nvPr/>
        </p:nvSpPr>
        <p:spPr>
          <a:xfrm xmlns:a="http://schemas.openxmlformats.org/drawingml/2006/main">
            <a:off x="704850" y="255270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007E78"/>
                </a:solidFill>
              </a:defRPr>
            </a:defPPr>
            <a:lvl1pPr>
              <a:defRPr sz="1500" b="1">
                <a:solidFill>
                  <a:srgbClr val="007E78"/>
                </a:solidFill>
              </a:defRPr>
            </a:lvl1pPr>
            <a:lvl2pPr>
              <a:defRPr sz="1500" b="1">
                <a:solidFill>
                  <a:srgbClr val="007E78"/>
                </a:solidFill>
              </a:defRPr>
            </a:lvl2pPr>
            <a:lvl3pPr>
              <a:defRPr sz="1500" b="1">
                <a:solidFill>
                  <a:srgbClr val="007E78"/>
                </a:solidFill>
              </a:defRPr>
            </a:lvl3pPr>
            <a:lvl4pPr>
              <a:defRPr sz="1500" b="1">
                <a:solidFill>
                  <a:srgbClr val="007E78"/>
                </a:solidFill>
              </a:defRPr>
            </a:lvl4pPr>
            <a:lvl5pPr>
              <a:defRPr sz="1500" b="1">
                <a:solidFill>
                  <a:srgbClr val="007E78"/>
                </a:solidFill>
              </a:defRPr>
            </a:lvl5pPr>
            <a:lvl6pPr>
              <a:defRPr sz="1500" b="1">
                <a:solidFill>
                  <a:srgbClr val="007E78"/>
                </a:solidFill>
              </a:defRPr>
            </a:lvl6pPr>
            <a:lvl7pPr>
              <a:defRPr sz="1500" b="1">
                <a:solidFill>
                  <a:srgbClr val="007E78"/>
                </a:solidFill>
              </a:defRPr>
            </a:lvl7pPr>
            <a:lvl8pPr>
              <a:defRPr sz="1500" b="1">
                <a:solidFill>
                  <a:srgbClr val="007E78"/>
                </a:solidFill>
              </a:defRPr>
            </a:lvl8pPr>
            <a:lvl9pPr>
              <a:defRPr sz="1500" b="1">
                <a:solidFill>
                  <a:srgbClr val="007E78"/>
                </a:solidFill>
              </a:defRPr>
            </a:lvl9pPr>
          </a:lstStyle>
          <a:p xmlns:a="http://schemas.openxmlformats.org/drawingml/2006/main">
            <a:pPr>
              <a:buNone/>
              <a:defRPr sz="1500" b="1">
                <a:solidFill>
                  <a:srgbClr val="007E78"/>
                </a:solidFill>
              </a:defRPr>
            </a:pPr>
            <a:r>
              <a:rPr sz="1500" b="1">
                <a:solidFill>
                  <a:srgbClr val="007E78"/>
                </a:solidFill>
              </a:rPr>
              <a:t>Comparator input</a:t>
            </a:r>
          </a:p>
        </p:txBody>
      </p:sp>
      <p:sp>
        <p:nvSpPr>
          <p:cNvPr id="10" name="">
            <a:extLst xmlns:a="http://schemas.openxmlformats.org/drawingml/2006/main">
              <a:ext uri="{FF2B5EF4-FFF2-40B4-BE49-F238E27FC236}">
                <a16:creationId xmlns:a16="http://schemas.microsoft.com/office/drawing/2014/main" id="{DF177CE5-252E-4FC6-A126-1EE67A8AE031}"/>
              </a:ext>
            </a:extLst>
          </p:cNvPr>
          <p:cNvSpPr>
            <a:spLocks xmlns:a="http://schemas.openxmlformats.org/drawingml/2006/main" noGrp="1"/>
          </p:cNvSpPr>
          <p:nvPr/>
        </p:nvSpPr>
        <p:spPr>
          <a:xfrm xmlns:a="http://schemas.openxmlformats.org/drawingml/2006/main">
            <a:off x="3352800" y="2552700"/>
            <a:ext cx="7924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153047"/>
                </a:solidFill>
              </a:defRPr>
            </a:defPPr>
            <a:lvl1pPr>
              <a:defRPr sz="1500" b="0">
                <a:solidFill>
                  <a:srgbClr val="153047"/>
                </a:solidFill>
              </a:defRPr>
            </a:lvl1pPr>
            <a:lvl2pPr>
              <a:defRPr sz="1500" b="0">
                <a:solidFill>
                  <a:srgbClr val="153047"/>
                </a:solidFill>
              </a:defRPr>
            </a:lvl2pPr>
            <a:lvl3pPr>
              <a:defRPr sz="1500" b="0">
                <a:solidFill>
                  <a:srgbClr val="153047"/>
                </a:solidFill>
              </a:defRPr>
            </a:lvl3pPr>
            <a:lvl4pPr>
              <a:defRPr sz="1500" b="0">
                <a:solidFill>
                  <a:srgbClr val="153047"/>
                </a:solidFill>
              </a:defRPr>
            </a:lvl4pPr>
            <a:lvl5pPr>
              <a:defRPr sz="1500" b="0">
                <a:solidFill>
                  <a:srgbClr val="153047"/>
                </a:solidFill>
              </a:defRPr>
            </a:lvl5pPr>
            <a:lvl6pPr>
              <a:defRPr sz="1500" b="0">
                <a:solidFill>
                  <a:srgbClr val="153047"/>
                </a:solidFill>
              </a:defRPr>
            </a:lvl6pPr>
            <a:lvl7pPr>
              <a:defRPr sz="1500" b="0">
                <a:solidFill>
                  <a:srgbClr val="153047"/>
                </a:solidFill>
              </a:defRPr>
            </a:lvl7pPr>
            <a:lvl8pPr>
              <a:defRPr sz="1500" b="0">
                <a:solidFill>
                  <a:srgbClr val="153047"/>
                </a:solidFill>
              </a:defRPr>
            </a:lvl8pPr>
            <a:lvl9pPr>
              <a:defRPr sz="1500" b="0">
                <a:solidFill>
                  <a:srgbClr val="153047"/>
                </a:solidFill>
              </a:defRPr>
            </a:lvl9pPr>
          </a:lstStyle>
          <a:p xmlns:a="http://schemas.openxmlformats.org/drawingml/2006/main">
            <a:pPr>
              <a:buNone/>
              <a:defRPr sz="1500" b="0">
                <a:solidFill>
                  <a:srgbClr val="153047"/>
                </a:solidFill>
              </a:defRPr>
            </a:pPr>
            <a:r>
              <a:rPr sz="1500" b="0">
                <a:solidFill>
                  <a:srgbClr val="153047"/>
                </a:solidFill>
              </a:rPr>
              <a:t>Bounded, page-indexed excerpts from its directly linked document-read tasks.</a:t>
            </a:r>
          </a:p>
        </p:txBody>
      </p:sp>
      <p:sp>
        <p:nvSpPr>
          <p:cNvPr id="11" name="">
            <a:extLst xmlns:a="http://schemas.openxmlformats.org/drawingml/2006/main">
              <a:ext uri="{FF2B5EF4-FFF2-40B4-BE49-F238E27FC236}">
                <a16:creationId xmlns:a16="http://schemas.microsoft.com/office/drawing/2014/main" id="{D2E2BD2D-C6BB-4AC4-AF2E-F5DCE5CA4E74}"/>
              </a:ext>
            </a:extLst>
          </p:cNvPr>
          <p:cNvSpPr>
            <a:spLocks xmlns:a="http://schemas.openxmlformats.org/drawingml/2006/main" noGrp="1"/>
          </p:cNvSpPr>
          <p:nvPr/>
        </p:nvSpPr>
        <p:spPr>
          <a:xfrm xmlns:a="http://schemas.openxmlformats.org/drawingml/2006/main">
            <a:off x="704850" y="339090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007E78"/>
                </a:solidFill>
              </a:defRPr>
            </a:defPPr>
            <a:lvl1pPr>
              <a:defRPr sz="1500" b="1">
                <a:solidFill>
                  <a:srgbClr val="007E78"/>
                </a:solidFill>
              </a:defRPr>
            </a:lvl1pPr>
            <a:lvl2pPr>
              <a:defRPr sz="1500" b="1">
                <a:solidFill>
                  <a:srgbClr val="007E78"/>
                </a:solidFill>
              </a:defRPr>
            </a:lvl2pPr>
            <a:lvl3pPr>
              <a:defRPr sz="1500" b="1">
                <a:solidFill>
                  <a:srgbClr val="007E78"/>
                </a:solidFill>
              </a:defRPr>
            </a:lvl3pPr>
            <a:lvl4pPr>
              <a:defRPr sz="1500" b="1">
                <a:solidFill>
                  <a:srgbClr val="007E78"/>
                </a:solidFill>
              </a:defRPr>
            </a:lvl4pPr>
            <a:lvl5pPr>
              <a:defRPr sz="1500" b="1">
                <a:solidFill>
                  <a:srgbClr val="007E78"/>
                </a:solidFill>
              </a:defRPr>
            </a:lvl5pPr>
            <a:lvl6pPr>
              <a:defRPr sz="1500" b="1">
                <a:solidFill>
                  <a:srgbClr val="007E78"/>
                </a:solidFill>
              </a:defRPr>
            </a:lvl6pPr>
            <a:lvl7pPr>
              <a:defRPr sz="1500" b="1">
                <a:solidFill>
                  <a:srgbClr val="007E78"/>
                </a:solidFill>
              </a:defRPr>
            </a:lvl7pPr>
            <a:lvl8pPr>
              <a:defRPr sz="1500" b="1">
                <a:solidFill>
                  <a:srgbClr val="007E78"/>
                </a:solidFill>
              </a:defRPr>
            </a:lvl8pPr>
            <a:lvl9pPr>
              <a:defRPr sz="1500" b="1">
                <a:solidFill>
                  <a:srgbClr val="007E78"/>
                </a:solidFill>
              </a:defRPr>
            </a:lvl9pPr>
          </a:lstStyle>
          <a:p xmlns:a="http://schemas.openxmlformats.org/drawingml/2006/main">
            <a:pPr>
              <a:buNone/>
              <a:defRPr sz="1500" b="1">
                <a:solidFill>
                  <a:srgbClr val="007E78"/>
                </a:solidFill>
              </a:defRPr>
            </a:pPr>
            <a:r>
              <a:rPr sz="1500" b="1">
                <a:solidFill>
                  <a:srgbClr val="007E78"/>
                </a:solidFill>
              </a:rPr>
              <a:t>Writer input</a:t>
            </a:r>
          </a:p>
        </p:txBody>
      </p:sp>
      <p:sp>
        <p:nvSpPr>
          <p:cNvPr id="12" name="">
            <a:extLst xmlns:a="http://schemas.openxmlformats.org/drawingml/2006/main">
              <a:ext uri="{FF2B5EF4-FFF2-40B4-BE49-F238E27FC236}">
                <a16:creationId xmlns:a16="http://schemas.microsoft.com/office/drawing/2014/main" id="{397DB861-46EF-4CDB-9A39-C3BF55341C75}"/>
              </a:ext>
            </a:extLst>
          </p:cNvPr>
          <p:cNvSpPr>
            <a:spLocks xmlns:a="http://schemas.openxmlformats.org/drawingml/2006/main" noGrp="1"/>
          </p:cNvSpPr>
          <p:nvPr/>
        </p:nvSpPr>
        <p:spPr>
          <a:xfrm xmlns:a="http://schemas.openxmlformats.org/drawingml/2006/main">
            <a:off x="3352800" y="3390900"/>
            <a:ext cx="7924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153047"/>
                </a:solidFill>
              </a:defRPr>
            </a:defPPr>
            <a:lvl1pPr>
              <a:defRPr sz="1500" b="0">
                <a:solidFill>
                  <a:srgbClr val="153047"/>
                </a:solidFill>
              </a:defRPr>
            </a:lvl1pPr>
            <a:lvl2pPr>
              <a:defRPr sz="1500" b="0">
                <a:solidFill>
                  <a:srgbClr val="153047"/>
                </a:solidFill>
              </a:defRPr>
            </a:lvl2pPr>
            <a:lvl3pPr>
              <a:defRPr sz="1500" b="0">
                <a:solidFill>
                  <a:srgbClr val="153047"/>
                </a:solidFill>
              </a:defRPr>
            </a:lvl3pPr>
            <a:lvl4pPr>
              <a:defRPr sz="1500" b="0">
                <a:solidFill>
                  <a:srgbClr val="153047"/>
                </a:solidFill>
              </a:defRPr>
            </a:lvl4pPr>
            <a:lvl5pPr>
              <a:defRPr sz="1500" b="0">
                <a:solidFill>
                  <a:srgbClr val="153047"/>
                </a:solidFill>
              </a:defRPr>
            </a:lvl5pPr>
            <a:lvl6pPr>
              <a:defRPr sz="1500" b="0">
                <a:solidFill>
                  <a:srgbClr val="153047"/>
                </a:solidFill>
              </a:defRPr>
            </a:lvl6pPr>
            <a:lvl7pPr>
              <a:defRPr sz="1500" b="0">
                <a:solidFill>
                  <a:srgbClr val="153047"/>
                </a:solidFill>
              </a:defRPr>
            </a:lvl7pPr>
            <a:lvl8pPr>
              <a:defRPr sz="1500" b="0">
                <a:solidFill>
                  <a:srgbClr val="153047"/>
                </a:solidFill>
              </a:defRPr>
            </a:lvl8pPr>
            <a:lvl9pPr>
              <a:defRPr sz="1500" b="0">
                <a:solidFill>
                  <a:srgbClr val="153047"/>
                </a:solidFill>
              </a:defRPr>
            </a:lvl9pPr>
          </a:lstStyle>
          <a:p xmlns:a="http://schemas.openxmlformats.org/drawingml/2006/main">
            <a:pPr>
              <a:buNone/>
              <a:defRPr sz="1500" b="0">
                <a:solidFill>
                  <a:srgbClr val="153047"/>
                </a:solidFill>
              </a:defRPr>
            </a:pPr>
            <a:r>
              <a:rPr sz="1500" b="0">
                <a:solidFill>
                  <a:srgbClr val="153047"/>
                </a:solidFill>
              </a:rPr>
              <a:t>All completed reads, search metadata when enabled, comparison, and chart output.</a:t>
            </a:r>
          </a:p>
        </p:txBody>
      </p:sp>
      <p:sp>
        <p:nvSpPr>
          <p:cNvPr id="13" name="">
            <a:extLst xmlns:a="http://schemas.openxmlformats.org/drawingml/2006/main">
              <a:ext uri="{FF2B5EF4-FFF2-40B4-BE49-F238E27FC236}">
                <a16:creationId xmlns:a16="http://schemas.microsoft.com/office/drawing/2014/main" id="{E6210A14-E9B2-4B7D-AE4C-4AE15DE2E78C}"/>
              </a:ext>
            </a:extLst>
          </p:cNvPr>
          <p:cNvSpPr>
            <a:spLocks xmlns:a="http://schemas.openxmlformats.org/drawingml/2006/main" noGrp="1"/>
          </p:cNvSpPr>
          <p:nvPr/>
        </p:nvSpPr>
        <p:spPr>
          <a:xfrm xmlns:a="http://schemas.openxmlformats.org/drawingml/2006/main">
            <a:off x="704850" y="422910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007E78"/>
                </a:solidFill>
              </a:defRPr>
            </a:defPPr>
            <a:lvl1pPr>
              <a:defRPr sz="1500" b="1">
                <a:solidFill>
                  <a:srgbClr val="007E78"/>
                </a:solidFill>
              </a:defRPr>
            </a:lvl1pPr>
            <a:lvl2pPr>
              <a:defRPr sz="1500" b="1">
                <a:solidFill>
                  <a:srgbClr val="007E78"/>
                </a:solidFill>
              </a:defRPr>
            </a:lvl2pPr>
            <a:lvl3pPr>
              <a:defRPr sz="1500" b="1">
                <a:solidFill>
                  <a:srgbClr val="007E78"/>
                </a:solidFill>
              </a:defRPr>
            </a:lvl3pPr>
            <a:lvl4pPr>
              <a:defRPr sz="1500" b="1">
                <a:solidFill>
                  <a:srgbClr val="007E78"/>
                </a:solidFill>
              </a:defRPr>
            </a:lvl4pPr>
            <a:lvl5pPr>
              <a:defRPr sz="1500" b="1">
                <a:solidFill>
                  <a:srgbClr val="007E78"/>
                </a:solidFill>
              </a:defRPr>
            </a:lvl5pPr>
            <a:lvl6pPr>
              <a:defRPr sz="1500" b="1">
                <a:solidFill>
                  <a:srgbClr val="007E78"/>
                </a:solidFill>
              </a:defRPr>
            </a:lvl6pPr>
            <a:lvl7pPr>
              <a:defRPr sz="1500" b="1">
                <a:solidFill>
                  <a:srgbClr val="007E78"/>
                </a:solidFill>
              </a:defRPr>
            </a:lvl7pPr>
            <a:lvl8pPr>
              <a:defRPr sz="1500" b="1">
                <a:solidFill>
                  <a:srgbClr val="007E78"/>
                </a:solidFill>
              </a:defRPr>
            </a:lvl8pPr>
            <a:lvl9pPr>
              <a:defRPr sz="1500" b="1">
                <a:solidFill>
                  <a:srgbClr val="007E78"/>
                </a:solidFill>
              </a:defRPr>
            </a:lvl9pPr>
          </a:lstStyle>
          <a:p xmlns:a="http://schemas.openxmlformats.org/drawingml/2006/main">
            <a:pPr>
              <a:buNone/>
              <a:defRPr sz="1500" b="1">
                <a:solidFill>
                  <a:srgbClr val="007E78"/>
                </a:solidFill>
              </a:defRPr>
            </a:pPr>
            <a:r>
              <a:rPr sz="1500" b="1">
                <a:solidFill>
                  <a:srgbClr val="007E78"/>
                </a:solidFill>
              </a:rPr>
              <a:t>Reviewer input</a:t>
            </a:r>
          </a:p>
        </p:txBody>
      </p:sp>
      <p:sp>
        <p:nvSpPr>
          <p:cNvPr id="14" name="">
            <a:extLst xmlns:a="http://schemas.openxmlformats.org/drawingml/2006/main">
              <a:ext uri="{FF2B5EF4-FFF2-40B4-BE49-F238E27FC236}">
                <a16:creationId xmlns:a16="http://schemas.microsoft.com/office/drawing/2014/main" id="{F105AC6C-68A2-490F-B26E-C9D8ED453D1A}"/>
              </a:ext>
            </a:extLst>
          </p:cNvPr>
          <p:cNvSpPr>
            <a:spLocks xmlns:a="http://schemas.openxmlformats.org/drawingml/2006/main" noGrp="1"/>
          </p:cNvSpPr>
          <p:nvPr/>
        </p:nvSpPr>
        <p:spPr>
          <a:xfrm xmlns:a="http://schemas.openxmlformats.org/drawingml/2006/main">
            <a:off x="3352800" y="4229100"/>
            <a:ext cx="7924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153047"/>
                </a:solidFill>
              </a:defRPr>
            </a:defPPr>
            <a:lvl1pPr>
              <a:defRPr sz="1500" b="0">
                <a:solidFill>
                  <a:srgbClr val="153047"/>
                </a:solidFill>
              </a:defRPr>
            </a:lvl1pPr>
            <a:lvl2pPr>
              <a:defRPr sz="1500" b="0">
                <a:solidFill>
                  <a:srgbClr val="153047"/>
                </a:solidFill>
              </a:defRPr>
            </a:lvl2pPr>
            <a:lvl3pPr>
              <a:defRPr sz="1500" b="0">
                <a:solidFill>
                  <a:srgbClr val="153047"/>
                </a:solidFill>
              </a:defRPr>
            </a:lvl3pPr>
            <a:lvl4pPr>
              <a:defRPr sz="1500" b="0">
                <a:solidFill>
                  <a:srgbClr val="153047"/>
                </a:solidFill>
              </a:defRPr>
            </a:lvl4pPr>
            <a:lvl5pPr>
              <a:defRPr sz="1500" b="0">
                <a:solidFill>
                  <a:srgbClr val="153047"/>
                </a:solidFill>
              </a:defRPr>
            </a:lvl5pPr>
            <a:lvl6pPr>
              <a:defRPr sz="1500" b="0">
                <a:solidFill>
                  <a:srgbClr val="153047"/>
                </a:solidFill>
              </a:defRPr>
            </a:lvl6pPr>
            <a:lvl7pPr>
              <a:defRPr sz="1500" b="0">
                <a:solidFill>
                  <a:srgbClr val="153047"/>
                </a:solidFill>
              </a:defRPr>
            </a:lvl7pPr>
            <a:lvl8pPr>
              <a:defRPr sz="1500" b="0">
                <a:solidFill>
                  <a:srgbClr val="153047"/>
                </a:solidFill>
              </a:defRPr>
            </a:lvl8pPr>
            <a:lvl9pPr>
              <a:defRPr sz="1500" b="0">
                <a:solidFill>
                  <a:srgbClr val="153047"/>
                </a:solidFill>
              </a:defRPr>
            </a:lvl9pPr>
          </a:lstStyle>
          <a:p xmlns:a="http://schemas.openxmlformats.org/drawingml/2006/main">
            <a:pPr>
              <a:buNone/>
              <a:defRPr sz="1500" b="0">
                <a:solidFill>
                  <a:srgbClr val="153047"/>
                </a:solidFill>
              </a:defRPr>
            </a:pPr>
            <a:r>
              <a:rPr sz="1500" b="0">
                <a:solidFill>
                  <a:srgbClr val="153047"/>
                </a:solidFill>
              </a:rPr>
              <a:t>The draft plus a separate bounded selection of upstream evidence.</a:t>
            </a:r>
          </a:p>
        </p:txBody>
      </p:sp>
      <p:sp>
        <p:nvSpPr>
          <p:cNvPr id="15" name="">
            <a:extLst xmlns:a="http://schemas.openxmlformats.org/drawingml/2006/main">
              <a:ext uri="{FF2B5EF4-FFF2-40B4-BE49-F238E27FC236}">
                <a16:creationId xmlns:a16="http://schemas.microsoft.com/office/drawing/2014/main" id="{4A78EB51-3F7D-411D-ADB3-7D72B8A81EEB}"/>
              </a:ext>
            </a:extLst>
          </p:cNvPr>
          <p:cNvSpPr>
            <a:spLocks xmlns:a="http://schemas.openxmlformats.org/drawingml/2006/main" noGrp="1"/>
          </p:cNvSpPr>
          <p:nvPr/>
        </p:nvSpPr>
        <p:spPr>
          <a:xfrm xmlns:a="http://schemas.openxmlformats.org/drawingml/2006/main">
            <a:off x="704850" y="506730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007E78"/>
                </a:solidFill>
              </a:defRPr>
            </a:defPPr>
            <a:lvl1pPr>
              <a:defRPr sz="1500" b="1">
                <a:solidFill>
                  <a:srgbClr val="007E78"/>
                </a:solidFill>
              </a:defRPr>
            </a:lvl1pPr>
            <a:lvl2pPr>
              <a:defRPr sz="1500" b="1">
                <a:solidFill>
                  <a:srgbClr val="007E78"/>
                </a:solidFill>
              </a:defRPr>
            </a:lvl2pPr>
            <a:lvl3pPr>
              <a:defRPr sz="1500" b="1">
                <a:solidFill>
                  <a:srgbClr val="007E78"/>
                </a:solidFill>
              </a:defRPr>
            </a:lvl3pPr>
            <a:lvl4pPr>
              <a:defRPr sz="1500" b="1">
                <a:solidFill>
                  <a:srgbClr val="007E78"/>
                </a:solidFill>
              </a:defRPr>
            </a:lvl4pPr>
            <a:lvl5pPr>
              <a:defRPr sz="1500" b="1">
                <a:solidFill>
                  <a:srgbClr val="007E78"/>
                </a:solidFill>
              </a:defRPr>
            </a:lvl5pPr>
            <a:lvl6pPr>
              <a:defRPr sz="1500" b="1">
                <a:solidFill>
                  <a:srgbClr val="007E78"/>
                </a:solidFill>
              </a:defRPr>
            </a:lvl6pPr>
            <a:lvl7pPr>
              <a:defRPr sz="1500" b="1">
                <a:solidFill>
                  <a:srgbClr val="007E78"/>
                </a:solidFill>
              </a:defRPr>
            </a:lvl7pPr>
            <a:lvl8pPr>
              <a:defRPr sz="1500" b="1">
                <a:solidFill>
                  <a:srgbClr val="007E78"/>
                </a:solidFill>
              </a:defRPr>
            </a:lvl8pPr>
            <a:lvl9pPr>
              <a:defRPr sz="1500" b="1">
                <a:solidFill>
                  <a:srgbClr val="007E78"/>
                </a:solidFill>
              </a:defRPr>
            </a:lvl9pPr>
          </a:lstStyle>
          <a:p xmlns:a="http://schemas.openxmlformats.org/drawingml/2006/main">
            <a:pPr>
              <a:buNone/>
              <a:defRPr sz="1500" b="1">
                <a:solidFill>
                  <a:srgbClr val="007E78"/>
                </a:solidFill>
              </a:defRPr>
            </a:pPr>
            <a:r>
              <a:rPr sz="1500" b="1">
                <a:solidFill>
                  <a:srgbClr val="007E78"/>
                </a:solidFill>
              </a:rPr>
              <a:t>Implication</a:t>
            </a:r>
          </a:p>
        </p:txBody>
      </p:sp>
      <p:sp>
        <p:nvSpPr>
          <p:cNvPr id="16" name="">
            <a:extLst xmlns:a="http://schemas.openxmlformats.org/drawingml/2006/main">
              <a:ext uri="{FF2B5EF4-FFF2-40B4-BE49-F238E27FC236}">
                <a16:creationId xmlns:a16="http://schemas.microsoft.com/office/drawing/2014/main" id="{DF63BF46-41BD-4211-9904-7038391E31CB}"/>
              </a:ext>
            </a:extLst>
          </p:cNvPr>
          <p:cNvSpPr>
            <a:spLocks xmlns:a="http://schemas.openxmlformats.org/drawingml/2006/main" noGrp="1"/>
          </p:cNvSpPr>
          <p:nvPr/>
        </p:nvSpPr>
        <p:spPr>
          <a:xfrm xmlns:a="http://schemas.openxmlformats.org/drawingml/2006/main">
            <a:off x="3352800" y="5067300"/>
            <a:ext cx="7924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153047"/>
                </a:solidFill>
              </a:defRPr>
            </a:defPPr>
            <a:lvl1pPr>
              <a:defRPr sz="1500" b="0">
                <a:solidFill>
                  <a:srgbClr val="153047"/>
                </a:solidFill>
              </a:defRPr>
            </a:lvl1pPr>
            <a:lvl2pPr>
              <a:defRPr sz="1500" b="0">
                <a:solidFill>
                  <a:srgbClr val="153047"/>
                </a:solidFill>
              </a:defRPr>
            </a:lvl2pPr>
            <a:lvl3pPr>
              <a:defRPr sz="1500" b="0">
                <a:solidFill>
                  <a:srgbClr val="153047"/>
                </a:solidFill>
              </a:defRPr>
            </a:lvl3pPr>
            <a:lvl4pPr>
              <a:defRPr sz="1500" b="0">
                <a:solidFill>
                  <a:srgbClr val="153047"/>
                </a:solidFill>
              </a:defRPr>
            </a:lvl4pPr>
            <a:lvl5pPr>
              <a:defRPr sz="1500" b="0">
                <a:solidFill>
                  <a:srgbClr val="153047"/>
                </a:solidFill>
              </a:defRPr>
            </a:lvl5pPr>
            <a:lvl6pPr>
              <a:defRPr sz="1500" b="0">
                <a:solidFill>
                  <a:srgbClr val="153047"/>
                </a:solidFill>
              </a:defRPr>
            </a:lvl6pPr>
            <a:lvl7pPr>
              <a:defRPr sz="1500" b="0">
                <a:solidFill>
                  <a:srgbClr val="153047"/>
                </a:solidFill>
              </a:defRPr>
            </a:lvl7pPr>
            <a:lvl8pPr>
              <a:defRPr sz="1500" b="0">
                <a:solidFill>
                  <a:srgbClr val="153047"/>
                </a:solidFill>
              </a:defRPr>
            </a:lvl8pPr>
            <a:lvl9pPr>
              <a:defRPr sz="1500" b="0">
                <a:solidFill>
                  <a:srgbClr val="153047"/>
                </a:solidFill>
              </a:defRPr>
            </a:lvl9pPr>
          </a:lstStyle>
          <a:p xmlns:a="http://schemas.openxmlformats.org/drawingml/2006/main">
            <a:pPr>
              <a:buNone/>
              <a:defRPr sz="1500" b="0">
                <a:solidFill>
                  <a:srgbClr val="153047"/>
                </a:solidFill>
              </a:defRPr>
            </a:pPr>
            <a:r>
              <a:rPr sz="1500" b="0">
                <a:solidFill>
                  <a:srgbClr val="153047"/>
                </a:solidFill>
              </a:rPr>
              <a:t>Relevant passages may be omitted by context limits; a human must check important citations.</a:t>
            </a:r>
          </a:p>
        </p:txBody>
      </p:sp>
    </p:spTree>
    <p:extLst>
      <p:ext uri="{BB962C8B-B14F-4D97-AF65-F5344CB8AC3E}">
        <p14:creationId xmlns:p14="http://schemas.microsoft.com/office/powerpoint/2010/main" val="349830630"/>
      </p:ext>
    </p:extLst>
  </p:cSld>
</p:sld>
</file>

<file path=ppt/slides/slide16.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A034C38-AA29-48B6-A6C5-E65E5F9391EB}"/>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E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0D614C7-7575-4C86-A80A-DFB3F7E5F7BE}"/>
              </a:ext>
            </a:extLst>
          </p:cNvPr>
          <p:cNvSpPr>
            <a:spLocks xmlns:a="http://schemas.openxmlformats.org/drawingml/2006/main" noGrp="1"/>
          </p:cNvSpPr>
          <p:nvPr/>
        </p:nvSpPr>
        <p:spPr>
          <a:xfrm xmlns:a="http://schemas.openxmlformats.org/drawingml/2006/main">
            <a:off x="609600" y="323850"/>
            <a:ext cx="1009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07E78"/>
                </a:solidFill>
              </a:defRPr>
            </a:defPPr>
            <a:lvl1pPr>
              <a:defRPr sz="1125" b="1">
                <a:solidFill>
                  <a:srgbClr val="007E78"/>
                </a:solidFill>
              </a:defRPr>
            </a:lvl1pPr>
            <a:lvl2pPr>
              <a:defRPr sz="1125" b="1">
                <a:solidFill>
                  <a:srgbClr val="007E78"/>
                </a:solidFill>
              </a:defRPr>
            </a:lvl2pPr>
            <a:lvl3pPr>
              <a:defRPr sz="1125" b="1">
                <a:solidFill>
                  <a:srgbClr val="007E78"/>
                </a:solidFill>
              </a:defRPr>
            </a:lvl3pPr>
            <a:lvl4pPr>
              <a:defRPr sz="1125" b="1">
                <a:solidFill>
                  <a:srgbClr val="007E78"/>
                </a:solidFill>
              </a:defRPr>
            </a:lvl4pPr>
            <a:lvl5pPr>
              <a:defRPr sz="1125" b="1">
                <a:solidFill>
                  <a:srgbClr val="007E78"/>
                </a:solidFill>
              </a:defRPr>
            </a:lvl5pPr>
            <a:lvl6pPr>
              <a:defRPr sz="1125" b="1">
                <a:solidFill>
                  <a:srgbClr val="007E78"/>
                </a:solidFill>
              </a:defRPr>
            </a:lvl6pPr>
            <a:lvl7pPr>
              <a:defRPr sz="1125" b="1">
                <a:solidFill>
                  <a:srgbClr val="007E78"/>
                </a:solidFill>
              </a:defRPr>
            </a:lvl7pPr>
            <a:lvl8pPr>
              <a:defRPr sz="1125" b="1">
                <a:solidFill>
                  <a:srgbClr val="007E78"/>
                </a:solidFill>
              </a:defRPr>
            </a:lvl8pPr>
            <a:lvl9pPr>
              <a:defRPr sz="1125" b="1">
                <a:solidFill>
                  <a:srgbClr val="007E78"/>
                </a:solidFill>
              </a:defRPr>
            </a:lvl9pPr>
          </a:lstStyle>
          <a:p xmlns:a="http://schemas.openxmlformats.org/drawingml/2006/main">
            <a:pPr>
              <a:buNone/>
              <a:defRPr sz="1125" b="1">
                <a:solidFill>
                  <a:srgbClr val="007E78"/>
                </a:solidFill>
              </a:defRPr>
            </a:pPr>
            <a:r>
              <a:rPr sz="1125" b="1">
                <a:solidFill>
                  <a:srgbClr val="007E78"/>
                </a:solidFill>
              </a:rPr>
              <a:t>15  WHAT “VALIDATED” MEANS</a:t>
            </a:r>
          </a:p>
        </p:txBody>
      </p:sp>
      <p:sp>
        <p:nvSpPr>
          <p:cNvPr id="3" name="">
            <a:extLst xmlns:a="http://schemas.openxmlformats.org/drawingml/2006/main">
              <a:ext uri="{FF2B5EF4-FFF2-40B4-BE49-F238E27FC236}">
                <a16:creationId xmlns:a16="http://schemas.microsoft.com/office/drawing/2014/main" id="{C4FDA3C5-D804-4D29-B335-415C8B638DD0}"/>
              </a:ext>
            </a:extLst>
          </p:cNvPr>
          <p:cNvSpPr>
            <a:spLocks xmlns:a="http://schemas.openxmlformats.org/drawingml/2006/main" noGrp="1"/>
          </p:cNvSpPr>
          <p:nvPr/>
        </p:nvSpPr>
        <p:spPr>
          <a:xfrm xmlns:a="http://schemas.openxmlformats.org/drawingml/2006/main">
            <a:off x="609600" y="685800"/>
            <a:ext cx="10858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10243A"/>
                </a:solidFill>
              </a:defRPr>
            </a:defPPr>
            <a:lvl1pPr>
              <a:defRPr sz="2850" b="1">
                <a:solidFill>
                  <a:srgbClr val="10243A"/>
                </a:solidFill>
              </a:defRPr>
            </a:lvl1pPr>
            <a:lvl2pPr>
              <a:defRPr sz="2850" b="1">
                <a:solidFill>
                  <a:srgbClr val="10243A"/>
                </a:solidFill>
              </a:defRPr>
            </a:lvl2pPr>
            <a:lvl3pPr>
              <a:defRPr sz="2850" b="1">
                <a:solidFill>
                  <a:srgbClr val="10243A"/>
                </a:solidFill>
              </a:defRPr>
            </a:lvl3pPr>
            <a:lvl4pPr>
              <a:defRPr sz="2850" b="1">
                <a:solidFill>
                  <a:srgbClr val="10243A"/>
                </a:solidFill>
              </a:defRPr>
            </a:lvl4pPr>
            <a:lvl5pPr>
              <a:defRPr sz="2850" b="1">
                <a:solidFill>
                  <a:srgbClr val="10243A"/>
                </a:solidFill>
              </a:defRPr>
            </a:lvl5pPr>
            <a:lvl6pPr>
              <a:defRPr sz="2850" b="1">
                <a:solidFill>
                  <a:srgbClr val="10243A"/>
                </a:solidFill>
              </a:defRPr>
            </a:lvl6pPr>
            <a:lvl7pPr>
              <a:defRPr sz="2850" b="1">
                <a:solidFill>
                  <a:srgbClr val="10243A"/>
                </a:solidFill>
              </a:defRPr>
            </a:lvl7pPr>
            <a:lvl8pPr>
              <a:defRPr sz="2850" b="1">
                <a:solidFill>
                  <a:srgbClr val="10243A"/>
                </a:solidFill>
              </a:defRPr>
            </a:lvl8pPr>
            <a:lvl9pPr>
              <a:defRPr sz="2850" b="1">
                <a:solidFill>
                  <a:srgbClr val="10243A"/>
                </a:solidFill>
              </a:defRPr>
            </a:lvl9pPr>
          </a:lstStyle>
          <a:p xmlns:a="http://schemas.openxmlformats.org/drawingml/2006/main">
            <a:pPr>
              <a:buNone/>
              <a:defRPr sz="2850" b="1">
                <a:solidFill>
                  <a:srgbClr val="10243A"/>
                </a:solidFill>
              </a:defRPr>
            </a:pPr>
            <a:r>
              <a:rPr sz="2850" b="1">
                <a:solidFill>
                  <a:srgbClr val="10243A"/>
                </a:solidFill>
              </a:rPr>
              <a:t>Validation layers</a:t>
            </a:r>
          </a:p>
        </p:txBody>
      </p:sp>
      <p:sp>
        <p:nvSpPr>
          <p:cNvPr id="4" name="">
            <a:extLst xmlns:a="http://schemas.openxmlformats.org/drawingml/2006/main">
              <a:ext uri="{FF2B5EF4-FFF2-40B4-BE49-F238E27FC236}">
                <a16:creationId xmlns:a16="http://schemas.microsoft.com/office/drawing/2014/main" id="{EE307B07-B2F1-4BF3-9E04-79EDBED57262}"/>
              </a:ext>
            </a:extLst>
          </p:cNvPr>
          <p:cNvSpPr>
            <a:spLocks xmlns:a="http://schemas.openxmlformats.org/drawingml/2006/main" noGrp="1"/>
          </p:cNvSpPr>
          <p:nvPr/>
        </p:nvSpPr>
        <p:spPr>
          <a:xfrm xmlns:a="http://schemas.openxmlformats.org/drawingml/2006/main">
            <a:off x="609600" y="6324600"/>
            <a:ext cx="10972800" cy="9525"/>
          </a:xfrm>
          <a:prstGeom xmlns:a="http://schemas.openxmlformats.org/drawingml/2006/main" prst="rect">
            <a:avLst/>
          </a:prstGeom>
          <a:solidFill xmlns:a="http://schemas.openxmlformats.org/drawingml/2006/main">
            <a:srgbClr val="D7E3E9"/>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E2F0411-D032-4CF6-B4EF-3DD5BA6DDD81}"/>
              </a:ext>
            </a:extLst>
          </p:cNvPr>
          <p:cNvSpPr>
            <a:spLocks xmlns:a="http://schemas.openxmlformats.org/drawingml/2006/main" noGrp="1"/>
          </p:cNvSpPr>
          <p:nvPr/>
        </p:nvSpPr>
        <p:spPr>
          <a:xfrm xmlns:a="http://schemas.openxmlformats.org/drawingml/2006/main">
            <a:off x="609600" y="6429375"/>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AgentFlow  |  Final Review</a:t>
            </a:r>
          </a:p>
        </p:txBody>
      </p:sp>
      <p:sp>
        <p:nvSpPr>
          <p:cNvPr id="6" name="">
            <a:extLst xmlns:a="http://schemas.openxmlformats.org/drawingml/2006/main">
              <a:ext uri="{FF2B5EF4-FFF2-40B4-BE49-F238E27FC236}">
                <a16:creationId xmlns:a16="http://schemas.microsoft.com/office/drawing/2014/main" id="{741FE7A0-75A9-444C-8688-0AFC9F270B78}"/>
              </a:ext>
            </a:extLst>
          </p:cNvPr>
          <p:cNvSpPr>
            <a:spLocks xmlns:a="http://schemas.openxmlformats.org/drawingml/2006/main" noGrp="1"/>
          </p:cNvSpPr>
          <p:nvPr/>
        </p:nvSpPr>
        <p:spPr>
          <a:xfrm xmlns:a="http://schemas.openxmlformats.org/drawingml/2006/main">
            <a:off x="11029950" y="642937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16</a:t>
            </a:r>
          </a:p>
        </p:txBody>
      </p:sp>
      <p:sp>
        <p:nvSpPr>
          <p:cNvPr id="7" name="">
            <a:extLst xmlns:a="http://schemas.openxmlformats.org/drawingml/2006/main">
              <a:ext uri="{FF2B5EF4-FFF2-40B4-BE49-F238E27FC236}">
                <a16:creationId xmlns:a16="http://schemas.microsoft.com/office/drawing/2014/main" id="{5BA97130-068B-4D6F-8EF6-C3BD56494633}"/>
              </a:ext>
            </a:extLst>
          </p:cNvPr>
          <p:cNvSpPr>
            <a:spLocks xmlns:a="http://schemas.openxmlformats.org/drawingml/2006/main" noGrp="1"/>
          </p:cNvSpPr>
          <p:nvPr/>
        </p:nvSpPr>
        <p:spPr>
          <a:xfrm xmlns:a="http://schemas.openxmlformats.org/drawingml/2006/main">
            <a:off x="704850" y="180975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007E78"/>
                </a:solidFill>
              </a:defRPr>
            </a:defPPr>
            <a:lvl1pPr>
              <a:defRPr sz="1500" b="1">
                <a:solidFill>
                  <a:srgbClr val="007E78"/>
                </a:solidFill>
              </a:defRPr>
            </a:lvl1pPr>
            <a:lvl2pPr>
              <a:defRPr sz="1500" b="1">
                <a:solidFill>
                  <a:srgbClr val="007E78"/>
                </a:solidFill>
              </a:defRPr>
            </a:lvl2pPr>
            <a:lvl3pPr>
              <a:defRPr sz="1500" b="1">
                <a:solidFill>
                  <a:srgbClr val="007E78"/>
                </a:solidFill>
              </a:defRPr>
            </a:lvl3pPr>
            <a:lvl4pPr>
              <a:defRPr sz="1500" b="1">
                <a:solidFill>
                  <a:srgbClr val="007E78"/>
                </a:solidFill>
              </a:defRPr>
            </a:lvl4pPr>
            <a:lvl5pPr>
              <a:defRPr sz="1500" b="1">
                <a:solidFill>
                  <a:srgbClr val="007E78"/>
                </a:solidFill>
              </a:defRPr>
            </a:lvl5pPr>
            <a:lvl6pPr>
              <a:defRPr sz="1500" b="1">
                <a:solidFill>
                  <a:srgbClr val="007E78"/>
                </a:solidFill>
              </a:defRPr>
            </a:lvl6pPr>
            <a:lvl7pPr>
              <a:defRPr sz="1500" b="1">
                <a:solidFill>
                  <a:srgbClr val="007E78"/>
                </a:solidFill>
              </a:defRPr>
            </a:lvl7pPr>
            <a:lvl8pPr>
              <a:defRPr sz="1500" b="1">
                <a:solidFill>
                  <a:srgbClr val="007E78"/>
                </a:solidFill>
              </a:defRPr>
            </a:lvl8pPr>
            <a:lvl9pPr>
              <a:defRPr sz="1500" b="1">
                <a:solidFill>
                  <a:srgbClr val="007E78"/>
                </a:solidFill>
              </a:defRPr>
            </a:lvl9pPr>
          </a:lstStyle>
          <a:p xmlns:a="http://schemas.openxmlformats.org/drawingml/2006/main">
            <a:pPr>
              <a:buNone/>
              <a:defRPr sz="1500" b="1">
                <a:solidFill>
                  <a:srgbClr val="007E78"/>
                </a:solidFill>
              </a:defRPr>
            </a:pPr>
            <a:r>
              <a:rPr sz="1500" b="1">
                <a:solidFill>
                  <a:srgbClr val="007E78"/>
                </a:solidFill>
              </a:rPr>
              <a:t>Deterministic</a:t>
            </a:r>
          </a:p>
        </p:txBody>
      </p:sp>
      <p:sp>
        <p:nvSpPr>
          <p:cNvPr id="8" name="">
            <a:extLst xmlns:a="http://schemas.openxmlformats.org/drawingml/2006/main">
              <a:ext uri="{FF2B5EF4-FFF2-40B4-BE49-F238E27FC236}">
                <a16:creationId xmlns:a16="http://schemas.microsoft.com/office/drawing/2014/main" id="{E6E09E42-B2C4-4642-9313-ABB1F7F2A02E}"/>
              </a:ext>
            </a:extLst>
          </p:cNvPr>
          <p:cNvSpPr>
            <a:spLocks xmlns:a="http://schemas.openxmlformats.org/drawingml/2006/main" noGrp="1"/>
          </p:cNvSpPr>
          <p:nvPr/>
        </p:nvSpPr>
        <p:spPr>
          <a:xfrm xmlns:a="http://schemas.openxmlformats.org/drawingml/2006/main">
            <a:off x="3352800" y="1809750"/>
            <a:ext cx="7924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153047"/>
                </a:solidFill>
              </a:defRPr>
            </a:defPPr>
            <a:lvl1pPr>
              <a:defRPr sz="1500" b="0">
                <a:solidFill>
                  <a:srgbClr val="153047"/>
                </a:solidFill>
              </a:defRPr>
            </a:lvl1pPr>
            <a:lvl2pPr>
              <a:defRPr sz="1500" b="0">
                <a:solidFill>
                  <a:srgbClr val="153047"/>
                </a:solidFill>
              </a:defRPr>
            </a:lvl2pPr>
            <a:lvl3pPr>
              <a:defRPr sz="1500" b="0">
                <a:solidFill>
                  <a:srgbClr val="153047"/>
                </a:solidFill>
              </a:defRPr>
            </a:lvl3pPr>
            <a:lvl4pPr>
              <a:defRPr sz="1500" b="0">
                <a:solidFill>
                  <a:srgbClr val="153047"/>
                </a:solidFill>
              </a:defRPr>
            </a:lvl4pPr>
            <a:lvl5pPr>
              <a:defRPr sz="1500" b="0">
                <a:solidFill>
                  <a:srgbClr val="153047"/>
                </a:solidFill>
              </a:defRPr>
            </a:lvl5pPr>
            <a:lvl6pPr>
              <a:defRPr sz="1500" b="0">
                <a:solidFill>
                  <a:srgbClr val="153047"/>
                </a:solidFill>
              </a:defRPr>
            </a:lvl6pPr>
            <a:lvl7pPr>
              <a:defRPr sz="1500" b="0">
                <a:solidFill>
                  <a:srgbClr val="153047"/>
                </a:solidFill>
              </a:defRPr>
            </a:lvl7pPr>
            <a:lvl8pPr>
              <a:defRPr sz="1500" b="0">
                <a:solidFill>
                  <a:srgbClr val="153047"/>
                </a:solidFill>
              </a:defRPr>
            </a:lvl8pPr>
            <a:lvl9pPr>
              <a:defRPr sz="1500" b="0">
                <a:solidFill>
                  <a:srgbClr val="153047"/>
                </a:solidFill>
              </a:defRPr>
            </a:lvl9pPr>
          </a:lstStyle>
          <a:p xmlns:a="http://schemas.openxmlformats.org/drawingml/2006/main">
            <a:pPr>
              <a:buNone/>
              <a:defRPr sz="1500" b="0">
                <a:solidFill>
                  <a:srgbClr val="153047"/>
                </a:solidFill>
              </a:defRPr>
            </a:pPr>
            <a:r>
              <a:rPr sz="1500" b="0">
                <a:solidFill>
                  <a:srgbClr val="153047"/>
                </a:solidFill>
              </a:rPr>
              <a:t>Python checks output type, JSON validity, expected files, and completed dependencies.</a:t>
            </a:r>
          </a:p>
        </p:txBody>
      </p:sp>
      <p:sp>
        <p:nvSpPr>
          <p:cNvPr id="9" name="">
            <a:extLst xmlns:a="http://schemas.openxmlformats.org/drawingml/2006/main">
              <a:ext uri="{FF2B5EF4-FFF2-40B4-BE49-F238E27FC236}">
                <a16:creationId xmlns:a16="http://schemas.microsoft.com/office/drawing/2014/main" id="{933A27CF-58EA-49D7-BCDF-B33A7E7E821E}"/>
              </a:ext>
            </a:extLst>
          </p:cNvPr>
          <p:cNvSpPr>
            <a:spLocks xmlns:a="http://schemas.openxmlformats.org/drawingml/2006/main" noGrp="1"/>
          </p:cNvSpPr>
          <p:nvPr/>
        </p:nvSpPr>
        <p:spPr>
          <a:xfrm xmlns:a="http://schemas.openxmlformats.org/drawingml/2006/main">
            <a:off x="704850" y="285750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007E78"/>
                </a:solidFill>
              </a:defRPr>
            </a:defPPr>
            <a:lvl1pPr>
              <a:defRPr sz="1500" b="1">
                <a:solidFill>
                  <a:srgbClr val="007E78"/>
                </a:solidFill>
              </a:defRPr>
            </a:lvl1pPr>
            <a:lvl2pPr>
              <a:defRPr sz="1500" b="1">
                <a:solidFill>
                  <a:srgbClr val="007E78"/>
                </a:solidFill>
              </a:defRPr>
            </a:lvl2pPr>
            <a:lvl3pPr>
              <a:defRPr sz="1500" b="1">
                <a:solidFill>
                  <a:srgbClr val="007E78"/>
                </a:solidFill>
              </a:defRPr>
            </a:lvl3pPr>
            <a:lvl4pPr>
              <a:defRPr sz="1500" b="1">
                <a:solidFill>
                  <a:srgbClr val="007E78"/>
                </a:solidFill>
              </a:defRPr>
            </a:lvl4pPr>
            <a:lvl5pPr>
              <a:defRPr sz="1500" b="1">
                <a:solidFill>
                  <a:srgbClr val="007E78"/>
                </a:solidFill>
              </a:defRPr>
            </a:lvl5pPr>
            <a:lvl6pPr>
              <a:defRPr sz="1500" b="1">
                <a:solidFill>
                  <a:srgbClr val="007E78"/>
                </a:solidFill>
              </a:defRPr>
            </a:lvl6pPr>
            <a:lvl7pPr>
              <a:defRPr sz="1500" b="1">
                <a:solidFill>
                  <a:srgbClr val="007E78"/>
                </a:solidFill>
              </a:defRPr>
            </a:lvl7pPr>
            <a:lvl8pPr>
              <a:defRPr sz="1500" b="1">
                <a:solidFill>
                  <a:srgbClr val="007E78"/>
                </a:solidFill>
              </a:defRPr>
            </a:lvl8pPr>
            <a:lvl9pPr>
              <a:defRPr sz="1500" b="1">
                <a:solidFill>
                  <a:srgbClr val="007E78"/>
                </a:solidFill>
              </a:defRPr>
            </a:lvl9pPr>
          </a:lstStyle>
          <a:p xmlns:a="http://schemas.openxmlformats.org/drawingml/2006/main">
            <a:pPr>
              <a:buNone/>
              <a:defRPr sz="1500" b="1">
                <a:solidFill>
                  <a:srgbClr val="007E78"/>
                </a:solidFill>
              </a:defRPr>
            </a:pPr>
            <a:r>
              <a:rPr sz="1500" b="1">
                <a:solidFill>
                  <a:srgbClr val="007E78"/>
                </a:solidFill>
              </a:rPr>
              <a:t>Citation checks</a:t>
            </a:r>
          </a:p>
        </p:txBody>
      </p:sp>
      <p:sp>
        <p:nvSpPr>
          <p:cNvPr id="10" name="">
            <a:extLst xmlns:a="http://schemas.openxmlformats.org/drawingml/2006/main">
              <a:ext uri="{FF2B5EF4-FFF2-40B4-BE49-F238E27FC236}">
                <a16:creationId xmlns:a16="http://schemas.microsoft.com/office/drawing/2014/main" id="{FF0920F9-0989-43B2-9BEC-70B75D2DFCD5}"/>
              </a:ext>
            </a:extLst>
          </p:cNvPr>
          <p:cNvSpPr>
            <a:spLocks xmlns:a="http://schemas.openxmlformats.org/drawingml/2006/main" noGrp="1"/>
          </p:cNvSpPr>
          <p:nvPr/>
        </p:nvSpPr>
        <p:spPr>
          <a:xfrm xmlns:a="http://schemas.openxmlformats.org/drawingml/2006/main">
            <a:off x="3352800" y="2857500"/>
            <a:ext cx="7924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153047"/>
                </a:solidFill>
              </a:defRPr>
            </a:defPPr>
            <a:lvl1pPr>
              <a:defRPr sz="1500" b="0">
                <a:solidFill>
                  <a:srgbClr val="153047"/>
                </a:solidFill>
              </a:defRPr>
            </a:lvl1pPr>
            <a:lvl2pPr>
              <a:defRPr sz="1500" b="0">
                <a:solidFill>
                  <a:srgbClr val="153047"/>
                </a:solidFill>
              </a:defRPr>
            </a:lvl2pPr>
            <a:lvl3pPr>
              <a:defRPr sz="1500" b="0">
                <a:solidFill>
                  <a:srgbClr val="153047"/>
                </a:solidFill>
              </a:defRPr>
            </a:lvl3pPr>
            <a:lvl4pPr>
              <a:defRPr sz="1500" b="0">
                <a:solidFill>
                  <a:srgbClr val="153047"/>
                </a:solidFill>
              </a:defRPr>
            </a:lvl4pPr>
            <a:lvl5pPr>
              <a:defRPr sz="1500" b="0">
                <a:solidFill>
                  <a:srgbClr val="153047"/>
                </a:solidFill>
              </a:defRPr>
            </a:lvl5pPr>
            <a:lvl6pPr>
              <a:defRPr sz="1500" b="0">
                <a:solidFill>
                  <a:srgbClr val="153047"/>
                </a:solidFill>
              </a:defRPr>
            </a:lvl6pPr>
            <a:lvl7pPr>
              <a:defRPr sz="1500" b="0">
                <a:solidFill>
                  <a:srgbClr val="153047"/>
                </a:solidFill>
              </a:defRPr>
            </a:lvl7pPr>
            <a:lvl8pPr>
              <a:defRPr sz="1500" b="0">
                <a:solidFill>
                  <a:srgbClr val="153047"/>
                </a:solidFill>
              </a:defRPr>
            </a:lvl8pPr>
            <a:lvl9pPr>
              <a:defRPr sz="1500" b="0">
                <a:solidFill>
                  <a:srgbClr val="153047"/>
                </a:solidFill>
              </a:defRPr>
            </a:lvl9pPr>
          </a:lstStyle>
          <a:p xmlns:a="http://schemas.openxmlformats.org/drawingml/2006/main">
            <a:pPr>
              <a:buNone/>
              <a:defRPr sz="1500" b="0">
                <a:solidFill>
                  <a:srgbClr val="153047"/>
                </a:solidFill>
              </a:defRPr>
            </a:pPr>
            <a:r>
              <a:rPr sz="1500" b="0">
                <a:solidFill>
                  <a:srgbClr val="153047"/>
                </a:solidFill>
              </a:rPr>
              <a:t>Page numbers must be within the uploaded PDF; generated DOIs must occur in evidence and links must agree.</a:t>
            </a:r>
          </a:p>
        </p:txBody>
      </p:sp>
      <p:sp>
        <p:nvSpPr>
          <p:cNvPr id="11" name="">
            <a:extLst xmlns:a="http://schemas.openxmlformats.org/drawingml/2006/main">
              <a:ext uri="{FF2B5EF4-FFF2-40B4-BE49-F238E27FC236}">
                <a16:creationId xmlns:a16="http://schemas.microsoft.com/office/drawing/2014/main" id="{7A86D60C-C494-4B1D-A752-DBF339D99F15}"/>
              </a:ext>
            </a:extLst>
          </p:cNvPr>
          <p:cNvSpPr>
            <a:spLocks xmlns:a="http://schemas.openxmlformats.org/drawingml/2006/main" noGrp="1"/>
          </p:cNvSpPr>
          <p:nvPr/>
        </p:nvSpPr>
        <p:spPr>
          <a:xfrm xmlns:a="http://schemas.openxmlformats.org/drawingml/2006/main">
            <a:off x="704850" y="390525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007E78"/>
                </a:solidFill>
              </a:defRPr>
            </a:defPPr>
            <a:lvl1pPr>
              <a:defRPr sz="1500" b="1">
                <a:solidFill>
                  <a:srgbClr val="007E78"/>
                </a:solidFill>
              </a:defRPr>
            </a:lvl1pPr>
            <a:lvl2pPr>
              <a:defRPr sz="1500" b="1">
                <a:solidFill>
                  <a:srgbClr val="007E78"/>
                </a:solidFill>
              </a:defRPr>
            </a:lvl2pPr>
            <a:lvl3pPr>
              <a:defRPr sz="1500" b="1">
                <a:solidFill>
                  <a:srgbClr val="007E78"/>
                </a:solidFill>
              </a:defRPr>
            </a:lvl3pPr>
            <a:lvl4pPr>
              <a:defRPr sz="1500" b="1">
                <a:solidFill>
                  <a:srgbClr val="007E78"/>
                </a:solidFill>
              </a:defRPr>
            </a:lvl4pPr>
            <a:lvl5pPr>
              <a:defRPr sz="1500" b="1">
                <a:solidFill>
                  <a:srgbClr val="007E78"/>
                </a:solidFill>
              </a:defRPr>
            </a:lvl5pPr>
            <a:lvl6pPr>
              <a:defRPr sz="1500" b="1">
                <a:solidFill>
                  <a:srgbClr val="007E78"/>
                </a:solidFill>
              </a:defRPr>
            </a:lvl6pPr>
            <a:lvl7pPr>
              <a:defRPr sz="1500" b="1">
                <a:solidFill>
                  <a:srgbClr val="007E78"/>
                </a:solidFill>
              </a:defRPr>
            </a:lvl7pPr>
            <a:lvl8pPr>
              <a:defRPr sz="1500" b="1">
                <a:solidFill>
                  <a:srgbClr val="007E78"/>
                </a:solidFill>
              </a:defRPr>
            </a:lvl8pPr>
            <a:lvl9pPr>
              <a:defRPr sz="1500" b="1">
                <a:solidFill>
                  <a:srgbClr val="007E78"/>
                </a:solidFill>
              </a:defRPr>
            </a:lvl9pPr>
          </a:lstStyle>
          <a:p xmlns:a="http://schemas.openxmlformats.org/drawingml/2006/main">
            <a:pPr>
              <a:buNone/>
              <a:defRPr sz="1500" b="1">
                <a:solidFill>
                  <a:srgbClr val="007E78"/>
                </a:solidFill>
              </a:defRPr>
            </a:pPr>
            <a:r>
              <a:rPr sz="1500" b="1">
                <a:solidFill>
                  <a:srgbClr val="007E78"/>
                </a:solidFill>
              </a:rPr>
              <a:t>Semantic review</a:t>
            </a:r>
          </a:p>
        </p:txBody>
      </p:sp>
      <p:sp>
        <p:nvSpPr>
          <p:cNvPr id="12" name="">
            <a:extLst xmlns:a="http://schemas.openxmlformats.org/drawingml/2006/main">
              <a:ext uri="{FF2B5EF4-FFF2-40B4-BE49-F238E27FC236}">
                <a16:creationId xmlns:a16="http://schemas.microsoft.com/office/drawing/2014/main" id="{4CF8A18D-713F-4BDC-91FB-3C0D6EF83E47}"/>
              </a:ext>
            </a:extLst>
          </p:cNvPr>
          <p:cNvSpPr>
            <a:spLocks xmlns:a="http://schemas.openxmlformats.org/drawingml/2006/main" noGrp="1"/>
          </p:cNvSpPr>
          <p:nvPr/>
        </p:nvSpPr>
        <p:spPr>
          <a:xfrm xmlns:a="http://schemas.openxmlformats.org/drawingml/2006/main">
            <a:off x="3352800" y="3905250"/>
            <a:ext cx="7924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153047"/>
                </a:solidFill>
              </a:defRPr>
            </a:defPPr>
            <a:lvl1pPr>
              <a:defRPr sz="1500" b="0">
                <a:solidFill>
                  <a:srgbClr val="153047"/>
                </a:solidFill>
              </a:defRPr>
            </a:lvl1pPr>
            <a:lvl2pPr>
              <a:defRPr sz="1500" b="0">
                <a:solidFill>
                  <a:srgbClr val="153047"/>
                </a:solidFill>
              </a:defRPr>
            </a:lvl2pPr>
            <a:lvl3pPr>
              <a:defRPr sz="1500" b="0">
                <a:solidFill>
                  <a:srgbClr val="153047"/>
                </a:solidFill>
              </a:defRPr>
            </a:lvl3pPr>
            <a:lvl4pPr>
              <a:defRPr sz="1500" b="0">
                <a:solidFill>
                  <a:srgbClr val="153047"/>
                </a:solidFill>
              </a:defRPr>
            </a:lvl4pPr>
            <a:lvl5pPr>
              <a:defRPr sz="1500" b="0">
                <a:solidFill>
                  <a:srgbClr val="153047"/>
                </a:solidFill>
              </a:defRPr>
            </a:lvl5pPr>
            <a:lvl6pPr>
              <a:defRPr sz="1500" b="0">
                <a:solidFill>
                  <a:srgbClr val="153047"/>
                </a:solidFill>
              </a:defRPr>
            </a:lvl6pPr>
            <a:lvl7pPr>
              <a:defRPr sz="1500" b="0">
                <a:solidFill>
                  <a:srgbClr val="153047"/>
                </a:solidFill>
              </a:defRPr>
            </a:lvl7pPr>
            <a:lvl8pPr>
              <a:defRPr sz="1500" b="0">
                <a:solidFill>
                  <a:srgbClr val="153047"/>
                </a:solidFill>
              </a:defRPr>
            </a:lvl8pPr>
            <a:lvl9pPr>
              <a:defRPr sz="1500" b="0">
                <a:solidFill>
                  <a:srgbClr val="153047"/>
                </a:solidFill>
              </a:defRPr>
            </a:lvl9pPr>
          </a:lstStyle>
          <a:p xmlns:a="http://schemas.openxmlformats.org/drawingml/2006/main">
            <a:pPr>
              <a:buNone/>
              <a:defRPr sz="1500" b="0">
                <a:solidFill>
                  <a:srgbClr val="153047"/>
                </a:solidFill>
              </a:defRPr>
            </a:pPr>
            <a:r>
              <a:rPr sz="1500" b="0">
                <a:solidFill>
                  <a:srgbClr val="153047"/>
                </a:solidFill>
              </a:rPr>
              <a:t>The model flags missing requested sections and claims that appear unsupported by supplied excerpts.</a:t>
            </a:r>
          </a:p>
        </p:txBody>
      </p:sp>
      <p:sp>
        <p:nvSpPr>
          <p:cNvPr id="13" name="">
            <a:extLst xmlns:a="http://schemas.openxmlformats.org/drawingml/2006/main">
              <a:ext uri="{FF2B5EF4-FFF2-40B4-BE49-F238E27FC236}">
                <a16:creationId xmlns:a16="http://schemas.microsoft.com/office/drawing/2014/main" id="{2AA43225-4F3A-4727-893D-C7F9C1CA29CD}"/>
              </a:ext>
            </a:extLst>
          </p:cNvPr>
          <p:cNvSpPr>
            <a:spLocks xmlns:a="http://schemas.openxmlformats.org/drawingml/2006/main" noGrp="1"/>
          </p:cNvSpPr>
          <p:nvPr/>
        </p:nvSpPr>
        <p:spPr>
          <a:xfrm xmlns:a="http://schemas.openxmlformats.org/drawingml/2006/main">
            <a:off x="704850" y="495300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007E78"/>
                </a:solidFill>
              </a:defRPr>
            </a:defPPr>
            <a:lvl1pPr>
              <a:defRPr sz="1500" b="1">
                <a:solidFill>
                  <a:srgbClr val="007E78"/>
                </a:solidFill>
              </a:defRPr>
            </a:lvl1pPr>
            <a:lvl2pPr>
              <a:defRPr sz="1500" b="1">
                <a:solidFill>
                  <a:srgbClr val="007E78"/>
                </a:solidFill>
              </a:defRPr>
            </a:lvl2pPr>
            <a:lvl3pPr>
              <a:defRPr sz="1500" b="1">
                <a:solidFill>
                  <a:srgbClr val="007E78"/>
                </a:solidFill>
              </a:defRPr>
            </a:lvl3pPr>
            <a:lvl4pPr>
              <a:defRPr sz="1500" b="1">
                <a:solidFill>
                  <a:srgbClr val="007E78"/>
                </a:solidFill>
              </a:defRPr>
            </a:lvl4pPr>
            <a:lvl5pPr>
              <a:defRPr sz="1500" b="1">
                <a:solidFill>
                  <a:srgbClr val="007E78"/>
                </a:solidFill>
              </a:defRPr>
            </a:lvl5pPr>
            <a:lvl6pPr>
              <a:defRPr sz="1500" b="1">
                <a:solidFill>
                  <a:srgbClr val="007E78"/>
                </a:solidFill>
              </a:defRPr>
            </a:lvl6pPr>
            <a:lvl7pPr>
              <a:defRPr sz="1500" b="1">
                <a:solidFill>
                  <a:srgbClr val="007E78"/>
                </a:solidFill>
              </a:defRPr>
            </a:lvl7pPr>
            <a:lvl8pPr>
              <a:defRPr sz="1500" b="1">
                <a:solidFill>
                  <a:srgbClr val="007E78"/>
                </a:solidFill>
              </a:defRPr>
            </a:lvl8pPr>
            <a:lvl9pPr>
              <a:defRPr sz="1500" b="1">
                <a:solidFill>
                  <a:srgbClr val="007E78"/>
                </a:solidFill>
              </a:defRPr>
            </a:lvl9pPr>
          </a:lstStyle>
          <a:p xmlns:a="http://schemas.openxmlformats.org/drawingml/2006/main">
            <a:pPr>
              <a:buNone/>
              <a:defRPr sz="1500" b="1">
                <a:solidFill>
                  <a:srgbClr val="007E78"/>
                </a:solidFill>
              </a:defRPr>
            </a:pPr>
            <a:r>
              <a:rPr sz="1500" b="1">
                <a:solidFill>
                  <a:srgbClr val="007E78"/>
                </a:solidFill>
              </a:rPr>
              <a:t>Meaning of 100%</a:t>
            </a:r>
          </a:p>
        </p:txBody>
      </p:sp>
      <p:sp>
        <p:nvSpPr>
          <p:cNvPr id="14" name="">
            <a:extLst xmlns:a="http://schemas.openxmlformats.org/drawingml/2006/main">
              <a:ext uri="{FF2B5EF4-FFF2-40B4-BE49-F238E27FC236}">
                <a16:creationId xmlns:a16="http://schemas.microsoft.com/office/drawing/2014/main" id="{660A794D-6241-475D-9171-3B88870A8C91}"/>
              </a:ext>
            </a:extLst>
          </p:cNvPr>
          <p:cNvSpPr>
            <a:spLocks xmlns:a="http://schemas.openxmlformats.org/drawingml/2006/main" noGrp="1"/>
          </p:cNvSpPr>
          <p:nvPr/>
        </p:nvSpPr>
        <p:spPr>
          <a:xfrm xmlns:a="http://schemas.openxmlformats.org/drawingml/2006/main">
            <a:off x="3352800" y="4953000"/>
            <a:ext cx="7924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153047"/>
                </a:solidFill>
              </a:defRPr>
            </a:defPPr>
            <a:lvl1pPr>
              <a:defRPr sz="1500" b="0">
                <a:solidFill>
                  <a:srgbClr val="153047"/>
                </a:solidFill>
              </a:defRPr>
            </a:lvl1pPr>
            <a:lvl2pPr>
              <a:defRPr sz="1500" b="0">
                <a:solidFill>
                  <a:srgbClr val="153047"/>
                </a:solidFill>
              </a:defRPr>
            </a:lvl2pPr>
            <a:lvl3pPr>
              <a:defRPr sz="1500" b="0">
                <a:solidFill>
                  <a:srgbClr val="153047"/>
                </a:solidFill>
              </a:defRPr>
            </a:lvl3pPr>
            <a:lvl4pPr>
              <a:defRPr sz="1500" b="0">
                <a:solidFill>
                  <a:srgbClr val="153047"/>
                </a:solidFill>
              </a:defRPr>
            </a:lvl4pPr>
            <a:lvl5pPr>
              <a:defRPr sz="1500" b="0">
                <a:solidFill>
                  <a:srgbClr val="153047"/>
                </a:solidFill>
              </a:defRPr>
            </a:lvl5pPr>
            <a:lvl6pPr>
              <a:defRPr sz="1500" b="0">
                <a:solidFill>
                  <a:srgbClr val="153047"/>
                </a:solidFill>
              </a:defRPr>
            </a:lvl6pPr>
            <a:lvl7pPr>
              <a:defRPr sz="1500" b="0">
                <a:solidFill>
                  <a:srgbClr val="153047"/>
                </a:solidFill>
              </a:defRPr>
            </a:lvl7pPr>
            <a:lvl8pPr>
              <a:defRPr sz="1500" b="0">
                <a:solidFill>
                  <a:srgbClr val="153047"/>
                </a:solidFill>
              </a:defRPr>
            </a:lvl8pPr>
            <a:lvl9pPr>
              <a:defRPr sz="1500" b="0">
                <a:solidFill>
                  <a:srgbClr val="153047"/>
                </a:solidFill>
              </a:defRPr>
            </a:lvl9pPr>
          </a:lstStyle>
          <a:p xmlns:a="http://schemas.openxmlformats.org/drawingml/2006/main">
            <a:pPr>
              <a:buNone/>
              <a:defRPr sz="1500" b="0">
                <a:solidFill>
                  <a:srgbClr val="153047"/>
                </a:solidFill>
              </a:defRPr>
            </a:pPr>
            <a:r>
              <a:rPr sz="1500" b="0">
                <a:solidFill>
                  <a:srgbClr val="153047"/>
                </a:solidFill>
              </a:rPr>
              <a:t>The reviewer judged visible requirement coverage. It does not certify scientific truth.</a:t>
            </a:r>
          </a:p>
        </p:txBody>
      </p:sp>
    </p:spTree>
    <p:extLst>
      <p:ext uri="{BB962C8B-B14F-4D97-AF65-F5344CB8AC3E}">
        <p14:creationId xmlns:p14="http://schemas.microsoft.com/office/powerpoint/2010/main" val="1547894540"/>
      </p:ext>
    </p:extLst>
  </p:cSld>
</p:sld>
</file>

<file path=ppt/slides/slide17.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CD21A43A-5140-4D6F-982B-D7CD16FC0CE7}"/>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E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F031F01-2BB8-48A8-B97F-575B492AFF7B}"/>
              </a:ext>
            </a:extLst>
          </p:cNvPr>
          <p:cNvSpPr>
            <a:spLocks xmlns:a="http://schemas.openxmlformats.org/drawingml/2006/main" noGrp="1"/>
          </p:cNvSpPr>
          <p:nvPr/>
        </p:nvSpPr>
        <p:spPr>
          <a:xfrm xmlns:a="http://schemas.openxmlformats.org/drawingml/2006/main">
            <a:off x="609600" y="323850"/>
            <a:ext cx="1009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07E78"/>
                </a:solidFill>
              </a:defRPr>
            </a:defPPr>
            <a:lvl1pPr>
              <a:defRPr sz="1125" b="1">
                <a:solidFill>
                  <a:srgbClr val="007E78"/>
                </a:solidFill>
              </a:defRPr>
            </a:lvl1pPr>
            <a:lvl2pPr>
              <a:defRPr sz="1125" b="1">
                <a:solidFill>
                  <a:srgbClr val="007E78"/>
                </a:solidFill>
              </a:defRPr>
            </a:lvl2pPr>
            <a:lvl3pPr>
              <a:defRPr sz="1125" b="1">
                <a:solidFill>
                  <a:srgbClr val="007E78"/>
                </a:solidFill>
              </a:defRPr>
            </a:lvl3pPr>
            <a:lvl4pPr>
              <a:defRPr sz="1125" b="1">
                <a:solidFill>
                  <a:srgbClr val="007E78"/>
                </a:solidFill>
              </a:defRPr>
            </a:lvl4pPr>
            <a:lvl5pPr>
              <a:defRPr sz="1125" b="1">
                <a:solidFill>
                  <a:srgbClr val="007E78"/>
                </a:solidFill>
              </a:defRPr>
            </a:lvl5pPr>
            <a:lvl6pPr>
              <a:defRPr sz="1125" b="1">
                <a:solidFill>
                  <a:srgbClr val="007E78"/>
                </a:solidFill>
              </a:defRPr>
            </a:lvl6pPr>
            <a:lvl7pPr>
              <a:defRPr sz="1125" b="1">
                <a:solidFill>
                  <a:srgbClr val="007E78"/>
                </a:solidFill>
              </a:defRPr>
            </a:lvl7pPr>
            <a:lvl8pPr>
              <a:defRPr sz="1125" b="1">
                <a:solidFill>
                  <a:srgbClr val="007E78"/>
                </a:solidFill>
              </a:defRPr>
            </a:lvl8pPr>
            <a:lvl9pPr>
              <a:defRPr sz="1125" b="1">
                <a:solidFill>
                  <a:srgbClr val="007E78"/>
                </a:solidFill>
              </a:defRPr>
            </a:lvl9pPr>
          </a:lstStyle>
          <a:p xmlns:a="http://schemas.openxmlformats.org/drawingml/2006/main">
            <a:pPr>
              <a:buNone/>
              <a:defRPr sz="1125" b="1">
                <a:solidFill>
                  <a:srgbClr val="007E78"/>
                </a:solidFill>
              </a:defRPr>
            </a:pPr>
            <a:r>
              <a:rPr sz="1125" b="1">
                <a:solidFill>
                  <a:srgbClr val="007E78"/>
                </a:solidFill>
              </a:rPr>
              <a:t>16  FAILURE PATH</a:t>
            </a:r>
          </a:p>
        </p:txBody>
      </p:sp>
      <p:sp>
        <p:nvSpPr>
          <p:cNvPr id="3" name="">
            <a:extLst xmlns:a="http://schemas.openxmlformats.org/drawingml/2006/main">
              <a:ext uri="{FF2B5EF4-FFF2-40B4-BE49-F238E27FC236}">
                <a16:creationId xmlns:a16="http://schemas.microsoft.com/office/drawing/2014/main" id="{B2DDA537-FDB0-4633-9D8F-0063167D4A1B}"/>
              </a:ext>
            </a:extLst>
          </p:cNvPr>
          <p:cNvSpPr>
            <a:spLocks xmlns:a="http://schemas.openxmlformats.org/drawingml/2006/main" noGrp="1"/>
          </p:cNvSpPr>
          <p:nvPr/>
        </p:nvSpPr>
        <p:spPr>
          <a:xfrm xmlns:a="http://schemas.openxmlformats.org/drawingml/2006/main">
            <a:off x="609600" y="685800"/>
            <a:ext cx="10858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10243A"/>
                </a:solidFill>
              </a:defRPr>
            </a:defPPr>
            <a:lvl1pPr>
              <a:defRPr sz="2850" b="1">
                <a:solidFill>
                  <a:srgbClr val="10243A"/>
                </a:solidFill>
              </a:defRPr>
            </a:lvl1pPr>
            <a:lvl2pPr>
              <a:defRPr sz="2850" b="1">
                <a:solidFill>
                  <a:srgbClr val="10243A"/>
                </a:solidFill>
              </a:defRPr>
            </a:lvl2pPr>
            <a:lvl3pPr>
              <a:defRPr sz="2850" b="1">
                <a:solidFill>
                  <a:srgbClr val="10243A"/>
                </a:solidFill>
              </a:defRPr>
            </a:lvl3pPr>
            <a:lvl4pPr>
              <a:defRPr sz="2850" b="1">
                <a:solidFill>
                  <a:srgbClr val="10243A"/>
                </a:solidFill>
              </a:defRPr>
            </a:lvl4pPr>
            <a:lvl5pPr>
              <a:defRPr sz="2850" b="1">
                <a:solidFill>
                  <a:srgbClr val="10243A"/>
                </a:solidFill>
              </a:defRPr>
            </a:lvl5pPr>
            <a:lvl6pPr>
              <a:defRPr sz="2850" b="1">
                <a:solidFill>
                  <a:srgbClr val="10243A"/>
                </a:solidFill>
              </a:defRPr>
            </a:lvl6pPr>
            <a:lvl7pPr>
              <a:defRPr sz="2850" b="1">
                <a:solidFill>
                  <a:srgbClr val="10243A"/>
                </a:solidFill>
              </a:defRPr>
            </a:lvl7pPr>
            <a:lvl8pPr>
              <a:defRPr sz="2850" b="1">
                <a:solidFill>
                  <a:srgbClr val="10243A"/>
                </a:solidFill>
              </a:defRPr>
            </a:lvl8pPr>
            <a:lvl9pPr>
              <a:defRPr sz="2850" b="1">
                <a:solidFill>
                  <a:srgbClr val="10243A"/>
                </a:solidFill>
              </a:defRPr>
            </a:lvl9pPr>
          </a:lstStyle>
          <a:p xmlns:a="http://schemas.openxmlformats.org/drawingml/2006/main">
            <a:pPr>
              <a:buNone/>
              <a:defRPr sz="2850" b="1">
                <a:solidFill>
                  <a:srgbClr val="10243A"/>
                </a:solidFill>
              </a:defRPr>
            </a:pPr>
            <a:r>
              <a:rPr sz="2850" b="1">
                <a:solidFill>
                  <a:srgbClr val="10243A"/>
                </a:solidFill>
              </a:rPr>
              <a:t>Branch recovery and checkpoints</a:t>
            </a:r>
          </a:p>
        </p:txBody>
      </p:sp>
      <p:sp>
        <p:nvSpPr>
          <p:cNvPr id="4" name="">
            <a:extLst xmlns:a="http://schemas.openxmlformats.org/drawingml/2006/main">
              <a:ext uri="{FF2B5EF4-FFF2-40B4-BE49-F238E27FC236}">
                <a16:creationId xmlns:a16="http://schemas.microsoft.com/office/drawing/2014/main" id="{8ECD5BAE-EA46-41CC-9AC9-63BB30498E97}"/>
              </a:ext>
            </a:extLst>
          </p:cNvPr>
          <p:cNvSpPr>
            <a:spLocks xmlns:a="http://schemas.openxmlformats.org/drawingml/2006/main" noGrp="1"/>
          </p:cNvSpPr>
          <p:nvPr/>
        </p:nvSpPr>
        <p:spPr>
          <a:xfrm xmlns:a="http://schemas.openxmlformats.org/drawingml/2006/main">
            <a:off x="609600" y="6324600"/>
            <a:ext cx="10972800" cy="9525"/>
          </a:xfrm>
          <a:prstGeom xmlns:a="http://schemas.openxmlformats.org/drawingml/2006/main" prst="rect">
            <a:avLst/>
          </a:prstGeom>
          <a:solidFill xmlns:a="http://schemas.openxmlformats.org/drawingml/2006/main">
            <a:srgbClr val="D7E3E9"/>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36A5089-6335-4E08-8E83-81B7657CE150}"/>
              </a:ext>
            </a:extLst>
          </p:cNvPr>
          <p:cNvSpPr>
            <a:spLocks xmlns:a="http://schemas.openxmlformats.org/drawingml/2006/main" noGrp="1"/>
          </p:cNvSpPr>
          <p:nvPr/>
        </p:nvSpPr>
        <p:spPr>
          <a:xfrm xmlns:a="http://schemas.openxmlformats.org/drawingml/2006/main">
            <a:off x="609600" y="6429375"/>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AgentFlow  |  Final Review</a:t>
            </a:r>
          </a:p>
        </p:txBody>
      </p:sp>
      <p:sp>
        <p:nvSpPr>
          <p:cNvPr id="6" name="">
            <a:extLst xmlns:a="http://schemas.openxmlformats.org/drawingml/2006/main">
              <a:ext uri="{FF2B5EF4-FFF2-40B4-BE49-F238E27FC236}">
                <a16:creationId xmlns:a16="http://schemas.microsoft.com/office/drawing/2014/main" id="{7B53BB73-D310-4855-9422-769B12A959B3}"/>
              </a:ext>
            </a:extLst>
          </p:cNvPr>
          <p:cNvSpPr>
            <a:spLocks xmlns:a="http://schemas.openxmlformats.org/drawingml/2006/main" noGrp="1"/>
          </p:cNvSpPr>
          <p:nvPr/>
        </p:nvSpPr>
        <p:spPr>
          <a:xfrm xmlns:a="http://schemas.openxmlformats.org/drawingml/2006/main">
            <a:off x="11029950" y="642937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17</a:t>
            </a:r>
          </a:p>
        </p:txBody>
      </p:sp>
      <p:sp>
        <p:nvSpPr>
          <p:cNvPr id="7" name="">
            <a:extLst xmlns:a="http://schemas.openxmlformats.org/drawingml/2006/main">
              <a:ext uri="{FF2B5EF4-FFF2-40B4-BE49-F238E27FC236}">
                <a16:creationId xmlns:a16="http://schemas.microsoft.com/office/drawing/2014/main" id="{5B259792-F628-407C-84E5-034B9543A4AC}"/>
              </a:ext>
            </a:extLst>
          </p:cNvPr>
          <p:cNvSpPr>
            <a:spLocks xmlns:a="http://schemas.openxmlformats.org/drawingml/2006/main" noGrp="1"/>
          </p:cNvSpPr>
          <p:nvPr/>
        </p:nvSpPr>
        <p:spPr>
          <a:xfrm xmlns:a="http://schemas.openxmlformats.org/drawingml/2006/main">
            <a:off x="733425" y="2019300"/>
            <a:ext cx="2000250"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D7E3E9"/>
            </a:solidFill>
            <a:prstDash val="solid"/>
          </a:ln>
        </p:spPr>
      </p:sp>
      <p:sp>
        <p:nvSpPr>
          <p:cNvPr id="8" name="">
            <a:extLst xmlns:a="http://schemas.openxmlformats.org/drawingml/2006/main">
              <a:ext uri="{FF2B5EF4-FFF2-40B4-BE49-F238E27FC236}">
                <a16:creationId xmlns:a16="http://schemas.microsoft.com/office/drawing/2014/main" id="{4989A341-883F-45D5-80D6-7F24F400D8C3}"/>
              </a:ext>
            </a:extLst>
          </p:cNvPr>
          <p:cNvSpPr>
            <a:spLocks xmlns:a="http://schemas.openxmlformats.org/drawingml/2006/main" noGrp="1"/>
          </p:cNvSpPr>
          <p:nvPr/>
        </p:nvSpPr>
        <p:spPr>
          <a:xfrm xmlns:a="http://schemas.openxmlformats.org/drawingml/2006/main">
            <a:off x="847725" y="2152650"/>
            <a:ext cx="17716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10243A"/>
                </a:solidFill>
              </a:defRPr>
            </a:defPPr>
            <a:lvl1pPr>
              <a:defRPr sz="1500" b="1">
                <a:solidFill>
                  <a:srgbClr val="10243A"/>
                </a:solidFill>
              </a:defRPr>
            </a:lvl1pPr>
            <a:lvl2pPr>
              <a:defRPr sz="1500" b="1">
                <a:solidFill>
                  <a:srgbClr val="10243A"/>
                </a:solidFill>
              </a:defRPr>
            </a:lvl2pPr>
            <a:lvl3pPr>
              <a:defRPr sz="1500" b="1">
                <a:solidFill>
                  <a:srgbClr val="10243A"/>
                </a:solidFill>
              </a:defRPr>
            </a:lvl3pPr>
            <a:lvl4pPr>
              <a:defRPr sz="1500" b="1">
                <a:solidFill>
                  <a:srgbClr val="10243A"/>
                </a:solidFill>
              </a:defRPr>
            </a:lvl4pPr>
            <a:lvl5pPr>
              <a:defRPr sz="1500" b="1">
                <a:solidFill>
                  <a:srgbClr val="10243A"/>
                </a:solidFill>
              </a:defRPr>
            </a:lvl5pPr>
            <a:lvl6pPr>
              <a:defRPr sz="1500" b="1">
                <a:solidFill>
                  <a:srgbClr val="10243A"/>
                </a:solidFill>
              </a:defRPr>
            </a:lvl6pPr>
            <a:lvl7pPr>
              <a:defRPr sz="1500" b="1">
                <a:solidFill>
                  <a:srgbClr val="10243A"/>
                </a:solidFill>
              </a:defRPr>
            </a:lvl7pPr>
            <a:lvl8pPr>
              <a:defRPr sz="1500" b="1">
                <a:solidFill>
                  <a:srgbClr val="10243A"/>
                </a:solidFill>
              </a:defRPr>
            </a:lvl8pPr>
            <a:lvl9pPr>
              <a:defRPr sz="1500" b="1">
                <a:solidFill>
                  <a:srgbClr val="10243A"/>
                </a:solidFill>
              </a:defRPr>
            </a:lvl9pPr>
          </a:lstStyle>
          <a:p xmlns:a="http://schemas.openxmlformats.org/drawingml/2006/main">
            <a:pPr>
              <a:buNone/>
              <a:defRPr sz="1500" b="1">
                <a:solidFill>
                  <a:srgbClr val="10243A"/>
                </a:solidFill>
              </a:defRPr>
            </a:pPr>
            <a:r>
              <a:rPr sz="1500" b="1">
                <a:solidFill>
                  <a:srgbClr val="10243A"/>
                </a:solidFill>
              </a:rPr>
              <a:t>Task fails</a:t>
            </a:r>
          </a:p>
        </p:txBody>
      </p:sp>
      <p:sp>
        <p:nvSpPr>
          <p:cNvPr id="9" name="">
            <a:extLst xmlns:a="http://schemas.openxmlformats.org/drawingml/2006/main">
              <a:ext uri="{FF2B5EF4-FFF2-40B4-BE49-F238E27FC236}">
                <a16:creationId xmlns:a16="http://schemas.microsoft.com/office/drawing/2014/main" id="{DD4362E6-7E8D-4310-BE81-CCC18097DF85}"/>
              </a:ext>
            </a:extLst>
          </p:cNvPr>
          <p:cNvSpPr>
            <a:spLocks xmlns:a="http://schemas.openxmlformats.org/drawingml/2006/main" noGrp="1"/>
          </p:cNvSpPr>
          <p:nvPr/>
        </p:nvSpPr>
        <p:spPr>
          <a:xfrm xmlns:a="http://schemas.openxmlformats.org/drawingml/2006/main">
            <a:off x="2895600" y="2162175"/>
            <a:ext cx="514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75" b="1">
                <a:solidFill>
                  <a:srgbClr val="007E78"/>
                </a:solidFill>
              </a:defRPr>
            </a:defPPr>
            <a:lvl1pPr>
              <a:defRPr sz="2775" b="1">
                <a:solidFill>
                  <a:srgbClr val="007E78"/>
                </a:solidFill>
              </a:defRPr>
            </a:lvl1pPr>
            <a:lvl2pPr>
              <a:defRPr sz="2775" b="1">
                <a:solidFill>
                  <a:srgbClr val="007E78"/>
                </a:solidFill>
              </a:defRPr>
            </a:lvl2pPr>
            <a:lvl3pPr>
              <a:defRPr sz="2775" b="1">
                <a:solidFill>
                  <a:srgbClr val="007E78"/>
                </a:solidFill>
              </a:defRPr>
            </a:lvl3pPr>
            <a:lvl4pPr>
              <a:defRPr sz="2775" b="1">
                <a:solidFill>
                  <a:srgbClr val="007E78"/>
                </a:solidFill>
              </a:defRPr>
            </a:lvl4pPr>
            <a:lvl5pPr>
              <a:defRPr sz="2775" b="1">
                <a:solidFill>
                  <a:srgbClr val="007E78"/>
                </a:solidFill>
              </a:defRPr>
            </a:lvl5pPr>
            <a:lvl6pPr>
              <a:defRPr sz="2775" b="1">
                <a:solidFill>
                  <a:srgbClr val="007E78"/>
                </a:solidFill>
              </a:defRPr>
            </a:lvl6pPr>
            <a:lvl7pPr>
              <a:defRPr sz="2775" b="1">
                <a:solidFill>
                  <a:srgbClr val="007E78"/>
                </a:solidFill>
              </a:defRPr>
            </a:lvl7pPr>
            <a:lvl8pPr>
              <a:defRPr sz="2775" b="1">
                <a:solidFill>
                  <a:srgbClr val="007E78"/>
                </a:solidFill>
              </a:defRPr>
            </a:lvl8pPr>
            <a:lvl9pPr>
              <a:defRPr sz="2775" b="1">
                <a:solidFill>
                  <a:srgbClr val="007E78"/>
                </a:solidFill>
              </a:defRPr>
            </a:lvl9pPr>
          </a:lstStyle>
          <a:p xmlns:a="http://schemas.openxmlformats.org/drawingml/2006/main">
            <a:pPr>
              <a:buNone/>
              <a:defRPr sz="2775" b="1">
                <a:solidFill>
                  <a:srgbClr val="007E78"/>
                </a:solidFill>
              </a:defRPr>
            </a:pPr>
            <a:r>
              <a:rPr sz="2775" b="1">
                <a:solidFill>
                  <a:srgbClr val="007E78"/>
                </a:solidFill>
              </a:rPr>
              <a:t>→</a:t>
            </a:r>
          </a:p>
        </p:txBody>
      </p:sp>
      <p:sp>
        <p:nvSpPr>
          <p:cNvPr id="10" name="">
            <a:extLst xmlns:a="http://schemas.openxmlformats.org/drawingml/2006/main">
              <a:ext uri="{FF2B5EF4-FFF2-40B4-BE49-F238E27FC236}">
                <a16:creationId xmlns:a16="http://schemas.microsoft.com/office/drawing/2014/main" id="{62E10304-B6A2-4ED7-8BAC-36EFD616E023}"/>
              </a:ext>
            </a:extLst>
          </p:cNvPr>
          <p:cNvSpPr>
            <a:spLocks xmlns:a="http://schemas.openxmlformats.org/drawingml/2006/main" noGrp="1"/>
          </p:cNvSpPr>
          <p:nvPr/>
        </p:nvSpPr>
        <p:spPr>
          <a:xfrm xmlns:a="http://schemas.openxmlformats.org/drawingml/2006/main">
            <a:off x="3438525" y="2019300"/>
            <a:ext cx="2190750"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D7E3E9"/>
            </a:solidFill>
            <a:prstDash val="solid"/>
          </a:ln>
        </p:spPr>
      </p:sp>
      <p:sp>
        <p:nvSpPr>
          <p:cNvPr id="11" name="">
            <a:extLst xmlns:a="http://schemas.openxmlformats.org/drawingml/2006/main">
              <a:ext uri="{FF2B5EF4-FFF2-40B4-BE49-F238E27FC236}">
                <a16:creationId xmlns:a16="http://schemas.microsoft.com/office/drawing/2014/main" id="{951606E0-447D-41F0-93A6-5A1D28F51EF3}"/>
              </a:ext>
            </a:extLst>
          </p:cNvPr>
          <p:cNvSpPr>
            <a:spLocks xmlns:a="http://schemas.openxmlformats.org/drawingml/2006/main" noGrp="1"/>
          </p:cNvSpPr>
          <p:nvPr/>
        </p:nvSpPr>
        <p:spPr>
          <a:xfrm xmlns:a="http://schemas.openxmlformats.org/drawingml/2006/main">
            <a:off x="3552825" y="2152650"/>
            <a:ext cx="19621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10243A"/>
                </a:solidFill>
              </a:defRPr>
            </a:defPPr>
            <a:lvl1pPr>
              <a:defRPr sz="1500" b="1">
                <a:solidFill>
                  <a:srgbClr val="10243A"/>
                </a:solidFill>
              </a:defRPr>
            </a:lvl1pPr>
            <a:lvl2pPr>
              <a:defRPr sz="1500" b="1">
                <a:solidFill>
                  <a:srgbClr val="10243A"/>
                </a:solidFill>
              </a:defRPr>
            </a:lvl2pPr>
            <a:lvl3pPr>
              <a:defRPr sz="1500" b="1">
                <a:solidFill>
                  <a:srgbClr val="10243A"/>
                </a:solidFill>
              </a:defRPr>
            </a:lvl3pPr>
            <a:lvl4pPr>
              <a:defRPr sz="1500" b="1">
                <a:solidFill>
                  <a:srgbClr val="10243A"/>
                </a:solidFill>
              </a:defRPr>
            </a:lvl4pPr>
            <a:lvl5pPr>
              <a:defRPr sz="1500" b="1">
                <a:solidFill>
                  <a:srgbClr val="10243A"/>
                </a:solidFill>
              </a:defRPr>
            </a:lvl5pPr>
            <a:lvl6pPr>
              <a:defRPr sz="1500" b="1">
                <a:solidFill>
                  <a:srgbClr val="10243A"/>
                </a:solidFill>
              </a:defRPr>
            </a:lvl6pPr>
            <a:lvl7pPr>
              <a:defRPr sz="1500" b="1">
                <a:solidFill>
                  <a:srgbClr val="10243A"/>
                </a:solidFill>
              </a:defRPr>
            </a:lvl7pPr>
            <a:lvl8pPr>
              <a:defRPr sz="1500" b="1">
                <a:solidFill>
                  <a:srgbClr val="10243A"/>
                </a:solidFill>
              </a:defRPr>
            </a:lvl8pPr>
            <a:lvl9pPr>
              <a:defRPr sz="1500" b="1">
                <a:solidFill>
                  <a:srgbClr val="10243A"/>
                </a:solidFill>
              </a:defRPr>
            </a:lvl9pPr>
          </a:lstStyle>
          <a:p xmlns:a="http://schemas.openxmlformats.org/drawingml/2006/main">
            <a:pPr>
              <a:buNone/>
              <a:defRPr sz="1500" b="1">
                <a:solidFill>
                  <a:srgbClr val="10243A"/>
                </a:solidFill>
              </a:defRPr>
            </a:pPr>
            <a:r>
              <a:rPr sz="1500" b="1">
                <a:solidFill>
                  <a:srgbClr val="10243A"/>
                </a:solidFill>
              </a:rPr>
              <a:t>Error classified</a:t>
            </a:r>
          </a:p>
        </p:txBody>
      </p:sp>
      <p:sp>
        <p:nvSpPr>
          <p:cNvPr id="12" name="">
            <a:extLst xmlns:a="http://schemas.openxmlformats.org/drawingml/2006/main">
              <a:ext uri="{FF2B5EF4-FFF2-40B4-BE49-F238E27FC236}">
                <a16:creationId xmlns:a16="http://schemas.microsoft.com/office/drawing/2014/main" id="{9583DD3D-EF5D-4BA0-8E96-D90B8E8A04F0}"/>
              </a:ext>
            </a:extLst>
          </p:cNvPr>
          <p:cNvSpPr>
            <a:spLocks xmlns:a="http://schemas.openxmlformats.org/drawingml/2006/main" noGrp="1"/>
          </p:cNvSpPr>
          <p:nvPr/>
        </p:nvSpPr>
        <p:spPr>
          <a:xfrm xmlns:a="http://schemas.openxmlformats.org/drawingml/2006/main">
            <a:off x="5781675" y="2162175"/>
            <a:ext cx="514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75" b="1">
                <a:solidFill>
                  <a:srgbClr val="007E78"/>
                </a:solidFill>
              </a:defRPr>
            </a:defPPr>
            <a:lvl1pPr>
              <a:defRPr sz="2775" b="1">
                <a:solidFill>
                  <a:srgbClr val="007E78"/>
                </a:solidFill>
              </a:defRPr>
            </a:lvl1pPr>
            <a:lvl2pPr>
              <a:defRPr sz="2775" b="1">
                <a:solidFill>
                  <a:srgbClr val="007E78"/>
                </a:solidFill>
              </a:defRPr>
            </a:lvl2pPr>
            <a:lvl3pPr>
              <a:defRPr sz="2775" b="1">
                <a:solidFill>
                  <a:srgbClr val="007E78"/>
                </a:solidFill>
              </a:defRPr>
            </a:lvl3pPr>
            <a:lvl4pPr>
              <a:defRPr sz="2775" b="1">
                <a:solidFill>
                  <a:srgbClr val="007E78"/>
                </a:solidFill>
              </a:defRPr>
            </a:lvl4pPr>
            <a:lvl5pPr>
              <a:defRPr sz="2775" b="1">
                <a:solidFill>
                  <a:srgbClr val="007E78"/>
                </a:solidFill>
              </a:defRPr>
            </a:lvl5pPr>
            <a:lvl6pPr>
              <a:defRPr sz="2775" b="1">
                <a:solidFill>
                  <a:srgbClr val="007E78"/>
                </a:solidFill>
              </a:defRPr>
            </a:lvl6pPr>
            <a:lvl7pPr>
              <a:defRPr sz="2775" b="1">
                <a:solidFill>
                  <a:srgbClr val="007E78"/>
                </a:solidFill>
              </a:defRPr>
            </a:lvl7pPr>
            <a:lvl8pPr>
              <a:defRPr sz="2775" b="1">
                <a:solidFill>
                  <a:srgbClr val="007E78"/>
                </a:solidFill>
              </a:defRPr>
            </a:lvl8pPr>
            <a:lvl9pPr>
              <a:defRPr sz="2775" b="1">
                <a:solidFill>
                  <a:srgbClr val="007E78"/>
                </a:solidFill>
              </a:defRPr>
            </a:lvl9pPr>
          </a:lstStyle>
          <a:p xmlns:a="http://schemas.openxmlformats.org/drawingml/2006/main">
            <a:pPr>
              <a:buNone/>
              <a:defRPr sz="2775" b="1">
                <a:solidFill>
                  <a:srgbClr val="007E78"/>
                </a:solidFill>
              </a:defRPr>
            </a:pPr>
            <a:r>
              <a:rPr sz="2775" b="1">
                <a:solidFill>
                  <a:srgbClr val="007E78"/>
                </a:solidFill>
              </a:rPr>
              <a:t>→</a:t>
            </a:r>
          </a:p>
        </p:txBody>
      </p:sp>
      <p:sp>
        <p:nvSpPr>
          <p:cNvPr id="13" name="">
            <a:extLst xmlns:a="http://schemas.openxmlformats.org/drawingml/2006/main">
              <a:ext uri="{FF2B5EF4-FFF2-40B4-BE49-F238E27FC236}">
                <a16:creationId xmlns:a16="http://schemas.microsoft.com/office/drawing/2014/main" id="{D8154FA7-9786-401C-B637-F984F1B6F47C}"/>
              </a:ext>
            </a:extLst>
          </p:cNvPr>
          <p:cNvSpPr>
            <a:spLocks xmlns:a="http://schemas.openxmlformats.org/drawingml/2006/main" noGrp="1"/>
          </p:cNvSpPr>
          <p:nvPr/>
        </p:nvSpPr>
        <p:spPr>
          <a:xfrm xmlns:a="http://schemas.openxmlformats.org/drawingml/2006/main">
            <a:off x="6334125" y="2019300"/>
            <a:ext cx="1809750"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D7E3E9"/>
            </a:solidFill>
            <a:prstDash val="solid"/>
          </a:ln>
        </p:spPr>
      </p:sp>
      <p:sp>
        <p:nvSpPr>
          <p:cNvPr id="14" name="">
            <a:extLst xmlns:a="http://schemas.openxmlformats.org/drawingml/2006/main">
              <a:ext uri="{FF2B5EF4-FFF2-40B4-BE49-F238E27FC236}">
                <a16:creationId xmlns:a16="http://schemas.microsoft.com/office/drawing/2014/main" id="{F671E371-5BA8-4B66-9231-AD27D4140AF4}"/>
              </a:ext>
            </a:extLst>
          </p:cNvPr>
          <p:cNvSpPr>
            <a:spLocks xmlns:a="http://schemas.openxmlformats.org/drawingml/2006/main" noGrp="1"/>
          </p:cNvSpPr>
          <p:nvPr/>
        </p:nvSpPr>
        <p:spPr>
          <a:xfrm xmlns:a="http://schemas.openxmlformats.org/drawingml/2006/main">
            <a:off x="6448425" y="2152650"/>
            <a:ext cx="15811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10243A"/>
                </a:solidFill>
              </a:defRPr>
            </a:defPPr>
            <a:lvl1pPr>
              <a:defRPr sz="1500" b="1">
                <a:solidFill>
                  <a:srgbClr val="10243A"/>
                </a:solidFill>
              </a:defRPr>
            </a:lvl1pPr>
            <a:lvl2pPr>
              <a:defRPr sz="1500" b="1">
                <a:solidFill>
                  <a:srgbClr val="10243A"/>
                </a:solidFill>
              </a:defRPr>
            </a:lvl2pPr>
            <a:lvl3pPr>
              <a:defRPr sz="1500" b="1">
                <a:solidFill>
                  <a:srgbClr val="10243A"/>
                </a:solidFill>
              </a:defRPr>
            </a:lvl3pPr>
            <a:lvl4pPr>
              <a:defRPr sz="1500" b="1">
                <a:solidFill>
                  <a:srgbClr val="10243A"/>
                </a:solidFill>
              </a:defRPr>
            </a:lvl4pPr>
            <a:lvl5pPr>
              <a:defRPr sz="1500" b="1">
                <a:solidFill>
                  <a:srgbClr val="10243A"/>
                </a:solidFill>
              </a:defRPr>
            </a:lvl5pPr>
            <a:lvl6pPr>
              <a:defRPr sz="1500" b="1">
                <a:solidFill>
                  <a:srgbClr val="10243A"/>
                </a:solidFill>
              </a:defRPr>
            </a:lvl6pPr>
            <a:lvl7pPr>
              <a:defRPr sz="1500" b="1">
                <a:solidFill>
                  <a:srgbClr val="10243A"/>
                </a:solidFill>
              </a:defRPr>
            </a:lvl7pPr>
            <a:lvl8pPr>
              <a:defRPr sz="1500" b="1">
                <a:solidFill>
                  <a:srgbClr val="10243A"/>
                </a:solidFill>
              </a:defRPr>
            </a:lvl8pPr>
            <a:lvl9pPr>
              <a:defRPr sz="1500" b="1">
                <a:solidFill>
                  <a:srgbClr val="10243A"/>
                </a:solidFill>
              </a:defRPr>
            </a:lvl9pPr>
          </a:lstStyle>
          <a:p xmlns:a="http://schemas.openxmlformats.org/drawingml/2006/main">
            <a:pPr>
              <a:buNone/>
              <a:defRPr sz="1500" b="1">
                <a:solidFill>
                  <a:srgbClr val="10243A"/>
                </a:solidFill>
              </a:defRPr>
            </a:pPr>
            <a:r>
              <a:rPr sz="1500" b="1">
                <a:solidFill>
                  <a:srgbClr val="10243A"/>
                </a:solidFill>
              </a:rPr>
              <a:t>Repairable?</a:t>
            </a:r>
          </a:p>
        </p:txBody>
      </p:sp>
      <p:sp>
        <p:nvSpPr>
          <p:cNvPr id="15" name="">
            <a:extLst xmlns:a="http://schemas.openxmlformats.org/drawingml/2006/main">
              <a:ext uri="{FF2B5EF4-FFF2-40B4-BE49-F238E27FC236}">
                <a16:creationId xmlns:a16="http://schemas.microsoft.com/office/drawing/2014/main" id="{DBDA9D30-6010-41AD-B07A-A0D2415EA8AB}"/>
              </a:ext>
            </a:extLst>
          </p:cNvPr>
          <p:cNvSpPr>
            <a:spLocks xmlns:a="http://schemas.openxmlformats.org/drawingml/2006/main" noGrp="1"/>
          </p:cNvSpPr>
          <p:nvPr/>
        </p:nvSpPr>
        <p:spPr>
          <a:xfrm xmlns:a="http://schemas.openxmlformats.org/drawingml/2006/main">
            <a:off x="8296275" y="2162175"/>
            <a:ext cx="514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75" b="1">
                <a:solidFill>
                  <a:srgbClr val="007E78"/>
                </a:solidFill>
              </a:defRPr>
            </a:defPPr>
            <a:lvl1pPr>
              <a:defRPr sz="2775" b="1">
                <a:solidFill>
                  <a:srgbClr val="007E78"/>
                </a:solidFill>
              </a:defRPr>
            </a:lvl1pPr>
            <a:lvl2pPr>
              <a:defRPr sz="2775" b="1">
                <a:solidFill>
                  <a:srgbClr val="007E78"/>
                </a:solidFill>
              </a:defRPr>
            </a:lvl2pPr>
            <a:lvl3pPr>
              <a:defRPr sz="2775" b="1">
                <a:solidFill>
                  <a:srgbClr val="007E78"/>
                </a:solidFill>
              </a:defRPr>
            </a:lvl3pPr>
            <a:lvl4pPr>
              <a:defRPr sz="2775" b="1">
                <a:solidFill>
                  <a:srgbClr val="007E78"/>
                </a:solidFill>
              </a:defRPr>
            </a:lvl4pPr>
            <a:lvl5pPr>
              <a:defRPr sz="2775" b="1">
                <a:solidFill>
                  <a:srgbClr val="007E78"/>
                </a:solidFill>
              </a:defRPr>
            </a:lvl5pPr>
            <a:lvl6pPr>
              <a:defRPr sz="2775" b="1">
                <a:solidFill>
                  <a:srgbClr val="007E78"/>
                </a:solidFill>
              </a:defRPr>
            </a:lvl6pPr>
            <a:lvl7pPr>
              <a:defRPr sz="2775" b="1">
                <a:solidFill>
                  <a:srgbClr val="007E78"/>
                </a:solidFill>
              </a:defRPr>
            </a:lvl7pPr>
            <a:lvl8pPr>
              <a:defRPr sz="2775" b="1">
                <a:solidFill>
                  <a:srgbClr val="007E78"/>
                </a:solidFill>
              </a:defRPr>
            </a:lvl8pPr>
            <a:lvl9pPr>
              <a:defRPr sz="2775" b="1">
                <a:solidFill>
                  <a:srgbClr val="007E78"/>
                </a:solidFill>
              </a:defRPr>
            </a:lvl9pPr>
          </a:lstStyle>
          <a:p xmlns:a="http://schemas.openxmlformats.org/drawingml/2006/main">
            <a:pPr>
              <a:buNone/>
              <a:defRPr sz="2775" b="1">
                <a:solidFill>
                  <a:srgbClr val="007E78"/>
                </a:solidFill>
              </a:defRPr>
            </a:pPr>
            <a:r>
              <a:rPr sz="2775" b="1">
                <a:solidFill>
                  <a:srgbClr val="007E78"/>
                </a:solidFill>
              </a:rPr>
              <a:t>→</a:t>
            </a:r>
          </a:p>
        </p:txBody>
      </p:sp>
      <p:sp>
        <p:nvSpPr>
          <p:cNvPr id="16" name="">
            <a:extLst xmlns:a="http://schemas.openxmlformats.org/drawingml/2006/main">
              <a:ext uri="{FF2B5EF4-FFF2-40B4-BE49-F238E27FC236}">
                <a16:creationId xmlns:a16="http://schemas.microsoft.com/office/drawing/2014/main" id="{8A73BAF3-91B8-4D4B-9969-AD78647DCBA1}"/>
              </a:ext>
            </a:extLst>
          </p:cNvPr>
          <p:cNvSpPr>
            <a:spLocks xmlns:a="http://schemas.openxmlformats.org/drawingml/2006/main" noGrp="1"/>
          </p:cNvSpPr>
          <p:nvPr/>
        </p:nvSpPr>
        <p:spPr>
          <a:xfrm xmlns:a="http://schemas.openxmlformats.org/drawingml/2006/main">
            <a:off x="8820150" y="2019300"/>
            <a:ext cx="2524125"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D7E3E9"/>
            </a:solidFill>
            <a:prstDash val="solid"/>
          </a:ln>
        </p:spPr>
      </p:sp>
      <p:sp>
        <p:nvSpPr>
          <p:cNvPr id="17" name="">
            <a:extLst xmlns:a="http://schemas.openxmlformats.org/drawingml/2006/main">
              <a:ext uri="{FF2B5EF4-FFF2-40B4-BE49-F238E27FC236}">
                <a16:creationId xmlns:a16="http://schemas.microsoft.com/office/drawing/2014/main" id="{1CEA440D-5148-4656-9264-E5910FCDEBEA}"/>
              </a:ext>
            </a:extLst>
          </p:cNvPr>
          <p:cNvSpPr>
            <a:spLocks xmlns:a="http://schemas.openxmlformats.org/drawingml/2006/main" noGrp="1"/>
          </p:cNvSpPr>
          <p:nvPr/>
        </p:nvSpPr>
        <p:spPr>
          <a:xfrm xmlns:a="http://schemas.openxmlformats.org/drawingml/2006/main">
            <a:off x="8934450" y="2152650"/>
            <a:ext cx="22955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10243A"/>
                </a:solidFill>
              </a:defRPr>
            </a:defPPr>
            <a:lvl1pPr>
              <a:defRPr sz="1500" b="1">
                <a:solidFill>
                  <a:srgbClr val="10243A"/>
                </a:solidFill>
              </a:defRPr>
            </a:lvl1pPr>
            <a:lvl2pPr>
              <a:defRPr sz="1500" b="1">
                <a:solidFill>
                  <a:srgbClr val="10243A"/>
                </a:solidFill>
              </a:defRPr>
            </a:lvl2pPr>
            <a:lvl3pPr>
              <a:defRPr sz="1500" b="1">
                <a:solidFill>
                  <a:srgbClr val="10243A"/>
                </a:solidFill>
              </a:defRPr>
            </a:lvl3pPr>
            <a:lvl4pPr>
              <a:defRPr sz="1500" b="1">
                <a:solidFill>
                  <a:srgbClr val="10243A"/>
                </a:solidFill>
              </a:defRPr>
            </a:lvl4pPr>
            <a:lvl5pPr>
              <a:defRPr sz="1500" b="1">
                <a:solidFill>
                  <a:srgbClr val="10243A"/>
                </a:solidFill>
              </a:defRPr>
            </a:lvl5pPr>
            <a:lvl6pPr>
              <a:defRPr sz="1500" b="1">
                <a:solidFill>
                  <a:srgbClr val="10243A"/>
                </a:solidFill>
              </a:defRPr>
            </a:lvl6pPr>
            <a:lvl7pPr>
              <a:defRPr sz="1500" b="1">
                <a:solidFill>
                  <a:srgbClr val="10243A"/>
                </a:solidFill>
              </a:defRPr>
            </a:lvl7pPr>
            <a:lvl8pPr>
              <a:defRPr sz="1500" b="1">
                <a:solidFill>
                  <a:srgbClr val="10243A"/>
                </a:solidFill>
              </a:defRPr>
            </a:lvl8pPr>
            <a:lvl9pPr>
              <a:defRPr sz="1500" b="1">
                <a:solidFill>
                  <a:srgbClr val="10243A"/>
                </a:solidFill>
              </a:defRPr>
            </a:lvl9pPr>
          </a:lstStyle>
          <a:p xmlns:a="http://schemas.openxmlformats.org/drawingml/2006/main">
            <a:pPr>
              <a:buNone/>
              <a:defRPr sz="1500" b="1">
                <a:solidFill>
                  <a:srgbClr val="10243A"/>
                </a:solidFill>
              </a:defRPr>
            </a:pPr>
            <a:r>
              <a:rPr sz="1500" b="1">
                <a:solidFill>
                  <a:srgbClr val="10243A"/>
                </a:solidFill>
              </a:rPr>
              <a:t>Revise instruction</a:t>
            </a:r>
          </a:p>
        </p:txBody>
      </p:sp>
      <p:sp>
        <p:nvSpPr>
          <p:cNvPr id="18" name="">
            <a:extLst xmlns:a="http://schemas.openxmlformats.org/drawingml/2006/main">
              <a:ext uri="{FF2B5EF4-FFF2-40B4-BE49-F238E27FC236}">
                <a16:creationId xmlns:a16="http://schemas.microsoft.com/office/drawing/2014/main" id="{A71DBDA4-FDEC-49EE-B1E6-D1CD5055B684}"/>
              </a:ext>
            </a:extLst>
          </p:cNvPr>
          <p:cNvSpPr>
            <a:spLocks xmlns:a="http://schemas.openxmlformats.org/drawingml/2006/main" noGrp="1"/>
          </p:cNvSpPr>
          <p:nvPr/>
        </p:nvSpPr>
        <p:spPr>
          <a:xfrm xmlns:a="http://schemas.openxmlformats.org/drawingml/2006/main">
            <a:off x="819150" y="3495675"/>
            <a:ext cx="4953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07E78"/>
                </a:solidFill>
              </a:defRPr>
            </a:defPPr>
            <a:lvl1pPr>
              <a:defRPr sz="1725" b="1">
                <a:solidFill>
                  <a:srgbClr val="007E78"/>
                </a:solidFill>
              </a:defRPr>
            </a:lvl1pPr>
            <a:lvl2pPr>
              <a:defRPr sz="1725" b="1">
                <a:solidFill>
                  <a:srgbClr val="007E78"/>
                </a:solidFill>
              </a:defRPr>
            </a:lvl2pPr>
            <a:lvl3pPr>
              <a:defRPr sz="1725" b="1">
                <a:solidFill>
                  <a:srgbClr val="007E78"/>
                </a:solidFill>
              </a:defRPr>
            </a:lvl3pPr>
            <a:lvl4pPr>
              <a:defRPr sz="1725" b="1">
                <a:solidFill>
                  <a:srgbClr val="007E78"/>
                </a:solidFill>
              </a:defRPr>
            </a:lvl4pPr>
            <a:lvl5pPr>
              <a:defRPr sz="1725" b="1">
                <a:solidFill>
                  <a:srgbClr val="007E78"/>
                </a:solidFill>
              </a:defRPr>
            </a:lvl5pPr>
            <a:lvl6pPr>
              <a:defRPr sz="1725" b="1">
                <a:solidFill>
                  <a:srgbClr val="007E78"/>
                </a:solidFill>
              </a:defRPr>
            </a:lvl6pPr>
            <a:lvl7pPr>
              <a:defRPr sz="1725" b="1">
                <a:solidFill>
                  <a:srgbClr val="007E78"/>
                </a:solidFill>
              </a:defRPr>
            </a:lvl7pPr>
            <a:lvl8pPr>
              <a:defRPr sz="1725" b="1">
                <a:solidFill>
                  <a:srgbClr val="007E78"/>
                </a:solidFill>
              </a:defRPr>
            </a:lvl8pPr>
            <a:lvl9pPr>
              <a:defRPr sz="1725" b="1">
                <a:solidFill>
                  <a:srgbClr val="007E78"/>
                </a:solidFill>
              </a:defRPr>
            </a:lvl9pPr>
          </a:lstStyle>
          <a:p xmlns:a="http://schemas.openxmlformats.org/drawingml/2006/main">
            <a:pPr>
              <a:buNone/>
              <a:defRPr sz="1725" b="1">
                <a:solidFill>
                  <a:srgbClr val="007E78"/>
                </a:solidFill>
              </a:defRPr>
            </a:pPr>
            <a:r>
              <a:rPr sz="1725" b="1">
                <a:solidFill>
                  <a:srgbClr val="007E78"/>
                </a:solidFill>
              </a:rPr>
              <a:t>Yes: retry only the failed task, up to 3 attempts.</a:t>
            </a:r>
          </a:p>
        </p:txBody>
      </p:sp>
      <p:sp>
        <p:nvSpPr>
          <p:cNvPr id="19" name="">
            <a:extLst xmlns:a="http://schemas.openxmlformats.org/drawingml/2006/main">
              <a:ext uri="{FF2B5EF4-FFF2-40B4-BE49-F238E27FC236}">
                <a16:creationId xmlns:a16="http://schemas.microsoft.com/office/drawing/2014/main" id="{B0FB4F1A-55AE-4E6F-82AE-00D5E3A8E06E}"/>
              </a:ext>
            </a:extLst>
          </p:cNvPr>
          <p:cNvSpPr>
            <a:spLocks xmlns:a="http://schemas.openxmlformats.org/drawingml/2006/main" noGrp="1"/>
          </p:cNvSpPr>
          <p:nvPr/>
        </p:nvSpPr>
        <p:spPr>
          <a:xfrm xmlns:a="http://schemas.openxmlformats.org/drawingml/2006/main">
            <a:off x="6381750" y="3495675"/>
            <a:ext cx="4857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C67A17"/>
                </a:solidFill>
              </a:defRPr>
            </a:defPPr>
            <a:lvl1pPr>
              <a:defRPr sz="1725" b="1">
                <a:solidFill>
                  <a:srgbClr val="C67A17"/>
                </a:solidFill>
              </a:defRPr>
            </a:lvl1pPr>
            <a:lvl2pPr>
              <a:defRPr sz="1725" b="1">
                <a:solidFill>
                  <a:srgbClr val="C67A17"/>
                </a:solidFill>
              </a:defRPr>
            </a:lvl2pPr>
            <a:lvl3pPr>
              <a:defRPr sz="1725" b="1">
                <a:solidFill>
                  <a:srgbClr val="C67A17"/>
                </a:solidFill>
              </a:defRPr>
            </a:lvl3pPr>
            <a:lvl4pPr>
              <a:defRPr sz="1725" b="1">
                <a:solidFill>
                  <a:srgbClr val="C67A17"/>
                </a:solidFill>
              </a:defRPr>
            </a:lvl4pPr>
            <a:lvl5pPr>
              <a:defRPr sz="1725" b="1">
                <a:solidFill>
                  <a:srgbClr val="C67A17"/>
                </a:solidFill>
              </a:defRPr>
            </a:lvl5pPr>
            <a:lvl6pPr>
              <a:defRPr sz="1725" b="1">
                <a:solidFill>
                  <a:srgbClr val="C67A17"/>
                </a:solidFill>
              </a:defRPr>
            </a:lvl6pPr>
            <a:lvl7pPr>
              <a:defRPr sz="1725" b="1">
                <a:solidFill>
                  <a:srgbClr val="C67A17"/>
                </a:solidFill>
              </a:defRPr>
            </a:lvl7pPr>
            <a:lvl8pPr>
              <a:defRPr sz="1725" b="1">
                <a:solidFill>
                  <a:srgbClr val="C67A17"/>
                </a:solidFill>
              </a:defRPr>
            </a:lvl8pPr>
            <a:lvl9pPr>
              <a:defRPr sz="1725" b="1">
                <a:solidFill>
                  <a:srgbClr val="C67A17"/>
                </a:solidFill>
              </a:defRPr>
            </a:lvl9pPr>
          </a:lstStyle>
          <a:p xmlns:a="http://schemas.openxmlformats.org/drawingml/2006/main">
            <a:pPr>
              <a:buNone/>
              <a:defRPr sz="1725" b="1">
                <a:solidFill>
                  <a:srgbClr val="C67A17"/>
                </a:solidFill>
              </a:defRPr>
            </a:pPr>
            <a:r>
              <a:rPr sz="1725" b="1">
                <a:solidFill>
                  <a:srgbClr val="C67A17"/>
                </a:solidFill>
              </a:rPr>
              <a:t>No: mark incomplete; preserve completed branches.</a:t>
            </a:r>
          </a:p>
        </p:txBody>
      </p:sp>
      <p:sp>
        <p:nvSpPr>
          <p:cNvPr id="20" name="">
            <a:extLst xmlns:a="http://schemas.openxmlformats.org/drawingml/2006/main">
              <a:ext uri="{FF2B5EF4-FFF2-40B4-BE49-F238E27FC236}">
                <a16:creationId xmlns:a16="http://schemas.microsoft.com/office/drawing/2014/main" id="{A62008E1-B211-4115-A222-F520515698EF}"/>
              </a:ext>
            </a:extLst>
          </p:cNvPr>
          <p:cNvSpPr>
            <a:spLocks xmlns:a="http://schemas.openxmlformats.org/drawingml/2006/main" noGrp="1"/>
          </p:cNvSpPr>
          <p:nvPr/>
        </p:nvSpPr>
        <p:spPr>
          <a:xfrm xmlns:a="http://schemas.openxmlformats.org/drawingml/2006/main">
            <a:off x="685800" y="5048250"/>
            <a:ext cx="10782300" cy="457200"/>
          </a:xfrm>
          <a:prstGeom xmlns:a="http://schemas.openxmlformats.org/drawingml/2006/main" prst="rect">
            <a:avLst/>
          </a:prstGeom>
          <a:solidFill xmlns:a="http://schemas.openxmlformats.org/drawingml/2006/main">
            <a:srgbClr val="E5F3F1"/>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64AF9F53-0D28-4E32-A64C-1A4AEF149E43}"/>
              </a:ext>
            </a:extLst>
          </p:cNvPr>
          <p:cNvSpPr>
            <a:spLocks xmlns:a="http://schemas.openxmlformats.org/drawingml/2006/main" noGrp="1"/>
          </p:cNvSpPr>
          <p:nvPr/>
        </p:nvSpPr>
        <p:spPr>
          <a:xfrm xmlns:a="http://schemas.openxmlformats.org/drawingml/2006/main">
            <a:off x="838200" y="5124450"/>
            <a:ext cx="10458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1">
                <a:solidFill>
                  <a:srgbClr val="10243A"/>
                </a:solidFill>
              </a:defRPr>
            </a:defPPr>
            <a:lvl1pPr>
              <a:defRPr sz="1425" b="1">
                <a:solidFill>
                  <a:srgbClr val="10243A"/>
                </a:solidFill>
              </a:defRPr>
            </a:lvl1pPr>
            <a:lvl2pPr>
              <a:defRPr sz="1425" b="1">
                <a:solidFill>
                  <a:srgbClr val="10243A"/>
                </a:solidFill>
              </a:defRPr>
            </a:lvl2pPr>
            <a:lvl3pPr>
              <a:defRPr sz="1425" b="1">
                <a:solidFill>
                  <a:srgbClr val="10243A"/>
                </a:solidFill>
              </a:defRPr>
            </a:lvl3pPr>
            <a:lvl4pPr>
              <a:defRPr sz="1425" b="1">
                <a:solidFill>
                  <a:srgbClr val="10243A"/>
                </a:solidFill>
              </a:defRPr>
            </a:lvl4pPr>
            <a:lvl5pPr>
              <a:defRPr sz="1425" b="1">
                <a:solidFill>
                  <a:srgbClr val="10243A"/>
                </a:solidFill>
              </a:defRPr>
            </a:lvl5pPr>
            <a:lvl6pPr>
              <a:defRPr sz="1425" b="1">
                <a:solidFill>
                  <a:srgbClr val="10243A"/>
                </a:solidFill>
              </a:defRPr>
            </a:lvl6pPr>
            <a:lvl7pPr>
              <a:defRPr sz="1425" b="1">
                <a:solidFill>
                  <a:srgbClr val="10243A"/>
                </a:solidFill>
              </a:defRPr>
            </a:lvl7pPr>
            <a:lvl8pPr>
              <a:defRPr sz="1425" b="1">
                <a:solidFill>
                  <a:srgbClr val="10243A"/>
                </a:solidFill>
              </a:defRPr>
            </a:lvl8pPr>
            <a:lvl9pPr>
              <a:defRPr sz="1425" b="1">
                <a:solidFill>
                  <a:srgbClr val="10243A"/>
                </a:solidFill>
              </a:defRPr>
            </a:lvl9pPr>
          </a:lstStyle>
          <a:p xmlns:a="http://schemas.openxmlformats.org/drawingml/2006/main">
            <a:pPr>
              <a:buNone/>
              <a:defRPr sz="1425" b="1">
                <a:solidFill>
                  <a:srgbClr val="10243A"/>
                </a:solidFill>
              </a:defRPr>
            </a:pPr>
            <a:r>
              <a:rPr sz="1425" b="1">
                <a:solidFill>
                  <a:srgbClr val="10243A"/>
                </a:solidFill>
              </a:rPr>
              <a:t>A new API key or quota reset is required for provider failures.</a:t>
            </a:r>
          </a:p>
        </p:txBody>
      </p:sp>
    </p:spTree>
    <p:extLst>
      <p:ext uri="{BB962C8B-B14F-4D97-AF65-F5344CB8AC3E}">
        <p14:creationId xmlns:p14="http://schemas.microsoft.com/office/powerpoint/2010/main" val="312515104"/>
      </p:ext>
    </p:extLst>
  </p:cSld>
</p:sld>
</file>

<file path=ppt/slides/slide18.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B1C0E12-F10E-4044-A06F-261D2C0BC3B4}"/>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E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9F0C68E-B3DB-4E49-AD5D-9E50760F3081}"/>
              </a:ext>
            </a:extLst>
          </p:cNvPr>
          <p:cNvSpPr>
            <a:spLocks xmlns:a="http://schemas.openxmlformats.org/drawingml/2006/main" noGrp="1"/>
          </p:cNvSpPr>
          <p:nvPr/>
        </p:nvSpPr>
        <p:spPr>
          <a:xfrm xmlns:a="http://schemas.openxmlformats.org/drawingml/2006/main">
            <a:off x="609600" y="323850"/>
            <a:ext cx="1009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07E78"/>
                </a:solidFill>
              </a:defRPr>
            </a:defPPr>
            <a:lvl1pPr>
              <a:defRPr sz="1125" b="1">
                <a:solidFill>
                  <a:srgbClr val="007E78"/>
                </a:solidFill>
              </a:defRPr>
            </a:lvl1pPr>
            <a:lvl2pPr>
              <a:defRPr sz="1125" b="1">
                <a:solidFill>
                  <a:srgbClr val="007E78"/>
                </a:solidFill>
              </a:defRPr>
            </a:lvl2pPr>
            <a:lvl3pPr>
              <a:defRPr sz="1125" b="1">
                <a:solidFill>
                  <a:srgbClr val="007E78"/>
                </a:solidFill>
              </a:defRPr>
            </a:lvl3pPr>
            <a:lvl4pPr>
              <a:defRPr sz="1125" b="1">
                <a:solidFill>
                  <a:srgbClr val="007E78"/>
                </a:solidFill>
              </a:defRPr>
            </a:lvl4pPr>
            <a:lvl5pPr>
              <a:defRPr sz="1125" b="1">
                <a:solidFill>
                  <a:srgbClr val="007E78"/>
                </a:solidFill>
              </a:defRPr>
            </a:lvl5pPr>
            <a:lvl6pPr>
              <a:defRPr sz="1125" b="1">
                <a:solidFill>
                  <a:srgbClr val="007E78"/>
                </a:solidFill>
              </a:defRPr>
            </a:lvl6pPr>
            <a:lvl7pPr>
              <a:defRPr sz="1125" b="1">
                <a:solidFill>
                  <a:srgbClr val="007E78"/>
                </a:solidFill>
              </a:defRPr>
            </a:lvl7pPr>
            <a:lvl8pPr>
              <a:defRPr sz="1125" b="1">
                <a:solidFill>
                  <a:srgbClr val="007E78"/>
                </a:solidFill>
              </a:defRPr>
            </a:lvl8pPr>
            <a:lvl9pPr>
              <a:defRPr sz="1125" b="1">
                <a:solidFill>
                  <a:srgbClr val="007E78"/>
                </a:solidFill>
              </a:defRPr>
            </a:lvl9pPr>
          </a:lstStyle>
          <a:p xmlns:a="http://schemas.openxmlformats.org/drawingml/2006/main">
            <a:pPr>
              <a:buNone/>
              <a:defRPr sz="1125" b="1">
                <a:solidFill>
                  <a:srgbClr val="007E78"/>
                </a:solidFill>
              </a:defRPr>
            </a:pPr>
            <a:r>
              <a:rPr sz="1125" b="1">
                <a:solidFill>
                  <a:srgbClr val="007E78"/>
                </a:solidFill>
              </a:rPr>
              <a:t>17  WHERE TO FIND THE IMPLEMENTATION</a:t>
            </a:r>
          </a:p>
        </p:txBody>
      </p:sp>
      <p:sp>
        <p:nvSpPr>
          <p:cNvPr id="3" name="">
            <a:extLst xmlns:a="http://schemas.openxmlformats.org/drawingml/2006/main">
              <a:ext uri="{FF2B5EF4-FFF2-40B4-BE49-F238E27FC236}">
                <a16:creationId xmlns:a16="http://schemas.microsoft.com/office/drawing/2014/main" id="{00300696-1B28-472A-9CD3-8C69A328CC63}"/>
              </a:ext>
            </a:extLst>
          </p:cNvPr>
          <p:cNvSpPr>
            <a:spLocks xmlns:a="http://schemas.openxmlformats.org/drawingml/2006/main" noGrp="1"/>
          </p:cNvSpPr>
          <p:nvPr/>
        </p:nvSpPr>
        <p:spPr>
          <a:xfrm xmlns:a="http://schemas.openxmlformats.org/drawingml/2006/main">
            <a:off x="609600" y="685800"/>
            <a:ext cx="10858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10243A"/>
                </a:solidFill>
              </a:defRPr>
            </a:defPPr>
            <a:lvl1pPr>
              <a:defRPr sz="2850" b="1">
                <a:solidFill>
                  <a:srgbClr val="10243A"/>
                </a:solidFill>
              </a:defRPr>
            </a:lvl1pPr>
            <a:lvl2pPr>
              <a:defRPr sz="2850" b="1">
                <a:solidFill>
                  <a:srgbClr val="10243A"/>
                </a:solidFill>
              </a:defRPr>
            </a:lvl2pPr>
            <a:lvl3pPr>
              <a:defRPr sz="2850" b="1">
                <a:solidFill>
                  <a:srgbClr val="10243A"/>
                </a:solidFill>
              </a:defRPr>
            </a:lvl3pPr>
            <a:lvl4pPr>
              <a:defRPr sz="2850" b="1">
                <a:solidFill>
                  <a:srgbClr val="10243A"/>
                </a:solidFill>
              </a:defRPr>
            </a:lvl4pPr>
            <a:lvl5pPr>
              <a:defRPr sz="2850" b="1">
                <a:solidFill>
                  <a:srgbClr val="10243A"/>
                </a:solidFill>
              </a:defRPr>
            </a:lvl5pPr>
            <a:lvl6pPr>
              <a:defRPr sz="2850" b="1">
                <a:solidFill>
                  <a:srgbClr val="10243A"/>
                </a:solidFill>
              </a:defRPr>
            </a:lvl6pPr>
            <a:lvl7pPr>
              <a:defRPr sz="2850" b="1">
                <a:solidFill>
                  <a:srgbClr val="10243A"/>
                </a:solidFill>
              </a:defRPr>
            </a:lvl7pPr>
            <a:lvl8pPr>
              <a:defRPr sz="2850" b="1">
                <a:solidFill>
                  <a:srgbClr val="10243A"/>
                </a:solidFill>
              </a:defRPr>
            </a:lvl8pPr>
            <a:lvl9pPr>
              <a:defRPr sz="2850" b="1">
                <a:solidFill>
                  <a:srgbClr val="10243A"/>
                </a:solidFill>
              </a:defRPr>
            </a:lvl9pPr>
          </a:lstStyle>
          <a:p xmlns:a="http://schemas.openxmlformats.org/drawingml/2006/main">
            <a:pPr>
              <a:buNone/>
              <a:defRPr sz="2850" b="1">
                <a:solidFill>
                  <a:srgbClr val="10243A"/>
                </a:solidFill>
              </a:defRPr>
            </a:pPr>
            <a:r>
              <a:rPr sz="2850" b="1">
                <a:solidFill>
                  <a:srgbClr val="10243A"/>
                </a:solidFill>
              </a:rPr>
              <a:t>API and code map</a:t>
            </a:r>
          </a:p>
        </p:txBody>
      </p:sp>
      <p:sp>
        <p:nvSpPr>
          <p:cNvPr id="4" name="">
            <a:extLst xmlns:a="http://schemas.openxmlformats.org/drawingml/2006/main">
              <a:ext uri="{FF2B5EF4-FFF2-40B4-BE49-F238E27FC236}">
                <a16:creationId xmlns:a16="http://schemas.microsoft.com/office/drawing/2014/main" id="{2F3B2681-FE10-4DCA-98D5-5E0D27908957}"/>
              </a:ext>
            </a:extLst>
          </p:cNvPr>
          <p:cNvSpPr>
            <a:spLocks xmlns:a="http://schemas.openxmlformats.org/drawingml/2006/main" noGrp="1"/>
          </p:cNvSpPr>
          <p:nvPr/>
        </p:nvSpPr>
        <p:spPr>
          <a:xfrm xmlns:a="http://schemas.openxmlformats.org/drawingml/2006/main">
            <a:off x="609600" y="6324600"/>
            <a:ext cx="10972800" cy="9525"/>
          </a:xfrm>
          <a:prstGeom xmlns:a="http://schemas.openxmlformats.org/drawingml/2006/main" prst="rect">
            <a:avLst/>
          </a:prstGeom>
          <a:solidFill xmlns:a="http://schemas.openxmlformats.org/drawingml/2006/main">
            <a:srgbClr val="D7E3E9"/>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F37CBE6-E714-49B4-B460-7B9996914102}"/>
              </a:ext>
            </a:extLst>
          </p:cNvPr>
          <p:cNvSpPr>
            <a:spLocks xmlns:a="http://schemas.openxmlformats.org/drawingml/2006/main" noGrp="1"/>
          </p:cNvSpPr>
          <p:nvPr/>
        </p:nvSpPr>
        <p:spPr>
          <a:xfrm xmlns:a="http://schemas.openxmlformats.org/drawingml/2006/main">
            <a:off x="609600" y="6429375"/>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AgentFlow  |  Final Review</a:t>
            </a:r>
          </a:p>
        </p:txBody>
      </p:sp>
      <p:sp>
        <p:nvSpPr>
          <p:cNvPr id="6" name="">
            <a:extLst xmlns:a="http://schemas.openxmlformats.org/drawingml/2006/main">
              <a:ext uri="{FF2B5EF4-FFF2-40B4-BE49-F238E27FC236}">
                <a16:creationId xmlns:a16="http://schemas.microsoft.com/office/drawing/2014/main" id="{9C79FBAD-99F9-4847-8038-770C79747EF0}"/>
              </a:ext>
            </a:extLst>
          </p:cNvPr>
          <p:cNvSpPr>
            <a:spLocks xmlns:a="http://schemas.openxmlformats.org/drawingml/2006/main" noGrp="1"/>
          </p:cNvSpPr>
          <p:nvPr/>
        </p:nvSpPr>
        <p:spPr>
          <a:xfrm xmlns:a="http://schemas.openxmlformats.org/drawingml/2006/main">
            <a:off x="11029950" y="642937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18</a:t>
            </a:r>
          </a:p>
        </p:txBody>
      </p:sp>
      <p:sp>
        <p:nvSpPr>
          <p:cNvPr id="7" name="">
            <a:extLst xmlns:a="http://schemas.openxmlformats.org/drawingml/2006/main">
              <a:ext uri="{FF2B5EF4-FFF2-40B4-BE49-F238E27FC236}">
                <a16:creationId xmlns:a16="http://schemas.microsoft.com/office/drawing/2014/main" id="{465A88A7-14F4-4EB3-AEED-60E165783CFD}"/>
              </a:ext>
            </a:extLst>
          </p:cNvPr>
          <p:cNvSpPr>
            <a:spLocks xmlns:a="http://schemas.openxmlformats.org/drawingml/2006/main" noGrp="1"/>
          </p:cNvSpPr>
          <p:nvPr/>
        </p:nvSpPr>
        <p:spPr>
          <a:xfrm xmlns:a="http://schemas.openxmlformats.org/drawingml/2006/main">
            <a:off x="704850" y="167640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1">
                <a:solidFill>
                  <a:srgbClr val="007E78"/>
                </a:solidFill>
              </a:defRPr>
            </a:defPPr>
            <a:lvl1pPr>
              <a:defRPr sz="1425" b="1">
                <a:solidFill>
                  <a:srgbClr val="007E78"/>
                </a:solidFill>
              </a:defRPr>
            </a:lvl1pPr>
            <a:lvl2pPr>
              <a:defRPr sz="1425" b="1">
                <a:solidFill>
                  <a:srgbClr val="007E78"/>
                </a:solidFill>
              </a:defRPr>
            </a:lvl2pPr>
            <a:lvl3pPr>
              <a:defRPr sz="1425" b="1">
                <a:solidFill>
                  <a:srgbClr val="007E78"/>
                </a:solidFill>
              </a:defRPr>
            </a:lvl3pPr>
            <a:lvl4pPr>
              <a:defRPr sz="1425" b="1">
                <a:solidFill>
                  <a:srgbClr val="007E78"/>
                </a:solidFill>
              </a:defRPr>
            </a:lvl4pPr>
            <a:lvl5pPr>
              <a:defRPr sz="1425" b="1">
                <a:solidFill>
                  <a:srgbClr val="007E78"/>
                </a:solidFill>
              </a:defRPr>
            </a:lvl5pPr>
            <a:lvl6pPr>
              <a:defRPr sz="1425" b="1">
                <a:solidFill>
                  <a:srgbClr val="007E78"/>
                </a:solidFill>
              </a:defRPr>
            </a:lvl6pPr>
            <a:lvl7pPr>
              <a:defRPr sz="1425" b="1">
                <a:solidFill>
                  <a:srgbClr val="007E78"/>
                </a:solidFill>
              </a:defRPr>
            </a:lvl7pPr>
            <a:lvl8pPr>
              <a:defRPr sz="1425" b="1">
                <a:solidFill>
                  <a:srgbClr val="007E78"/>
                </a:solidFill>
              </a:defRPr>
            </a:lvl8pPr>
            <a:lvl9pPr>
              <a:defRPr sz="1425" b="1">
                <a:solidFill>
                  <a:srgbClr val="007E78"/>
                </a:solidFill>
              </a:defRPr>
            </a:lvl9pPr>
          </a:lstStyle>
          <a:p xmlns:a="http://schemas.openxmlformats.org/drawingml/2006/main">
            <a:pPr>
              <a:buNone/>
              <a:defRPr sz="1425" b="1">
                <a:solidFill>
                  <a:srgbClr val="007E78"/>
                </a:solidFill>
              </a:defRPr>
            </a:pPr>
            <a:r>
              <a:rPr sz="1425" b="1">
                <a:solidFill>
                  <a:srgbClr val="007E78"/>
                </a:solidFill>
              </a:rPr>
              <a:t>api.py</a:t>
            </a:r>
          </a:p>
        </p:txBody>
      </p:sp>
      <p:sp>
        <p:nvSpPr>
          <p:cNvPr id="8" name="">
            <a:extLst xmlns:a="http://schemas.openxmlformats.org/drawingml/2006/main">
              <a:ext uri="{FF2B5EF4-FFF2-40B4-BE49-F238E27FC236}">
                <a16:creationId xmlns:a16="http://schemas.microsoft.com/office/drawing/2014/main" id="{49E64331-E74D-4E85-BD4C-ACCFF3CEBCFB}"/>
              </a:ext>
            </a:extLst>
          </p:cNvPr>
          <p:cNvSpPr>
            <a:spLocks xmlns:a="http://schemas.openxmlformats.org/drawingml/2006/main" noGrp="1"/>
          </p:cNvSpPr>
          <p:nvPr/>
        </p:nvSpPr>
        <p:spPr>
          <a:xfrm xmlns:a="http://schemas.openxmlformats.org/drawingml/2006/main">
            <a:off x="3352800" y="1676400"/>
            <a:ext cx="7924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153047"/>
                </a:solidFill>
              </a:defRPr>
            </a:defPPr>
            <a:lvl1pPr>
              <a:defRPr sz="1425" b="0">
                <a:solidFill>
                  <a:srgbClr val="153047"/>
                </a:solidFill>
              </a:defRPr>
            </a:lvl1pPr>
            <a:lvl2pPr>
              <a:defRPr sz="1425" b="0">
                <a:solidFill>
                  <a:srgbClr val="153047"/>
                </a:solidFill>
              </a:defRPr>
            </a:lvl2pPr>
            <a:lvl3pPr>
              <a:defRPr sz="1425" b="0">
                <a:solidFill>
                  <a:srgbClr val="153047"/>
                </a:solidFill>
              </a:defRPr>
            </a:lvl3pPr>
            <a:lvl4pPr>
              <a:defRPr sz="1425" b="0">
                <a:solidFill>
                  <a:srgbClr val="153047"/>
                </a:solidFill>
              </a:defRPr>
            </a:lvl4pPr>
            <a:lvl5pPr>
              <a:defRPr sz="1425" b="0">
                <a:solidFill>
                  <a:srgbClr val="153047"/>
                </a:solidFill>
              </a:defRPr>
            </a:lvl5pPr>
            <a:lvl6pPr>
              <a:defRPr sz="1425" b="0">
                <a:solidFill>
                  <a:srgbClr val="153047"/>
                </a:solidFill>
              </a:defRPr>
            </a:lvl6pPr>
            <a:lvl7pPr>
              <a:defRPr sz="1425" b="0">
                <a:solidFill>
                  <a:srgbClr val="153047"/>
                </a:solidFill>
              </a:defRPr>
            </a:lvl7pPr>
            <a:lvl8pPr>
              <a:defRPr sz="1425" b="0">
                <a:solidFill>
                  <a:srgbClr val="153047"/>
                </a:solidFill>
              </a:defRPr>
            </a:lvl8pPr>
            <a:lvl9pPr>
              <a:defRPr sz="1425" b="0">
                <a:solidFill>
                  <a:srgbClr val="153047"/>
                </a:solidFill>
              </a:defRPr>
            </a:lvl9pPr>
          </a:lstStyle>
          <a:p xmlns:a="http://schemas.openxmlformats.org/drawingml/2006/main">
            <a:pPr>
              <a:buNone/>
              <a:defRPr sz="1425" b="0">
                <a:solidFill>
                  <a:srgbClr val="153047"/>
                </a:solidFill>
              </a:defRPr>
            </a:pPr>
            <a:r>
              <a:rPr sz="1425" b="0">
                <a:solidFill>
                  <a:srgbClr val="153047"/>
                </a:solidFill>
              </a:rPr>
              <a:t>Upload, execute, provider settings, history, artifacts</a:t>
            </a:r>
          </a:p>
        </p:txBody>
      </p:sp>
      <p:sp>
        <p:nvSpPr>
          <p:cNvPr id="9" name="">
            <a:extLst xmlns:a="http://schemas.openxmlformats.org/drawingml/2006/main">
              <a:ext uri="{FF2B5EF4-FFF2-40B4-BE49-F238E27FC236}">
                <a16:creationId xmlns:a16="http://schemas.microsoft.com/office/drawing/2014/main" id="{25D7035F-C78F-4B8E-919F-E1339C55300F}"/>
              </a:ext>
            </a:extLst>
          </p:cNvPr>
          <p:cNvSpPr>
            <a:spLocks xmlns:a="http://schemas.openxmlformats.org/drawingml/2006/main" noGrp="1"/>
          </p:cNvSpPr>
          <p:nvPr/>
        </p:nvSpPr>
        <p:spPr>
          <a:xfrm xmlns:a="http://schemas.openxmlformats.org/drawingml/2006/main">
            <a:off x="704850" y="2371725"/>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1">
                <a:solidFill>
                  <a:srgbClr val="007E78"/>
                </a:solidFill>
              </a:defRPr>
            </a:defPPr>
            <a:lvl1pPr>
              <a:defRPr sz="1425" b="1">
                <a:solidFill>
                  <a:srgbClr val="007E78"/>
                </a:solidFill>
              </a:defRPr>
            </a:lvl1pPr>
            <a:lvl2pPr>
              <a:defRPr sz="1425" b="1">
                <a:solidFill>
                  <a:srgbClr val="007E78"/>
                </a:solidFill>
              </a:defRPr>
            </a:lvl2pPr>
            <a:lvl3pPr>
              <a:defRPr sz="1425" b="1">
                <a:solidFill>
                  <a:srgbClr val="007E78"/>
                </a:solidFill>
              </a:defRPr>
            </a:lvl3pPr>
            <a:lvl4pPr>
              <a:defRPr sz="1425" b="1">
                <a:solidFill>
                  <a:srgbClr val="007E78"/>
                </a:solidFill>
              </a:defRPr>
            </a:lvl4pPr>
            <a:lvl5pPr>
              <a:defRPr sz="1425" b="1">
                <a:solidFill>
                  <a:srgbClr val="007E78"/>
                </a:solidFill>
              </a:defRPr>
            </a:lvl5pPr>
            <a:lvl6pPr>
              <a:defRPr sz="1425" b="1">
                <a:solidFill>
                  <a:srgbClr val="007E78"/>
                </a:solidFill>
              </a:defRPr>
            </a:lvl6pPr>
            <a:lvl7pPr>
              <a:defRPr sz="1425" b="1">
                <a:solidFill>
                  <a:srgbClr val="007E78"/>
                </a:solidFill>
              </a:defRPr>
            </a:lvl7pPr>
            <a:lvl8pPr>
              <a:defRPr sz="1425" b="1">
                <a:solidFill>
                  <a:srgbClr val="007E78"/>
                </a:solidFill>
              </a:defRPr>
            </a:lvl8pPr>
            <a:lvl9pPr>
              <a:defRPr sz="1425" b="1">
                <a:solidFill>
                  <a:srgbClr val="007E78"/>
                </a:solidFill>
              </a:defRPr>
            </a:lvl9pPr>
          </a:lstStyle>
          <a:p xmlns:a="http://schemas.openxmlformats.org/drawingml/2006/main">
            <a:pPr>
              <a:buNone/>
              <a:defRPr sz="1425" b="1">
                <a:solidFill>
                  <a:srgbClr val="007E78"/>
                </a:solidFill>
              </a:defRPr>
            </a:pPr>
            <a:r>
              <a:rPr sz="1425" b="1">
                <a:solidFill>
                  <a:srgbClr val="007E78"/>
                </a:solidFill>
              </a:rPr>
              <a:t>intelligence.py</a:t>
            </a:r>
          </a:p>
        </p:txBody>
      </p:sp>
      <p:sp>
        <p:nvSpPr>
          <p:cNvPr id="10" name="">
            <a:extLst xmlns:a="http://schemas.openxmlformats.org/drawingml/2006/main">
              <a:ext uri="{FF2B5EF4-FFF2-40B4-BE49-F238E27FC236}">
                <a16:creationId xmlns:a16="http://schemas.microsoft.com/office/drawing/2014/main" id="{FFBFA540-CDBB-47FC-A11F-249D9EB89868}"/>
              </a:ext>
            </a:extLst>
          </p:cNvPr>
          <p:cNvSpPr>
            <a:spLocks xmlns:a="http://schemas.openxmlformats.org/drawingml/2006/main" noGrp="1"/>
          </p:cNvSpPr>
          <p:nvPr/>
        </p:nvSpPr>
        <p:spPr>
          <a:xfrm xmlns:a="http://schemas.openxmlformats.org/drawingml/2006/main">
            <a:off x="3352800" y="2371725"/>
            <a:ext cx="7924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153047"/>
                </a:solidFill>
              </a:defRPr>
            </a:defPPr>
            <a:lvl1pPr>
              <a:defRPr sz="1425" b="0">
                <a:solidFill>
                  <a:srgbClr val="153047"/>
                </a:solidFill>
              </a:defRPr>
            </a:lvl1pPr>
            <a:lvl2pPr>
              <a:defRPr sz="1425" b="0">
                <a:solidFill>
                  <a:srgbClr val="153047"/>
                </a:solidFill>
              </a:defRPr>
            </a:lvl2pPr>
            <a:lvl3pPr>
              <a:defRPr sz="1425" b="0">
                <a:solidFill>
                  <a:srgbClr val="153047"/>
                </a:solidFill>
              </a:defRPr>
            </a:lvl3pPr>
            <a:lvl4pPr>
              <a:defRPr sz="1425" b="0">
                <a:solidFill>
                  <a:srgbClr val="153047"/>
                </a:solidFill>
              </a:defRPr>
            </a:lvl4pPr>
            <a:lvl5pPr>
              <a:defRPr sz="1425" b="0">
                <a:solidFill>
                  <a:srgbClr val="153047"/>
                </a:solidFill>
              </a:defRPr>
            </a:lvl5pPr>
            <a:lvl6pPr>
              <a:defRPr sz="1425" b="0">
                <a:solidFill>
                  <a:srgbClr val="153047"/>
                </a:solidFill>
              </a:defRPr>
            </a:lvl6pPr>
            <a:lvl7pPr>
              <a:defRPr sz="1425" b="0">
                <a:solidFill>
                  <a:srgbClr val="153047"/>
                </a:solidFill>
              </a:defRPr>
            </a:lvl7pPr>
            <a:lvl8pPr>
              <a:defRPr sz="1425" b="0">
                <a:solidFill>
                  <a:srgbClr val="153047"/>
                </a:solidFill>
              </a:defRPr>
            </a:lvl8pPr>
            <a:lvl9pPr>
              <a:defRPr sz="1425" b="0">
                <a:solidFill>
                  <a:srgbClr val="153047"/>
                </a:solidFill>
              </a:defRPr>
            </a:lvl9pPr>
          </a:lstStyle>
          <a:p xmlns:a="http://schemas.openxmlformats.org/drawingml/2006/main">
            <a:pPr>
              <a:buNone/>
              <a:defRPr sz="1425" b="0">
                <a:solidFill>
                  <a:srgbClr val="153047"/>
                </a:solidFill>
              </a:defRPr>
            </a:pPr>
            <a:r>
              <a:rPr sz="1425" b="0">
                <a:solidFill>
                  <a:srgbClr val="153047"/>
                </a:solidFill>
              </a:rPr>
              <a:t>Plan schema, validation, bounded evidence context</a:t>
            </a:r>
          </a:p>
        </p:txBody>
      </p:sp>
      <p:sp>
        <p:nvSpPr>
          <p:cNvPr id="11" name="">
            <a:extLst xmlns:a="http://schemas.openxmlformats.org/drawingml/2006/main">
              <a:ext uri="{FF2B5EF4-FFF2-40B4-BE49-F238E27FC236}">
                <a16:creationId xmlns:a16="http://schemas.microsoft.com/office/drawing/2014/main" id="{6BB20C7A-D351-4241-A87C-C0744E9D5561}"/>
              </a:ext>
            </a:extLst>
          </p:cNvPr>
          <p:cNvSpPr>
            <a:spLocks xmlns:a="http://schemas.openxmlformats.org/drawingml/2006/main" noGrp="1"/>
          </p:cNvSpPr>
          <p:nvPr/>
        </p:nvSpPr>
        <p:spPr>
          <a:xfrm xmlns:a="http://schemas.openxmlformats.org/drawingml/2006/main">
            <a:off x="704850" y="306705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1">
                <a:solidFill>
                  <a:srgbClr val="007E78"/>
                </a:solidFill>
              </a:defRPr>
            </a:defPPr>
            <a:lvl1pPr>
              <a:defRPr sz="1425" b="1">
                <a:solidFill>
                  <a:srgbClr val="007E78"/>
                </a:solidFill>
              </a:defRPr>
            </a:lvl1pPr>
            <a:lvl2pPr>
              <a:defRPr sz="1425" b="1">
                <a:solidFill>
                  <a:srgbClr val="007E78"/>
                </a:solidFill>
              </a:defRPr>
            </a:lvl2pPr>
            <a:lvl3pPr>
              <a:defRPr sz="1425" b="1">
                <a:solidFill>
                  <a:srgbClr val="007E78"/>
                </a:solidFill>
              </a:defRPr>
            </a:lvl3pPr>
            <a:lvl4pPr>
              <a:defRPr sz="1425" b="1">
                <a:solidFill>
                  <a:srgbClr val="007E78"/>
                </a:solidFill>
              </a:defRPr>
            </a:lvl4pPr>
            <a:lvl5pPr>
              <a:defRPr sz="1425" b="1">
                <a:solidFill>
                  <a:srgbClr val="007E78"/>
                </a:solidFill>
              </a:defRPr>
            </a:lvl5pPr>
            <a:lvl6pPr>
              <a:defRPr sz="1425" b="1">
                <a:solidFill>
                  <a:srgbClr val="007E78"/>
                </a:solidFill>
              </a:defRPr>
            </a:lvl6pPr>
            <a:lvl7pPr>
              <a:defRPr sz="1425" b="1">
                <a:solidFill>
                  <a:srgbClr val="007E78"/>
                </a:solidFill>
              </a:defRPr>
            </a:lvl7pPr>
            <a:lvl8pPr>
              <a:defRPr sz="1425" b="1">
                <a:solidFill>
                  <a:srgbClr val="007E78"/>
                </a:solidFill>
              </a:defRPr>
            </a:lvl8pPr>
            <a:lvl9pPr>
              <a:defRPr sz="1425" b="1">
                <a:solidFill>
                  <a:srgbClr val="007E78"/>
                </a:solidFill>
              </a:defRPr>
            </a:lvl9pPr>
          </a:lstStyle>
          <a:p xmlns:a="http://schemas.openxmlformats.org/drawingml/2006/main">
            <a:pPr>
              <a:buNone/>
              <a:defRPr sz="1425" b="1">
                <a:solidFill>
                  <a:srgbClr val="007E78"/>
                </a:solidFill>
              </a:defRPr>
            </a:pPr>
            <a:r>
              <a:rPr sz="1425" b="1">
                <a:solidFill>
                  <a:srgbClr val="007E78"/>
                </a:solidFill>
              </a:rPr>
              <a:t>workflow.py</a:t>
            </a:r>
          </a:p>
        </p:txBody>
      </p:sp>
      <p:sp>
        <p:nvSpPr>
          <p:cNvPr id="12" name="">
            <a:extLst xmlns:a="http://schemas.openxmlformats.org/drawingml/2006/main">
              <a:ext uri="{FF2B5EF4-FFF2-40B4-BE49-F238E27FC236}">
                <a16:creationId xmlns:a16="http://schemas.microsoft.com/office/drawing/2014/main" id="{E177CAD1-2164-438D-B450-73367FBE0368}"/>
              </a:ext>
            </a:extLst>
          </p:cNvPr>
          <p:cNvSpPr>
            <a:spLocks xmlns:a="http://schemas.openxmlformats.org/drawingml/2006/main" noGrp="1"/>
          </p:cNvSpPr>
          <p:nvPr/>
        </p:nvSpPr>
        <p:spPr>
          <a:xfrm xmlns:a="http://schemas.openxmlformats.org/drawingml/2006/main">
            <a:off x="3352800" y="3067050"/>
            <a:ext cx="7924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153047"/>
                </a:solidFill>
              </a:defRPr>
            </a:defPPr>
            <a:lvl1pPr>
              <a:defRPr sz="1425" b="0">
                <a:solidFill>
                  <a:srgbClr val="153047"/>
                </a:solidFill>
              </a:defRPr>
            </a:lvl1pPr>
            <a:lvl2pPr>
              <a:defRPr sz="1425" b="0">
                <a:solidFill>
                  <a:srgbClr val="153047"/>
                </a:solidFill>
              </a:defRPr>
            </a:lvl2pPr>
            <a:lvl3pPr>
              <a:defRPr sz="1425" b="0">
                <a:solidFill>
                  <a:srgbClr val="153047"/>
                </a:solidFill>
              </a:defRPr>
            </a:lvl3pPr>
            <a:lvl4pPr>
              <a:defRPr sz="1425" b="0">
                <a:solidFill>
                  <a:srgbClr val="153047"/>
                </a:solidFill>
              </a:defRPr>
            </a:lvl4pPr>
            <a:lvl5pPr>
              <a:defRPr sz="1425" b="0">
                <a:solidFill>
                  <a:srgbClr val="153047"/>
                </a:solidFill>
              </a:defRPr>
            </a:lvl5pPr>
            <a:lvl6pPr>
              <a:defRPr sz="1425" b="0">
                <a:solidFill>
                  <a:srgbClr val="153047"/>
                </a:solidFill>
              </a:defRPr>
            </a:lvl6pPr>
            <a:lvl7pPr>
              <a:defRPr sz="1425" b="0">
                <a:solidFill>
                  <a:srgbClr val="153047"/>
                </a:solidFill>
              </a:defRPr>
            </a:lvl7pPr>
            <a:lvl8pPr>
              <a:defRPr sz="1425" b="0">
                <a:solidFill>
                  <a:srgbClr val="153047"/>
                </a:solidFill>
              </a:defRPr>
            </a:lvl8pPr>
            <a:lvl9pPr>
              <a:defRPr sz="1425" b="0">
                <a:solidFill>
                  <a:srgbClr val="153047"/>
                </a:solidFill>
              </a:defRPr>
            </a:lvl9pPr>
          </a:lstStyle>
          <a:p xmlns:a="http://schemas.openxmlformats.org/drawingml/2006/main">
            <a:pPr>
              <a:buNone/>
              <a:defRPr sz="1425" b="0">
                <a:solidFill>
                  <a:srgbClr val="153047"/>
                </a:solidFill>
              </a:defRPr>
            </a:pPr>
            <a:r>
              <a:rPr sz="1425" b="0">
                <a:solidFill>
                  <a:srgbClr val="153047"/>
                </a:solidFill>
              </a:rPr>
              <a:t>LangGraph loop, tool dispatcher, hand-offs, persistence</a:t>
            </a:r>
          </a:p>
        </p:txBody>
      </p:sp>
      <p:sp>
        <p:nvSpPr>
          <p:cNvPr id="13" name="">
            <a:extLst xmlns:a="http://schemas.openxmlformats.org/drawingml/2006/main">
              <a:ext uri="{FF2B5EF4-FFF2-40B4-BE49-F238E27FC236}">
                <a16:creationId xmlns:a16="http://schemas.microsoft.com/office/drawing/2014/main" id="{AEA36376-21E8-400F-A588-C7B80CB42FBB}"/>
              </a:ext>
            </a:extLst>
          </p:cNvPr>
          <p:cNvSpPr>
            <a:spLocks xmlns:a="http://schemas.openxmlformats.org/drawingml/2006/main" noGrp="1"/>
          </p:cNvSpPr>
          <p:nvPr/>
        </p:nvSpPr>
        <p:spPr>
          <a:xfrm xmlns:a="http://schemas.openxmlformats.org/drawingml/2006/main">
            <a:off x="704850" y="3762375"/>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1">
                <a:solidFill>
                  <a:srgbClr val="007E78"/>
                </a:solidFill>
              </a:defRPr>
            </a:defPPr>
            <a:lvl1pPr>
              <a:defRPr sz="1425" b="1">
                <a:solidFill>
                  <a:srgbClr val="007E78"/>
                </a:solidFill>
              </a:defRPr>
            </a:lvl1pPr>
            <a:lvl2pPr>
              <a:defRPr sz="1425" b="1">
                <a:solidFill>
                  <a:srgbClr val="007E78"/>
                </a:solidFill>
              </a:defRPr>
            </a:lvl2pPr>
            <a:lvl3pPr>
              <a:defRPr sz="1425" b="1">
                <a:solidFill>
                  <a:srgbClr val="007E78"/>
                </a:solidFill>
              </a:defRPr>
            </a:lvl3pPr>
            <a:lvl4pPr>
              <a:defRPr sz="1425" b="1">
                <a:solidFill>
                  <a:srgbClr val="007E78"/>
                </a:solidFill>
              </a:defRPr>
            </a:lvl4pPr>
            <a:lvl5pPr>
              <a:defRPr sz="1425" b="1">
                <a:solidFill>
                  <a:srgbClr val="007E78"/>
                </a:solidFill>
              </a:defRPr>
            </a:lvl5pPr>
            <a:lvl6pPr>
              <a:defRPr sz="1425" b="1">
                <a:solidFill>
                  <a:srgbClr val="007E78"/>
                </a:solidFill>
              </a:defRPr>
            </a:lvl6pPr>
            <a:lvl7pPr>
              <a:defRPr sz="1425" b="1">
                <a:solidFill>
                  <a:srgbClr val="007E78"/>
                </a:solidFill>
              </a:defRPr>
            </a:lvl7pPr>
            <a:lvl8pPr>
              <a:defRPr sz="1425" b="1">
                <a:solidFill>
                  <a:srgbClr val="007E78"/>
                </a:solidFill>
              </a:defRPr>
            </a:lvl8pPr>
            <a:lvl9pPr>
              <a:defRPr sz="1425" b="1">
                <a:solidFill>
                  <a:srgbClr val="007E78"/>
                </a:solidFill>
              </a:defRPr>
            </a:lvl9pPr>
          </a:lstStyle>
          <a:p xmlns:a="http://schemas.openxmlformats.org/drawingml/2006/main">
            <a:pPr>
              <a:buNone/>
              <a:defRPr sz="1425" b="1">
                <a:solidFill>
                  <a:srgbClr val="007E78"/>
                </a:solidFill>
              </a:defRPr>
            </a:pPr>
            <a:r>
              <a:rPr sz="1425" b="1">
                <a:solidFill>
                  <a:srgbClr val="007E78"/>
                </a:solidFill>
              </a:rPr>
              <a:t>data_tools.py</a:t>
            </a:r>
          </a:p>
        </p:txBody>
      </p:sp>
      <p:sp>
        <p:nvSpPr>
          <p:cNvPr id="14" name="">
            <a:extLst xmlns:a="http://schemas.openxmlformats.org/drawingml/2006/main">
              <a:ext uri="{FF2B5EF4-FFF2-40B4-BE49-F238E27FC236}">
                <a16:creationId xmlns:a16="http://schemas.microsoft.com/office/drawing/2014/main" id="{2C85C8B3-D91F-430F-A486-52F0AEC29645}"/>
              </a:ext>
            </a:extLst>
          </p:cNvPr>
          <p:cNvSpPr>
            <a:spLocks xmlns:a="http://schemas.openxmlformats.org/drawingml/2006/main" noGrp="1"/>
          </p:cNvSpPr>
          <p:nvPr/>
        </p:nvSpPr>
        <p:spPr>
          <a:xfrm xmlns:a="http://schemas.openxmlformats.org/drawingml/2006/main">
            <a:off x="3352800" y="3762375"/>
            <a:ext cx="7924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153047"/>
                </a:solidFill>
              </a:defRPr>
            </a:defPPr>
            <a:lvl1pPr>
              <a:defRPr sz="1425" b="0">
                <a:solidFill>
                  <a:srgbClr val="153047"/>
                </a:solidFill>
              </a:defRPr>
            </a:lvl1pPr>
            <a:lvl2pPr>
              <a:defRPr sz="1425" b="0">
                <a:solidFill>
                  <a:srgbClr val="153047"/>
                </a:solidFill>
              </a:defRPr>
            </a:lvl2pPr>
            <a:lvl3pPr>
              <a:defRPr sz="1425" b="0">
                <a:solidFill>
                  <a:srgbClr val="153047"/>
                </a:solidFill>
              </a:defRPr>
            </a:lvl3pPr>
            <a:lvl4pPr>
              <a:defRPr sz="1425" b="0">
                <a:solidFill>
                  <a:srgbClr val="153047"/>
                </a:solidFill>
              </a:defRPr>
            </a:lvl4pPr>
            <a:lvl5pPr>
              <a:defRPr sz="1425" b="0">
                <a:solidFill>
                  <a:srgbClr val="153047"/>
                </a:solidFill>
              </a:defRPr>
            </a:lvl5pPr>
            <a:lvl6pPr>
              <a:defRPr sz="1425" b="0">
                <a:solidFill>
                  <a:srgbClr val="153047"/>
                </a:solidFill>
              </a:defRPr>
            </a:lvl6pPr>
            <a:lvl7pPr>
              <a:defRPr sz="1425" b="0">
                <a:solidFill>
                  <a:srgbClr val="153047"/>
                </a:solidFill>
              </a:defRPr>
            </a:lvl7pPr>
            <a:lvl8pPr>
              <a:defRPr sz="1425" b="0">
                <a:solidFill>
                  <a:srgbClr val="153047"/>
                </a:solidFill>
              </a:defRPr>
            </a:lvl8pPr>
            <a:lvl9pPr>
              <a:defRPr sz="1425" b="0">
                <a:solidFill>
                  <a:srgbClr val="153047"/>
                </a:solidFill>
              </a:defRPr>
            </a:lvl9pPr>
          </a:lstStyle>
          <a:p xmlns:a="http://schemas.openxmlformats.org/drawingml/2006/main">
            <a:pPr>
              <a:buNone/>
              <a:defRPr sz="1425" b="0">
                <a:solidFill>
                  <a:srgbClr val="153047"/>
                </a:solidFill>
              </a:defRPr>
            </a:pPr>
            <a:r>
              <a:rPr sz="1425" b="0">
                <a:solidFill>
                  <a:srgbClr val="153047"/>
                </a:solidFill>
              </a:rPr>
              <a:t>Table parsing and statistics</a:t>
            </a:r>
          </a:p>
        </p:txBody>
      </p:sp>
      <p:sp>
        <p:nvSpPr>
          <p:cNvPr id="15" name="">
            <a:extLst xmlns:a="http://schemas.openxmlformats.org/drawingml/2006/main">
              <a:ext uri="{FF2B5EF4-FFF2-40B4-BE49-F238E27FC236}">
                <a16:creationId xmlns:a16="http://schemas.microsoft.com/office/drawing/2014/main" id="{A715452E-98CF-42AF-B293-AB2EE46C1E39}"/>
              </a:ext>
            </a:extLst>
          </p:cNvPr>
          <p:cNvSpPr>
            <a:spLocks xmlns:a="http://schemas.openxmlformats.org/drawingml/2006/main" noGrp="1"/>
          </p:cNvSpPr>
          <p:nvPr/>
        </p:nvSpPr>
        <p:spPr>
          <a:xfrm xmlns:a="http://schemas.openxmlformats.org/drawingml/2006/main">
            <a:off x="704850" y="445770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1">
                <a:solidFill>
                  <a:srgbClr val="007E78"/>
                </a:solidFill>
              </a:defRPr>
            </a:defPPr>
            <a:lvl1pPr>
              <a:defRPr sz="1425" b="1">
                <a:solidFill>
                  <a:srgbClr val="007E78"/>
                </a:solidFill>
              </a:defRPr>
            </a:lvl1pPr>
            <a:lvl2pPr>
              <a:defRPr sz="1425" b="1">
                <a:solidFill>
                  <a:srgbClr val="007E78"/>
                </a:solidFill>
              </a:defRPr>
            </a:lvl2pPr>
            <a:lvl3pPr>
              <a:defRPr sz="1425" b="1">
                <a:solidFill>
                  <a:srgbClr val="007E78"/>
                </a:solidFill>
              </a:defRPr>
            </a:lvl3pPr>
            <a:lvl4pPr>
              <a:defRPr sz="1425" b="1">
                <a:solidFill>
                  <a:srgbClr val="007E78"/>
                </a:solidFill>
              </a:defRPr>
            </a:lvl4pPr>
            <a:lvl5pPr>
              <a:defRPr sz="1425" b="1">
                <a:solidFill>
                  <a:srgbClr val="007E78"/>
                </a:solidFill>
              </a:defRPr>
            </a:lvl5pPr>
            <a:lvl6pPr>
              <a:defRPr sz="1425" b="1">
                <a:solidFill>
                  <a:srgbClr val="007E78"/>
                </a:solidFill>
              </a:defRPr>
            </a:lvl6pPr>
            <a:lvl7pPr>
              <a:defRPr sz="1425" b="1">
                <a:solidFill>
                  <a:srgbClr val="007E78"/>
                </a:solidFill>
              </a:defRPr>
            </a:lvl7pPr>
            <a:lvl8pPr>
              <a:defRPr sz="1425" b="1">
                <a:solidFill>
                  <a:srgbClr val="007E78"/>
                </a:solidFill>
              </a:defRPr>
            </a:lvl8pPr>
            <a:lvl9pPr>
              <a:defRPr sz="1425" b="1">
                <a:solidFill>
                  <a:srgbClr val="007E78"/>
                </a:solidFill>
              </a:defRPr>
            </a:lvl9pPr>
          </a:lstStyle>
          <a:p xmlns:a="http://schemas.openxmlformats.org/drawingml/2006/main">
            <a:pPr>
              <a:buNone/>
              <a:defRPr sz="1425" b="1">
                <a:solidFill>
                  <a:srgbClr val="007E78"/>
                </a:solidFill>
              </a:defRPr>
            </a:pPr>
            <a:r>
              <a:rPr sz="1425" b="1">
                <a:solidFill>
                  <a:srgbClr val="007E78"/>
                </a:solidFill>
              </a:rPr>
              <a:t>paper_analysis.py</a:t>
            </a:r>
          </a:p>
        </p:txBody>
      </p:sp>
      <p:sp>
        <p:nvSpPr>
          <p:cNvPr id="16" name="">
            <a:extLst xmlns:a="http://schemas.openxmlformats.org/drawingml/2006/main">
              <a:ext uri="{FF2B5EF4-FFF2-40B4-BE49-F238E27FC236}">
                <a16:creationId xmlns:a16="http://schemas.microsoft.com/office/drawing/2014/main" id="{83087DFD-11B1-4852-9E4F-24B3B8D48114}"/>
              </a:ext>
            </a:extLst>
          </p:cNvPr>
          <p:cNvSpPr>
            <a:spLocks xmlns:a="http://schemas.openxmlformats.org/drawingml/2006/main" noGrp="1"/>
          </p:cNvSpPr>
          <p:nvPr/>
        </p:nvSpPr>
        <p:spPr>
          <a:xfrm xmlns:a="http://schemas.openxmlformats.org/drawingml/2006/main">
            <a:off x="3352800" y="4457700"/>
            <a:ext cx="7924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153047"/>
                </a:solidFill>
              </a:defRPr>
            </a:defPPr>
            <a:lvl1pPr>
              <a:defRPr sz="1425" b="0">
                <a:solidFill>
                  <a:srgbClr val="153047"/>
                </a:solidFill>
              </a:defRPr>
            </a:lvl1pPr>
            <a:lvl2pPr>
              <a:defRPr sz="1425" b="0">
                <a:solidFill>
                  <a:srgbClr val="153047"/>
                </a:solidFill>
              </a:defRPr>
            </a:lvl2pPr>
            <a:lvl3pPr>
              <a:defRPr sz="1425" b="0">
                <a:solidFill>
                  <a:srgbClr val="153047"/>
                </a:solidFill>
              </a:defRPr>
            </a:lvl3pPr>
            <a:lvl4pPr>
              <a:defRPr sz="1425" b="0">
                <a:solidFill>
                  <a:srgbClr val="153047"/>
                </a:solidFill>
              </a:defRPr>
            </a:lvl4pPr>
            <a:lvl5pPr>
              <a:defRPr sz="1425" b="0">
                <a:solidFill>
                  <a:srgbClr val="153047"/>
                </a:solidFill>
              </a:defRPr>
            </a:lvl5pPr>
            <a:lvl6pPr>
              <a:defRPr sz="1425" b="0">
                <a:solidFill>
                  <a:srgbClr val="153047"/>
                </a:solidFill>
              </a:defRPr>
            </a:lvl6pPr>
            <a:lvl7pPr>
              <a:defRPr sz="1425" b="0">
                <a:solidFill>
                  <a:srgbClr val="153047"/>
                </a:solidFill>
              </a:defRPr>
            </a:lvl7pPr>
            <a:lvl8pPr>
              <a:defRPr sz="1425" b="0">
                <a:solidFill>
                  <a:srgbClr val="153047"/>
                </a:solidFill>
              </a:defRPr>
            </a:lvl8pPr>
            <a:lvl9pPr>
              <a:defRPr sz="1425" b="0">
                <a:solidFill>
                  <a:srgbClr val="153047"/>
                </a:solidFill>
              </a:defRPr>
            </a:lvl9pPr>
          </a:lstStyle>
          <a:p xmlns:a="http://schemas.openxmlformats.org/drawingml/2006/main">
            <a:pPr>
              <a:buNone/>
              <a:defRPr sz="1425" b="0">
                <a:solidFill>
                  <a:srgbClr val="153047"/>
                </a:solidFill>
              </a:defRPr>
            </a:pPr>
            <a:r>
              <a:rPr sz="1425" b="0">
                <a:solidFill>
                  <a:srgbClr val="153047"/>
                </a:solidFill>
              </a:rPr>
              <a:t>Offline extractive summary and comparison</a:t>
            </a:r>
          </a:p>
        </p:txBody>
      </p:sp>
      <p:sp>
        <p:nvSpPr>
          <p:cNvPr id="17" name="">
            <a:extLst xmlns:a="http://schemas.openxmlformats.org/drawingml/2006/main">
              <a:ext uri="{FF2B5EF4-FFF2-40B4-BE49-F238E27FC236}">
                <a16:creationId xmlns:a16="http://schemas.microsoft.com/office/drawing/2014/main" id="{BDC14606-3A31-4106-9EC9-D00F0373867E}"/>
              </a:ext>
            </a:extLst>
          </p:cNvPr>
          <p:cNvSpPr>
            <a:spLocks xmlns:a="http://schemas.openxmlformats.org/drawingml/2006/main" noGrp="1"/>
          </p:cNvSpPr>
          <p:nvPr/>
        </p:nvSpPr>
        <p:spPr>
          <a:xfrm xmlns:a="http://schemas.openxmlformats.org/drawingml/2006/main">
            <a:off x="704850" y="5153025"/>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1">
                <a:solidFill>
                  <a:srgbClr val="007E78"/>
                </a:solidFill>
              </a:defRPr>
            </a:defPPr>
            <a:lvl1pPr>
              <a:defRPr sz="1425" b="1">
                <a:solidFill>
                  <a:srgbClr val="007E78"/>
                </a:solidFill>
              </a:defRPr>
            </a:lvl1pPr>
            <a:lvl2pPr>
              <a:defRPr sz="1425" b="1">
                <a:solidFill>
                  <a:srgbClr val="007E78"/>
                </a:solidFill>
              </a:defRPr>
            </a:lvl2pPr>
            <a:lvl3pPr>
              <a:defRPr sz="1425" b="1">
                <a:solidFill>
                  <a:srgbClr val="007E78"/>
                </a:solidFill>
              </a:defRPr>
            </a:lvl3pPr>
            <a:lvl4pPr>
              <a:defRPr sz="1425" b="1">
                <a:solidFill>
                  <a:srgbClr val="007E78"/>
                </a:solidFill>
              </a:defRPr>
            </a:lvl4pPr>
            <a:lvl5pPr>
              <a:defRPr sz="1425" b="1">
                <a:solidFill>
                  <a:srgbClr val="007E78"/>
                </a:solidFill>
              </a:defRPr>
            </a:lvl5pPr>
            <a:lvl6pPr>
              <a:defRPr sz="1425" b="1">
                <a:solidFill>
                  <a:srgbClr val="007E78"/>
                </a:solidFill>
              </a:defRPr>
            </a:lvl6pPr>
            <a:lvl7pPr>
              <a:defRPr sz="1425" b="1">
                <a:solidFill>
                  <a:srgbClr val="007E78"/>
                </a:solidFill>
              </a:defRPr>
            </a:lvl7pPr>
            <a:lvl8pPr>
              <a:defRPr sz="1425" b="1">
                <a:solidFill>
                  <a:srgbClr val="007E78"/>
                </a:solidFill>
              </a:defRPr>
            </a:lvl8pPr>
            <a:lvl9pPr>
              <a:defRPr sz="1425" b="1">
                <a:solidFill>
                  <a:srgbClr val="007E78"/>
                </a:solidFill>
              </a:defRPr>
            </a:lvl9pPr>
          </a:lstStyle>
          <a:p xmlns:a="http://schemas.openxmlformats.org/drawingml/2006/main">
            <a:pPr>
              <a:buNone/>
              <a:defRPr sz="1425" b="1">
                <a:solidFill>
                  <a:srgbClr val="007E78"/>
                </a:solidFill>
              </a:defRPr>
            </a:pPr>
            <a:r>
              <a:rPr sz="1425" b="1">
                <a:solidFill>
                  <a:srgbClr val="007E78"/>
                </a:solidFill>
              </a:rPr>
              <a:t>index.html</a:t>
            </a:r>
          </a:p>
        </p:txBody>
      </p:sp>
      <p:sp>
        <p:nvSpPr>
          <p:cNvPr id="18" name="">
            <a:extLst xmlns:a="http://schemas.openxmlformats.org/drawingml/2006/main">
              <a:ext uri="{FF2B5EF4-FFF2-40B4-BE49-F238E27FC236}">
                <a16:creationId xmlns:a16="http://schemas.microsoft.com/office/drawing/2014/main" id="{66C19BF0-5B6D-48FF-B4CE-B85A955A56EA}"/>
              </a:ext>
            </a:extLst>
          </p:cNvPr>
          <p:cNvSpPr>
            <a:spLocks xmlns:a="http://schemas.openxmlformats.org/drawingml/2006/main" noGrp="1"/>
          </p:cNvSpPr>
          <p:nvPr/>
        </p:nvSpPr>
        <p:spPr>
          <a:xfrm xmlns:a="http://schemas.openxmlformats.org/drawingml/2006/main">
            <a:off x="3352800" y="5153025"/>
            <a:ext cx="7924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153047"/>
                </a:solidFill>
              </a:defRPr>
            </a:defPPr>
            <a:lvl1pPr>
              <a:defRPr sz="1425" b="0">
                <a:solidFill>
                  <a:srgbClr val="153047"/>
                </a:solidFill>
              </a:defRPr>
            </a:lvl1pPr>
            <a:lvl2pPr>
              <a:defRPr sz="1425" b="0">
                <a:solidFill>
                  <a:srgbClr val="153047"/>
                </a:solidFill>
              </a:defRPr>
            </a:lvl2pPr>
            <a:lvl3pPr>
              <a:defRPr sz="1425" b="0">
                <a:solidFill>
                  <a:srgbClr val="153047"/>
                </a:solidFill>
              </a:defRPr>
            </a:lvl3pPr>
            <a:lvl4pPr>
              <a:defRPr sz="1425" b="0">
                <a:solidFill>
                  <a:srgbClr val="153047"/>
                </a:solidFill>
              </a:defRPr>
            </a:lvl4pPr>
            <a:lvl5pPr>
              <a:defRPr sz="1425" b="0">
                <a:solidFill>
                  <a:srgbClr val="153047"/>
                </a:solidFill>
              </a:defRPr>
            </a:lvl5pPr>
            <a:lvl6pPr>
              <a:defRPr sz="1425" b="0">
                <a:solidFill>
                  <a:srgbClr val="153047"/>
                </a:solidFill>
              </a:defRPr>
            </a:lvl6pPr>
            <a:lvl7pPr>
              <a:defRPr sz="1425" b="0">
                <a:solidFill>
                  <a:srgbClr val="153047"/>
                </a:solidFill>
              </a:defRPr>
            </a:lvl7pPr>
            <a:lvl8pPr>
              <a:defRPr sz="1425" b="0">
                <a:solidFill>
                  <a:srgbClr val="153047"/>
                </a:solidFill>
              </a:defRPr>
            </a:lvl8pPr>
            <a:lvl9pPr>
              <a:defRPr sz="1425" b="0">
                <a:solidFill>
                  <a:srgbClr val="153047"/>
                </a:solidFill>
              </a:defRPr>
            </a:lvl9pPr>
          </a:lstStyle>
          <a:p xmlns:a="http://schemas.openxmlformats.org/drawingml/2006/main">
            <a:pPr>
              <a:buNone/>
              <a:defRPr sz="1425" b="0">
                <a:solidFill>
                  <a:srgbClr val="153047"/>
                </a:solidFill>
              </a:defRPr>
            </a:pPr>
            <a:r>
              <a:rPr sz="1425" b="0">
                <a:solidFill>
                  <a:srgbClr val="153047"/>
                </a:solidFill>
              </a:rPr>
              <a:t>Input form, run cards, agent roster, graph</a:t>
            </a:r>
          </a:p>
        </p:txBody>
      </p:sp>
    </p:spTree>
    <p:extLst>
      <p:ext uri="{BB962C8B-B14F-4D97-AF65-F5344CB8AC3E}">
        <p14:creationId xmlns:p14="http://schemas.microsoft.com/office/powerpoint/2010/main" val="732781002"/>
      </p:ext>
    </p:extLst>
  </p:cSld>
</p:sld>
</file>

<file path=ppt/slides/slide19.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A65B3195-F4EE-4331-AFDB-417022AE278D}"/>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E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D48F31F-960D-4F6B-8146-57D485FCFB69}"/>
              </a:ext>
            </a:extLst>
          </p:cNvPr>
          <p:cNvSpPr>
            <a:spLocks xmlns:a="http://schemas.openxmlformats.org/drawingml/2006/main" noGrp="1"/>
          </p:cNvSpPr>
          <p:nvPr/>
        </p:nvSpPr>
        <p:spPr>
          <a:xfrm xmlns:a="http://schemas.openxmlformats.org/drawingml/2006/main">
            <a:off x="609600" y="323850"/>
            <a:ext cx="1009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07E78"/>
                </a:solidFill>
              </a:defRPr>
            </a:defPPr>
            <a:lvl1pPr>
              <a:defRPr sz="1125" b="1">
                <a:solidFill>
                  <a:srgbClr val="007E78"/>
                </a:solidFill>
              </a:defRPr>
            </a:lvl1pPr>
            <a:lvl2pPr>
              <a:defRPr sz="1125" b="1">
                <a:solidFill>
                  <a:srgbClr val="007E78"/>
                </a:solidFill>
              </a:defRPr>
            </a:lvl2pPr>
            <a:lvl3pPr>
              <a:defRPr sz="1125" b="1">
                <a:solidFill>
                  <a:srgbClr val="007E78"/>
                </a:solidFill>
              </a:defRPr>
            </a:lvl3pPr>
            <a:lvl4pPr>
              <a:defRPr sz="1125" b="1">
                <a:solidFill>
                  <a:srgbClr val="007E78"/>
                </a:solidFill>
              </a:defRPr>
            </a:lvl4pPr>
            <a:lvl5pPr>
              <a:defRPr sz="1125" b="1">
                <a:solidFill>
                  <a:srgbClr val="007E78"/>
                </a:solidFill>
              </a:defRPr>
            </a:lvl5pPr>
            <a:lvl6pPr>
              <a:defRPr sz="1125" b="1">
                <a:solidFill>
                  <a:srgbClr val="007E78"/>
                </a:solidFill>
              </a:defRPr>
            </a:lvl6pPr>
            <a:lvl7pPr>
              <a:defRPr sz="1125" b="1">
                <a:solidFill>
                  <a:srgbClr val="007E78"/>
                </a:solidFill>
              </a:defRPr>
            </a:lvl7pPr>
            <a:lvl8pPr>
              <a:defRPr sz="1125" b="1">
                <a:solidFill>
                  <a:srgbClr val="007E78"/>
                </a:solidFill>
              </a:defRPr>
            </a:lvl8pPr>
            <a:lvl9pPr>
              <a:defRPr sz="1125" b="1">
                <a:solidFill>
                  <a:srgbClr val="007E78"/>
                </a:solidFill>
              </a:defRPr>
            </a:lvl9pPr>
          </a:lstStyle>
          <a:p xmlns:a="http://schemas.openxmlformats.org/drawingml/2006/main">
            <a:pPr>
              <a:buNone/>
              <a:defRPr sz="1125" b="1">
                <a:solidFill>
                  <a:srgbClr val="007E78"/>
                </a:solidFill>
              </a:defRPr>
            </a:pPr>
            <a:r>
              <a:rPr sz="1125" b="1">
                <a:solidFill>
                  <a:srgbClr val="007E78"/>
                </a:solidFill>
              </a:rPr>
              <a:t>18  TECHNOLOGY AND RESPONSIBILITY</a:t>
            </a:r>
          </a:p>
        </p:txBody>
      </p:sp>
      <p:sp>
        <p:nvSpPr>
          <p:cNvPr id="3" name="">
            <a:extLst xmlns:a="http://schemas.openxmlformats.org/drawingml/2006/main">
              <a:ext uri="{FF2B5EF4-FFF2-40B4-BE49-F238E27FC236}">
                <a16:creationId xmlns:a16="http://schemas.microsoft.com/office/drawing/2014/main" id="{8DFC3C42-0678-45AF-8FFC-3AA6C5ACBA3E}"/>
              </a:ext>
            </a:extLst>
          </p:cNvPr>
          <p:cNvSpPr>
            <a:spLocks xmlns:a="http://schemas.openxmlformats.org/drawingml/2006/main" noGrp="1"/>
          </p:cNvSpPr>
          <p:nvPr/>
        </p:nvSpPr>
        <p:spPr>
          <a:xfrm xmlns:a="http://schemas.openxmlformats.org/drawingml/2006/main">
            <a:off x="609600" y="685800"/>
            <a:ext cx="10858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10243A"/>
                </a:solidFill>
              </a:defRPr>
            </a:defPPr>
            <a:lvl1pPr>
              <a:defRPr sz="2850" b="1">
                <a:solidFill>
                  <a:srgbClr val="10243A"/>
                </a:solidFill>
              </a:defRPr>
            </a:lvl1pPr>
            <a:lvl2pPr>
              <a:defRPr sz="2850" b="1">
                <a:solidFill>
                  <a:srgbClr val="10243A"/>
                </a:solidFill>
              </a:defRPr>
            </a:lvl2pPr>
            <a:lvl3pPr>
              <a:defRPr sz="2850" b="1">
                <a:solidFill>
                  <a:srgbClr val="10243A"/>
                </a:solidFill>
              </a:defRPr>
            </a:lvl3pPr>
            <a:lvl4pPr>
              <a:defRPr sz="2850" b="1">
                <a:solidFill>
                  <a:srgbClr val="10243A"/>
                </a:solidFill>
              </a:defRPr>
            </a:lvl4pPr>
            <a:lvl5pPr>
              <a:defRPr sz="2850" b="1">
                <a:solidFill>
                  <a:srgbClr val="10243A"/>
                </a:solidFill>
              </a:defRPr>
            </a:lvl5pPr>
            <a:lvl6pPr>
              <a:defRPr sz="2850" b="1">
                <a:solidFill>
                  <a:srgbClr val="10243A"/>
                </a:solidFill>
              </a:defRPr>
            </a:lvl6pPr>
            <a:lvl7pPr>
              <a:defRPr sz="2850" b="1">
                <a:solidFill>
                  <a:srgbClr val="10243A"/>
                </a:solidFill>
              </a:defRPr>
            </a:lvl7pPr>
            <a:lvl8pPr>
              <a:defRPr sz="2850" b="1">
                <a:solidFill>
                  <a:srgbClr val="10243A"/>
                </a:solidFill>
              </a:defRPr>
            </a:lvl8pPr>
            <a:lvl9pPr>
              <a:defRPr sz="2850" b="1">
                <a:solidFill>
                  <a:srgbClr val="10243A"/>
                </a:solidFill>
              </a:defRPr>
            </a:lvl9pPr>
          </a:lstStyle>
          <a:p xmlns:a="http://schemas.openxmlformats.org/drawingml/2006/main">
            <a:pPr>
              <a:buNone/>
              <a:defRPr sz="2850" b="1">
                <a:solidFill>
                  <a:srgbClr val="10243A"/>
                </a:solidFill>
              </a:defRPr>
            </a:pPr>
            <a:r>
              <a:rPr sz="2850" b="1">
                <a:solidFill>
                  <a:srgbClr val="10243A"/>
                </a:solidFill>
              </a:rPr>
              <a:t>Technology choices</a:t>
            </a:r>
          </a:p>
        </p:txBody>
      </p:sp>
      <p:sp>
        <p:nvSpPr>
          <p:cNvPr id="4" name="">
            <a:extLst xmlns:a="http://schemas.openxmlformats.org/drawingml/2006/main">
              <a:ext uri="{FF2B5EF4-FFF2-40B4-BE49-F238E27FC236}">
                <a16:creationId xmlns:a16="http://schemas.microsoft.com/office/drawing/2014/main" id="{B4D998A1-855B-4BAF-A199-BCF2C352B296}"/>
              </a:ext>
            </a:extLst>
          </p:cNvPr>
          <p:cNvSpPr>
            <a:spLocks xmlns:a="http://schemas.openxmlformats.org/drawingml/2006/main" noGrp="1"/>
          </p:cNvSpPr>
          <p:nvPr/>
        </p:nvSpPr>
        <p:spPr>
          <a:xfrm xmlns:a="http://schemas.openxmlformats.org/drawingml/2006/main">
            <a:off x="609600" y="6324600"/>
            <a:ext cx="10972800" cy="9525"/>
          </a:xfrm>
          <a:prstGeom xmlns:a="http://schemas.openxmlformats.org/drawingml/2006/main" prst="rect">
            <a:avLst/>
          </a:prstGeom>
          <a:solidFill xmlns:a="http://schemas.openxmlformats.org/drawingml/2006/main">
            <a:srgbClr val="D7E3E9"/>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C4B708D-EEF0-457F-9467-E0410C80AA98}"/>
              </a:ext>
            </a:extLst>
          </p:cNvPr>
          <p:cNvSpPr>
            <a:spLocks xmlns:a="http://schemas.openxmlformats.org/drawingml/2006/main" noGrp="1"/>
          </p:cNvSpPr>
          <p:nvPr/>
        </p:nvSpPr>
        <p:spPr>
          <a:xfrm xmlns:a="http://schemas.openxmlformats.org/drawingml/2006/main">
            <a:off x="609600" y="6429375"/>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AgentFlow  |  Final Review</a:t>
            </a:r>
          </a:p>
        </p:txBody>
      </p:sp>
      <p:sp>
        <p:nvSpPr>
          <p:cNvPr id="6" name="">
            <a:extLst xmlns:a="http://schemas.openxmlformats.org/drawingml/2006/main">
              <a:ext uri="{FF2B5EF4-FFF2-40B4-BE49-F238E27FC236}">
                <a16:creationId xmlns:a16="http://schemas.microsoft.com/office/drawing/2014/main" id="{5CCC5406-2B8E-4A7D-BEA7-9B807D1D6031}"/>
              </a:ext>
            </a:extLst>
          </p:cNvPr>
          <p:cNvSpPr>
            <a:spLocks xmlns:a="http://schemas.openxmlformats.org/drawingml/2006/main" noGrp="1"/>
          </p:cNvSpPr>
          <p:nvPr/>
        </p:nvSpPr>
        <p:spPr>
          <a:xfrm xmlns:a="http://schemas.openxmlformats.org/drawingml/2006/main">
            <a:off x="11029950" y="642937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19</a:t>
            </a:r>
          </a:p>
        </p:txBody>
      </p:sp>
      <p:sp>
        <p:nvSpPr>
          <p:cNvPr id="7" name="">
            <a:extLst xmlns:a="http://schemas.openxmlformats.org/drawingml/2006/main">
              <a:ext uri="{FF2B5EF4-FFF2-40B4-BE49-F238E27FC236}">
                <a16:creationId xmlns:a16="http://schemas.microsoft.com/office/drawing/2014/main" id="{0732082B-14C7-4464-9031-EC04627A7428}"/>
              </a:ext>
            </a:extLst>
          </p:cNvPr>
          <p:cNvSpPr>
            <a:spLocks xmlns:a="http://schemas.openxmlformats.org/drawingml/2006/main" noGrp="1"/>
          </p:cNvSpPr>
          <p:nvPr/>
        </p:nvSpPr>
        <p:spPr>
          <a:xfrm xmlns:a="http://schemas.openxmlformats.org/drawingml/2006/main">
            <a:off x="704850" y="167640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1">
                <a:solidFill>
                  <a:srgbClr val="007E78"/>
                </a:solidFill>
              </a:defRPr>
            </a:defPPr>
            <a:lvl1pPr>
              <a:defRPr sz="1425" b="1">
                <a:solidFill>
                  <a:srgbClr val="007E78"/>
                </a:solidFill>
              </a:defRPr>
            </a:lvl1pPr>
            <a:lvl2pPr>
              <a:defRPr sz="1425" b="1">
                <a:solidFill>
                  <a:srgbClr val="007E78"/>
                </a:solidFill>
              </a:defRPr>
            </a:lvl2pPr>
            <a:lvl3pPr>
              <a:defRPr sz="1425" b="1">
                <a:solidFill>
                  <a:srgbClr val="007E78"/>
                </a:solidFill>
              </a:defRPr>
            </a:lvl3pPr>
            <a:lvl4pPr>
              <a:defRPr sz="1425" b="1">
                <a:solidFill>
                  <a:srgbClr val="007E78"/>
                </a:solidFill>
              </a:defRPr>
            </a:lvl4pPr>
            <a:lvl5pPr>
              <a:defRPr sz="1425" b="1">
                <a:solidFill>
                  <a:srgbClr val="007E78"/>
                </a:solidFill>
              </a:defRPr>
            </a:lvl5pPr>
            <a:lvl6pPr>
              <a:defRPr sz="1425" b="1">
                <a:solidFill>
                  <a:srgbClr val="007E78"/>
                </a:solidFill>
              </a:defRPr>
            </a:lvl6pPr>
            <a:lvl7pPr>
              <a:defRPr sz="1425" b="1">
                <a:solidFill>
                  <a:srgbClr val="007E78"/>
                </a:solidFill>
              </a:defRPr>
            </a:lvl7pPr>
            <a:lvl8pPr>
              <a:defRPr sz="1425" b="1">
                <a:solidFill>
                  <a:srgbClr val="007E78"/>
                </a:solidFill>
              </a:defRPr>
            </a:lvl8pPr>
            <a:lvl9pPr>
              <a:defRPr sz="1425" b="1">
                <a:solidFill>
                  <a:srgbClr val="007E78"/>
                </a:solidFill>
              </a:defRPr>
            </a:lvl9pPr>
          </a:lstStyle>
          <a:p xmlns:a="http://schemas.openxmlformats.org/drawingml/2006/main">
            <a:pPr>
              <a:buNone/>
              <a:defRPr sz="1425" b="1">
                <a:solidFill>
                  <a:srgbClr val="007E78"/>
                </a:solidFill>
              </a:defRPr>
            </a:pPr>
            <a:r>
              <a:rPr sz="1425" b="1">
                <a:solidFill>
                  <a:srgbClr val="007E78"/>
                </a:solidFill>
              </a:rPr>
              <a:t>FastAPI + HTML</a:t>
            </a:r>
          </a:p>
        </p:txBody>
      </p:sp>
      <p:sp>
        <p:nvSpPr>
          <p:cNvPr id="8" name="">
            <a:extLst xmlns:a="http://schemas.openxmlformats.org/drawingml/2006/main">
              <a:ext uri="{FF2B5EF4-FFF2-40B4-BE49-F238E27FC236}">
                <a16:creationId xmlns:a16="http://schemas.microsoft.com/office/drawing/2014/main" id="{57376982-25FF-40ED-A0E1-6B7E5EF5DE26}"/>
              </a:ext>
            </a:extLst>
          </p:cNvPr>
          <p:cNvSpPr>
            <a:spLocks xmlns:a="http://schemas.openxmlformats.org/drawingml/2006/main" noGrp="1"/>
          </p:cNvSpPr>
          <p:nvPr/>
        </p:nvSpPr>
        <p:spPr>
          <a:xfrm xmlns:a="http://schemas.openxmlformats.org/drawingml/2006/main">
            <a:off x="3352800" y="1676400"/>
            <a:ext cx="7924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153047"/>
                </a:solidFill>
              </a:defRPr>
            </a:defPPr>
            <a:lvl1pPr>
              <a:defRPr sz="1425" b="0">
                <a:solidFill>
                  <a:srgbClr val="153047"/>
                </a:solidFill>
              </a:defRPr>
            </a:lvl1pPr>
            <a:lvl2pPr>
              <a:defRPr sz="1425" b="0">
                <a:solidFill>
                  <a:srgbClr val="153047"/>
                </a:solidFill>
              </a:defRPr>
            </a:lvl2pPr>
            <a:lvl3pPr>
              <a:defRPr sz="1425" b="0">
                <a:solidFill>
                  <a:srgbClr val="153047"/>
                </a:solidFill>
              </a:defRPr>
            </a:lvl3pPr>
            <a:lvl4pPr>
              <a:defRPr sz="1425" b="0">
                <a:solidFill>
                  <a:srgbClr val="153047"/>
                </a:solidFill>
              </a:defRPr>
            </a:lvl4pPr>
            <a:lvl5pPr>
              <a:defRPr sz="1425" b="0">
                <a:solidFill>
                  <a:srgbClr val="153047"/>
                </a:solidFill>
              </a:defRPr>
            </a:lvl5pPr>
            <a:lvl6pPr>
              <a:defRPr sz="1425" b="0">
                <a:solidFill>
                  <a:srgbClr val="153047"/>
                </a:solidFill>
              </a:defRPr>
            </a:lvl6pPr>
            <a:lvl7pPr>
              <a:defRPr sz="1425" b="0">
                <a:solidFill>
                  <a:srgbClr val="153047"/>
                </a:solidFill>
              </a:defRPr>
            </a:lvl7pPr>
            <a:lvl8pPr>
              <a:defRPr sz="1425" b="0">
                <a:solidFill>
                  <a:srgbClr val="153047"/>
                </a:solidFill>
              </a:defRPr>
            </a:lvl8pPr>
            <a:lvl9pPr>
              <a:defRPr sz="1425" b="0">
                <a:solidFill>
                  <a:srgbClr val="153047"/>
                </a:solidFill>
              </a:defRPr>
            </a:lvl9pPr>
          </a:lstStyle>
          <a:p xmlns:a="http://schemas.openxmlformats.org/drawingml/2006/main">
            <a:pPr>
              <a:buNone/>
              <a:defRPr sz="1425" b="0">
                <a:solidFill>
                  <a:srgbClr val="153047"/>
                </a:solidFill>
              </a:defRPr>
            </a:pPr>
            <a:r>
              <a:rPr sz="1425" b="0">
                <a:solidFill>
                  <a:srgbClr val="153047"/>
                </a:solidFill>
              </a:rPr>
              <a:t>Local web application and JSON endpoints</a:t>
            </a:r>
          </a:p>
        </p:txBody>
      </p:sp>
      <p:sp>
        <p:nvSpPr>
          <p:cNvPr id="9" name="">
            <a:extLst xmlns:a="http://schemas.openxmlformats.org/drawingml/2006/main">
              <a:ext uri="{FF2B5EF4-FFF2-40B4-BE49-F238E27FC236}">
                <a16:creationId xmlns:a16="http://schemas.microsoft.com/office/drawing/2014/main" id="{7AE9640F-0AF1-449E-B607-FB4725F24983}"/>
              </a:ext>
            </a:extLst>
          </p:cNvPr>
          <p:cNvSpPr>
            <a:spLocks xmlns:a="http://schemas.openxmlformats.org/drawingml/2006/main" noGrp="1"/>
          </p:cNvSpPr>
          <p:nvPr/>
        </p:nvSpPr>
        <p:spPr>
          <a:xfrm xmlns:a="http://schemas.openxmlformats.org/drawingml/2006/main">
            <a:off x="704850" y="2371725"/>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1">
                <a:solidFill>
                  <a:srgbClr val="007E78"/>
                </a:solidFill>
              </a:defRPr>
            </a:defPPr>
            <a:lvl1pPr>
              <a:defRPr sz="1425" b="1">
                <a:solidFill>
                  <a:srgbClr val="007E78"/>
                </a:solidFill>
              </a:defRPr>
            </a:lvl1pPr>
            <a:lvl2pPr>
              <a:defRPr sz="1425" b="1">
                <a:solidFill>
                  <a:srgbClr val="007E78"/>
                </a:solidFill>
              </a:defRPr>
            </a:lvl2pPr>
            <a:lvl3pPr>
              <a:defRPr sz="1425" b="1">
                <a:solidFill>
                  <a:srgbClr val="007E78"/>
                </a:solidFill>
              </a:defRPr>
            </a:lvl3pPr>
            <a:lvl4pPr>
              <a:defRPr sz="1425" b="1">
                <a:solidFill>
                  <a:srgbClr val="007E78"/>
                </a:solidFill>
              </a:defRPr>
            </a:lvl4pPr>
            <a:lvl5pPr>
              <a:defRPr sz="1425" b="1">
                <a:solidFill>
                  <a:srgbClr val="007E78"/>
                </a:solidFill>
              </a:defRPr>
            </a:lvl5pPr>
            <a:lvl6pPr>
              <a:defRPr sz="1425" b="1">
                <a:solidFill>
                  <a:srgbClr val="007E78"/>
                </a:solidFill>
              </a:defRPr>
            </a:lvl6pPr>
            <a:lvl7pPr>
              <a:defRPr sz="1425" b="1">
                <a:solidFill>
                  <a:srgbClr val="007E78"/>
                </a:solidFill>
              </a:defRPr>
            </a:lvl7pPr>
            <a:lvl8pPr>
              <a:defRPr sz="1425" b="1">
                <a:solidFill>
                  <a:srgbClr val="007E78"/>
                </a:solidFill>
              </a:defRPr>
            </a:lvl8pPr>
            <a:lvl9pPr>
              <a:defRPr sz="1425" b="1">
                <a:solidFill>
                  <a:srgbClr val="007E78"/>
                </a:solidFill>
              </a:defRPr>
            </a:lvl9pPr>
          </a:lstStyle>
          <a:p xmlns:a="http://schemas.openxmlformats.org/drawingml/2006/main">
            <a:pPr>
              <a:buNone/>
              <a:defRPr sz="1425" b="1">
                <a:solidFill>
                  <a:srgbClr val="007E78"/>
                </a:solidFill>
              </a:defRPr>
            </a:pPr>
            <a:r>
              <a:rPr sz="1425" b="1">
                <a:solidFill>
                  <a:srgbClr val="007E78"/>
                </a:solidFill>
              </a:rPr>
              <a:t>LangGraph</a:t>
            </a:r>
          </a:p>
        </p:txBody>
      </p:sp>
      <p:sp>
        <p:nvSpPr>
          <p:cNvPr id="10" name="">
            <a:extLst xmlns:a="http://schemas.openxmlformats.org/drawingml/2006/main">
              <a:ext uri="{FF2B5EF4-FFF2-40B4-BE49-F238E27FC236}">
                <a16:creationId xmlns:a16="http://schemas.microsoft.com/office/drawing/2014/main" id="{2BC3C033-4206-458C-B9AF-E4A2ECEB77DA}"/>
              </a:ext>
            </a:extLst>
          </p:cNvPr>
          <p:cNvSpPr>
            <a:spLocks xmlns:a="http://schemas.openxmlformats.org/drawingml/2006/main" noGrp="1"/>
          </p:cNvSpPr>
          <p:nvPr/>
        </p:nvSpPr>
        <p:spPr>
          <a:xfrm xmlns:a="http://schemas.openxmlformats.org/drawingml/2006/main">
            <a:off x="3352800" y="2371725"/>
            <a:ext cx="7924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153047"/>
                </a:solidFill>
              </a:defRPr>
            </a:defPPr>
            <a:lvl1pPr>
              <a:defRPr sz="1425" b="0">
                <a:solidFill>
                  <a:srgbClr val="153047"/>
                </a:solidFill>
              </a:defRPr>
            </a:lvl1pPr>
            <a:lvl2pPr>
              <a:defRPr sz="1425" b="0">
                <a:solidFill>
                  <a:srgbClr val="153047"/>
                </a:solidFill>
              </a:defRPr>
            </a:lvl2pPr>
            <a:lvl3pPr>
              <a:defRPr sz="1425" b="0">
                <a:solidFill>
                  <a:srgbClr val="153047"/>
                </a:solidFill>
              </a:defRPr>
            </a:lvl3pPr>
            <a:lvl4pPr>
              <a:defRPr sz="1425" b="0">
                <a:solidFill>
                  <a:srgbClr val="153047"/>
                </a:solidFill>
              </a:defRPr>
            </a:lvl4pPr>
            <a:lvl5pPr>
              <a:defRPr sz="1425" b="0">
                <a:solidFill>
                  <a:srgbClr val="153047"/>
                </a:solidFill>
              </a:defRPr>
            </a:lvl5pPr>
            <a:lvl6pPr>
              <a:defRPr sz="1425" b="0">
                <a:solidFill>
                  <a:srgbClr val="153047"/>
                </a:solidFill>
              </a:defRPr>
            </a:lvl6pPr>
            <a:lvl7pPr>
              <a:defRPr sz="1425" b="0">
                <a:solidFill>
                  <a:srgbClr val="153047"/>
                </a:solidFill>
              </a:defRPr>
            </a:lvl7pPr>
            <a:lvl8pPr>
              <a:defRPr sz="1425" b="0">
                <a:solidFill>
                  <a:srgbClr val="153047"/>
                </a:solidFill>
              </a:defRPr>
            </a:lvl8pPr>
            <a:lvl9pPr>
              <a:defRPr sz="1425" b="0">
                <a:solidFill>
                  <a:srgbClr val="153047"/>
                </a:solidFill>
              </a:defRPr>
            </a:lvl9pPr>
          </a:lstStyle>
          <a:p xmlns:a="http://schemas.openxmlformats.org/drawingml/2006/main">
            <a:pPr>
              <a:buNone/>
              <a:defRPr sz="1425" b="0">
                <a:solidFill>
                  <a:srgbClr val="153047"/>
                </a:solidFill>
              </a:defRPr>
            </a:pPr>
            <a:r>
              <a:rPr sz="1425" b="0">
                <a:solidFill>
                  <a:srgbClr val="153047"/>
                </a:solidFill>
              </a:rPr>
              <a:t>Controller loop; application code saves run state</a:t>
            </a:r>
          </a:p>
        </p:txBody>
      </p:sp>
      <p:sp>
        <p:nvSpPr>
          <p:cNvPr id="11" name="">
            <a:extLst xmlns:a="http://schemas.openxmlformats.org/drawingml/2006/main">
              <a:ext uri="{FF2B5EF4-FFF2-40B4-BE49-F238E27FC236}">
                <a16:creationId xmlns:a16="http://schemas.microsoft.com/office/drawing/2014/main" id="{782CCF13-755E-4D08-9752-40E2F6F9C12A}"/>
              </a:ext>
            </a:extLst>
          </p:cNvPr>
          <p:cNvSpPr>
            <a:spLocks xmlns:a="http://schemas.openxmlformats.org/drawingml/2006/main" noGrp="1"/>
          </p:cNvSpPr>
          <p:nvPr/>
        </p:nvSpPr>
        <p:spPr>
          <a:xfrm xmlns:a="http://schemas.openxmlformats.org/drawingml/2006/main">
            <a:off x="704850" y="306705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1">
                <a:solidFill>
                  <a:srgbClr val="007E78"/>
                </a:solidFill>
              </a:defRPr>
            </a:defPPr>
            <a:lvl1pPr>
              <a:defRPr sz="1425" b="1">
                <a:solidFill>
                  <a:srgbClr val="007E78"/>
                </a:solidFill>
              </a:defRPr>
            </a:lvl1pPr>
            <a:lvl2pPr>
              <a:defRPr sz="1425" b="1">
                <a:solidFill>
                  <a:srgbClr val="007E78"/>
                </a:solidFill>
              </a:defRPr>
            </a:lvl2pPr>
            <a:lvl3pPr>
              <a:defRPr sz="1425" b="1">
                <a:solidFill>
                  <a:srgbClr val="007E78"/>
                </a:solidFill>
              </a:defRPr>
            </a:lvl3pPr>
            <a:lvl4pPr>
              <a:defRPr sz="1425" b="1">
                <a:solidFill>
                  <a:srgbClr val="007E78"/>
                </a:solidFill>
              </a:defRPr>
            </a:lvl4pPr>
            <a:lvl5pPr>
              <a:defRPr sz="1425" b="1">
                <a:solidFill>
                  <a:srgbClr val="007E78"/>
                </a:solidFill>
              </a:defRPr>
            </a:lvl5pPr>
            <a:lvl6pPr>
              <a:defRPr sz="1425" b="1">
                <a:solidFill>
                  <a:srgbClr val="007E78"/>
                </a:solidFill>
              </a:defRPr>
            </a:lvl6pPr>
            <a:lvl7pPr>
              <a:defRPr sz="1425" b="1">
                <a:solidFill>
                  <a:srgbClr val="007E78"/>
                </a:solidFill>
              </a:defRPr>
            </a:lvl7pPr>
            <a:lvl8pPr>
              <a:defRPr sz="1425" b="1">
                <a:solidFill>
                  <a:srgbClr val="007E78"/>
                </a:solidFill>
              </a:defRPr>
            </a:lvl8pPr>
            <a:lvl9pPr>
              <a:defRPr sz="1425" b="1">
                <a:solidFill>
                  <a:srgbClr val="007E78"/>
                </a:solidFill>
              </a:defRPr>
            </a:lvl9pPr>
          </a:lstStyle>
          <a:p xmlns:a="http://schemas.openxmlformats.org/drawingml/2006/main">
            <a:pPr>
              <a:buNone/>
              <a:defRPr sz="1425" b="1">
                <a:solidFill>
                  <a:srgbClr val="007E78"/>
                </a:solidFill>
              </a:defRPr>
            </a:pPr>
            <a:r>
              <a:rPr sz="1425" b="1">
                <a:solidFill>
                  <a:srgbClr val="007E78"/>
                </a:solidFill>
              </a:rPr>
              <a:t>Pydantic + SQLite</a:t>
            </a:r>
          </a:p>
        </p:txBody>
      </p:sp>
      <p:sp>
        <p:nvSpPr>
          <p:cNvPr id="12" name="">
            <a:extLst xmlns:a="http://schemas.openxmlformats.org/drawingml/2006/main">
              <a:ext uri="{FF2B5EF4-FFF2-40B4-BE49-F238E27FC236}">
                <a16:creationId xmlns:a16="http://schemas.microsoft.com/office/drawing/2014/main" id="{A994465F-CBA9-4A93-BC46-1C0A71A5D9EE}"/>
              </a:ext>
            </a:extLst>
          </p:cNvPr>
          <p:cNvSpPr>
            <a:spLocks xmlns:a="http://schemas.openxmlformats.org/drawingml/2006/main" noGrp="1"/>
          </p:cNvSpPr>
          <p:nvPr/>
        </p:nvSpPr>
        <p:spPr>
          <a:xfrm xmlns:a="http://schemas.openxmlformats.org/drawingml/2006/main">
            <a:off x="3352800" y="3067050"/>
            <a:ext cx="7924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153047"/>
                </a:solidFill>
              </a:defRPr>
            </a:defPPr>
            <a:lvl1pPr>
              <a:defRPr sz="1425" b="0">
                <a:solidFill>
                  <a:srgbClr val="153047"/>
                </a:solidFill>
              </a:defRPr>
            </a:lvl1pPr>
            <a:lvl2pPr>
              <a:defRPr sz="1425" b="0">
                <a:solidFill>
                  <a:srgbClr val="153047"/>
                </a:solidFill>
              </a:defRPr>
            </a:lvl2pPr>
            <a:lvl3pPr>
              <a:defRPr sz="1425" b="0">
                <a:solidFill>
                  <a:srgbClr val="153047"/>
                </a:solidFill>
              </a:defRPr>
            </a:lvl3pPr>
            <a:lvl4pPr>
              <a:defRPr sz="1425" b="0">
                <a:solidFill>
                  <a:srgbClr val="153047"/>
                </a:solidFill>
              </a:defRPr>
            </a:lvl4pPr>
            <a:lvl5pPr>
              <a:defRPr sz="1425" b="0">
                <a:solidFill>
                  <a:srgbClr val="153047"/>
                </a:solidFill>
              </a:defRPr>
            </a:lvl5pPr>
            <a:lvl6pPr>
              <a:defRPr sz="1425" b="0">
                <a:solidFill>
                  <a:srgbClr val="153047"/>
                </a:solidFill>
              </a:defRPr>
            </a:lvl6pPr>
            <a:lvl7pPr>
              <a:defRPr sz="1425" b="0">
                <a:solidFill>
                  <a:srgbClr val="153047"/>
                </a:solidFill>
              </a:defRPr>
            </a:lvl7pPr>
            <a:lvl8pPr>
              <a:defRPr sz="1425" b="0">
                <a:solidFill>
                  <a:srgbClr val="153047"/>
                </a:solidFill>
              </a:defRPr>
            </a:lvl8pPr>
            <a:lvl9pPr>
              <a:defRPr sz="1425" b="0">
                <a:solidFill>
                  <a:srgbClr val="153047"/>
                </a:solidFill>
              </a:defRPr>
            </a:lvl9pPr>
          </a:lstStyle>
          <a:p xmlns:a="http://schemas.openxmlformats.org/drawingml/2006/main">
            <a:pPr>
              <a:buNone/>
              <a:defRPr sz="1425" b="0">
                <a:solidFill>
                  <a:srgbClr val="153047"/>
                </a:solidFill>
              </a:defRPr>
            </a:pPr>
            <a:r>
              <a:rPr sz="1425" b="0">
                <a:solidFill>
                  <a:srgbClr val="153047"/>
                </a:solidFill>
              </a:rPr>
              <a:t>Plan/API schemas and persisted run state</a:t>
            </a:r>
          </a:p>
        </p:txBody>
      </p:sp>
      <p:sp>
        <p:nvSpPr>
          <p:cNvPr id="13" name="">
            <a:extLst xmlns:a="http://schemas.openxmlformats.org/drawingml/2006/main">
              <a:ext uri="{FF2B5EF4-FFF2-40B4-BE49-F238E27FC236}">
                <a16:creationId xmlns:a16="http://schemas.microsoft.com/office/drawing/2014/main" id="{2059AFF6-23FF-470A-BB7A-3DD81E05E49C}"/>
              </a:ext>
            </a:extLst>
          </p:cNvPr>
          <p:cNvSpPr>
            <a:spLocks xmlns:a="http://schemas.openxmlformats.org/drawingml/2006/main" noGrp="1"/>
          </p:cNvSpPr>
          <p:nvPr/>
        </p:nvSpPr>
        <p:spPr>
          <a:xfrm xmlns:a="http://schemas.openxmlformats.org/drawingml/2006/main">
            <a:off x="704850" y="3762375"/>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1">
                <a:solidFill>
                  <a:srgbClr val="007E78"/>
                </a:solidFill>
              </a:defRPr>
            </a:defPPr>
            <a:lvl1pPr>
              <a:defRPr sz="1425" b="1">
                <a:solidFill>
                  <a:srgbClr val="007E78"/>
                </a:solidFill>
              </a:defRPr>
            </a:lvl1pPr>
            <a:lvl2pPr>
              <a:defRPr sz="1425" b="1">
                <a:solidFill>
                  <a:srgbClr val="007E78"/>
                </a:solidFill>
              </a:defRPr>
            </a:lvl2pPr>
            <a:lvl3pPr>
              <a:defRPr sz="1425" b="1">
                <a:solidFill>
                  <a:srgbClr val="007E78"/>
                </a:solidFill>
              </a:defRPr>
            </a:lvl3pPr>
            <a:lvl4pPr>
              <a:defRPr sz="1425" b="1">
                <a:solidFill>
                  <a:srgbClr val="007E78"/>
                </a:solidFill>
              </a:defRPr>
            </a:lvl4pPr>
            <a:lvl5pPr>
              <a:defRPr sz="1425" b="1">
                <a:solidFill>
                  <a:srgbClr val="007E78"/>
                </a:solidFill>
              </a:defRPr>
            </a:lvl5pPr>
            <a:lvl6pPr>
              <a:defRPr sz="1425" b="1">
                <a:solidFill>
                  <a:srgbClr val="007E78"/>
                </a:solidFill>
              </a:defRPr>
            </a:lvl6pPr>
            <a:lvl7pPr>
              <a:defRPr sz="1425" b="1">
                <a:solidFill>
                  <a:srgbClr val="007E78"/>
                </a:solidFill>
              </a:defRPr>
            </a:lvl7pPr>
            <a:lvl8pPr>
              <a:defRPr sz="1425" b="1">
                <a:solidFill>
                  <a:srgbClr val="007E78"/>
                </a:solidFill>
              </a:defRPr>
            </a:lvl8pPr>
            <a:lvl9pPr>
              <a:defRPr sz="1425" b="1">
                <a:solidFill>
                  <a:srgbClr val="007E78"/>
                </a:solidFill>
              </a:defRPr>
            </a:lvl9pPr>
          </a:lstStyle>
          <a:p xmlns:a="http://schemas.openxmlformats.org/drawingml/2006/main">
            <a:pPr>
              <a:buNone/>
              <a:defRPr sz="1425" b="1">
                <a:solidFill>
                  <a:srgbClr val="007E78"/>
                </a:solidFill>
              </a:defRPr>
            </a:pPr>
            <a:r>
              <a:rPr sz="1425" b="1">
                <a:solidFill>
                  <a:srgbClr val="007E78"/>
                </a:solidFill>
              </a:rPr>
              <a:t>PyMuPDF + Pandas</a:t>
            </a:r>
          </a:p>
        </p:txBody>
      </p:sp>
      <p:sp>
        <p:nvSpPr>
          <p:cNvPr id="14" name="">
            <a:extLst xmlns:a="http://schemas.openxmlformats.org/drawingml/2006/main">
              <a:ext uri="{FF2B5EF4-FFF2-40B4-BE49-F238E27FC236}">
                <a16:creationId xmlns:a16="http://schemas.microsoft.com/office/drawing/2014/main" id="{637A129D-B8A0-41ED-990A-2E249642AF2B}"/>
              </a:ext>
            </a:extLst>
          </p:cNvPr>
          <p:cNvSpPr>
            <a:spLocks xmlns:a="http://schemas.openxmlformats.org/drawingml/2006/main" noGrp="1"/>
          </p:cNvSpPr>
          <p:nvPr/>
        </p:nvSpPr>
        <p:spPr>
          <a:xfrm xmlns:a="http://schemas.openxmlformats.org/drawingml/2006/main">
            <a:off x="3352800" y="3762375"/>
            <a:ext cx="7924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153047"/>
                </a:solidFill>
              </a:defRPr>
            </a:defPPr>
            <a:lvl1pPr>
              <a:defRPr sz="1425" b="0">
                <a:solidFill>
                  <a:srgbClr val="153047"/>
                </a:solidFill>
              </a:defRPr>
            </a:lvl1pPr>
            <a:lvl2pPr>
              <a:defRPr sz="1425" b="0">
                <a:solidFill>
                  <a:srgbClr val="153047"/>
                </a:solidFill>
              </a:defRPr>
            </a:lvl2pPr>
            <a:lvl3pPr>
              <a:defRPr sz="1425" b="0">
                <a:solidFill>
                  <a:srgbClr val="153047"/>
                </a:solidFill>
              </a:defRPr>
            </a:lvl3pPr>
            <a:lvl4pPr>
              <a:defRPr sz="1425" b="0">
                <a:solidFill>
                  <a:srgbClr val="153047"/>
                </a:solidFill>
              </a:defRPr>
            </a:lvl4pPr>
            <a:lvl5pPr>
              <a:defRPr sz="1425" b="0">
                <a:solidFill>
                  <a:srgbClr val="153047"/>
                </a:solidFill>
              </a:defRPr>
            </a:lvl5pPr>
            <a:lvl6pPr>
              <a:defRPr sz="1425" b="0">
                <a:solidFill>
                  <a:srgbClr val="153047"/>
                </a:solidFill>
              </a:defRPr>
            </a:lvl6pPr>
            <a:lvl7pPr>
              <a:defRPr sz="1425" b="0">
                <a:solidFill>
                  <a:srgbClr val="153047"/>
                </a:solidFill>
              </a:defRPr>
            </a:lvl7pPr>
            <a:lvl8pPr>
              <a:defRPr sz="1425" b="0">
                <a:solidFill>
                  <a:srgbClr val="153047"/>
                </a:solidFill>
              </a:defRPr>
            </a:lvl8pPr>
            <a:lvl9pPr>
              <a:defRPr sz="1425" b="0">
                <a:solidFill>
                  <a:srgbClr val="153047"/>
                </a:solidFill>
              </a:defRPr>
            </a:lvl9pPr>
          </a:lstStyle>
          <a:p xmlns:a="http://schemas.openxmlformats.org/drawingml/2006/main">
            <a:pPr>
              <a:buNone/>
              <a:defRPr sz="1425" b="0">
                <a:solidFill>
                  <a:srgbClr val="153047"/>
                </a:solidFill>
              </a:defRPr>
            </a:pPr>
            <a:r>
              <a:rPr sz="1425" b="0">
                <a:solidFill>
                  <a:srgbClr val="153047"/>
                </a:solidFill>
              </a:rPr>
              <a:t>PDF text, local OCR, and structured-data evidence</a:t>
            </a:r>
          </a:p>
        </p:txBody>
      </p:sp>
      <p:sp>
        <p:nvSpPr>
          <p:cNvPr id="15" name="">
            <a:extLst xmlns:a="http://schemas.openxmlformats.org/drawingml/2006/main">
              <a:ext uri="{FF2B5EF4-FFF2-40B4-BE49-F238E27FC236}">
                <a16:creationId xmlns:a16="http://schemas.microsoft.com/office/drawing/2014/main" id="{ECE690EA-72B1-436D-B2D1-AAF7BBCB0F2E}"/>
              </a:ext>
            </a:extLst>
          </p:cNvPr>
          <p:cNvSpPr>
            <a:spLocks xmlns:a="http://schemas.openxmlformats.org/drawingml/2006/main" noGrp="1"/>
          </p:cNvSpPr>
          <p:nvPr/>
        </p:nvSpPr>
        <p:spPr>
          <a:xfrm xmlns:a="http://schemas.openxmlformats.org/drawingml/2006/main">
            <a:off x="704850" y="445770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1">
                <a:solidFill>
                  <a:srgbClr val="007E78"/>
                </a:solidFill>
              </a:defRPr>
            </a:defPPr>
            <a:lvl1pPr>
              <a:defRPr sz="1425" b="1">
                <a:solidFill>
                  <a:srgbClr val="007E78"/>
                </a:solidFill>
              </a:defRPr>
            </a:lvl1pPr>
            <a:lvl2pPr>
              <a:defRPr sz="1425" b="1">
                <a:solidFill>
                  <a:srgbClr val="007E78"/>
                </a:solidFill>
              </a:defRPr>
            </a:lvl2pPr>
            <a:lvl3pPr>
              <a:defRPr sz="1425" b="1">
                <a:solidFill>
                  <a:srgbClr val="007E78"/>
                </a:solidFill>
              </a:defRPr>
            </a:lvl3pPr>
            <a:lvl4pPr>
              <a:defRPr sz="1425" b="1">
                <a:solidFill>
                  <a:srgbClr val="007E78"/>
                </a:solidFill>
              </a:defRPr>
            </a:lvl4pPr>
            <a:lvl5pPr>
              <a:defRPr sz="1425" b="1">
                <a:solidFill>
                  <a:srgbClr val="007E78"/>
                </a:solidFill>
              </a:defRPr>
            </a:lvl5pPr>
            <a:lvl6pPr>
              <a:defRPr sz="1425" b="1">
                <a:solidFill>
                  <a:srgbClr val="007E78"/>
                </a:solidFill>
              </a:defRPr>
            </a:lvl6pPr>
            <a:lvl7pPr>
              <a:defRPr sz="1425" b="1">
                <a:solidFill>
                  <a:srgbClr val="007E78"/>
                </a:solidFill>
              </a:defRPr>
            </a:lvl7pPr>
            <a:lvl8pPr>
              <a:defRPr sz="1425" b="1">
                <a:solidFill>
                  <a:srgbClr val="007E78"/>
                </a:solidFill>
              </a:defRPr>
            </a:lvl8pPr>
            <a:lvl9pPr>
              <a:defRPr sz="1425" b="1">
                <a:solidFill>
                  <a:srgbClr val="007E78"/>
                </a:solidFill>
              </a:defRPr>
            </a:lvl9pPr>
          </a:lstStyle>
          <a:p xmlns:a="http://schemas.openxmlformats.org/drawingml/2006/main">
            <a:pPr>
              <a:buNone/>
              <a:defRPr sz="1425" b="1">
                <a:solidFill>
                  <a:srgbClr val="007E78"/>
                </a:solidFill>
              </a:defRPr>
            </a:pPr>
            <a:r>
              <a:rPr sz="1425" b="1">
                <a:solidFill>
                  <a:srgbClr val="007E78"/>
                </a:solidFill>
              </a:rPr>
              <a:t>Matplotlib + Crossref</a:t>
            </a:r>
          </a:p>
        </p:txBody>
      </p:sp>
      <p:sp>
        <p:nvSpPr>
          <p:cNvPr id="16" name="">
            <a:extLst xmlns:a="http://schemas.openxmlformats.org/drawingml/2006/main">
              <a:ext uri="{FF2B5EF4-FFF2-40B4-BE49-F238E27FC236}">
                <a16:creationId xmlns:a16="http://schemas.microsoft.com/office/drawing/2014/main" id="{1662D6A6-CA23-4B71-975B-208014E9C19B}"/>
              </a:ext>
            </a:extLst>
          </p:cNvPr>
          <p:cNvSpPr>
            <a:spLocks xmlns:a="http://schemas.openxmlformats.org/drawingml/2006/main" noGrp="1"/>
          </p:cNvSpPr>
          <p:nvPr/>
        </p:nvSpPr>
        <p:spPr>
          <a:xfrm xmlns:a="http://schemas.openxmlformats.org/drawingml/2006/main">
            <a:off x="3352800" y="4457700"/>
            <a:ext cx="7924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153047"/>
                </a:solidFill>
              </a:defRPr>
            </a:defPPr>
            <a:lvl1pPr>
              <a:defRPr sz="1425" b="0">
                <a:solidFill>
                  <a:srgbClr val="153047"/>
                </a:solidFill>
              </a:defRPr>
            </a:lvl1pPr>
            <a:lvl2pPr>
              <a:defRPr sz="1425" b="0">
                <a:solidFill>
                  <a:srgbClr val="153047"/>
                </a:solidFill>
              </a:defRPr>
            </a:lvl2pPr>
            <a:lvl3pPr>
              <a:defRPr sz="1425" b="0">
                <a:solidFill>
                  <a:srgbClr val="153047"/>
                </a:solidFill>
              </a:defRPr>
            </a:lvl3pPr>
            <a:lvl4pPr>
              <a:defRPr sz="1425" b="0">
                <a:solidFill>
                  <a:srgbClr val="153047"/>
                </a:solidFill>
              </a:defRPr>
            </a:lvl4pPr>
            <a:lvl5pPr>
              <a:defRPr sz="1425" b="0">
                <a:solidFill>
                  <a:srgbClr val="153047"/>
                </a:solidFill>
              </a:defRPr>
            </a:lvl5pPr>
            <a:lvl6pPr>
              <a:defRPr sz="1425" b="0">
                <a:solidFill>
                  <a:srgbClr val="153047"/>
                </a:solidFill>
              </a:defRPr>
            </a:lvl6pPr>
            <a:lvl7pPr>
              <a:defRPr sz="1425" b="0">
                <a:solidFill>
                  <a:srgbClr val="153047"/>
                </a:solidFill>
              </a:defRPr>
            </a:lvl7pPr>
            <a:lvl8pPr>
              <a:defRPr sz="1425" b="0">
                <a:solidFill>
                  <a:srgbClr val="153047"/>
                </a:solidFill>
              </a:defRPr>
            </a:lvl8pPr>
            <a:lvl9pPr>
              <a:defRPr sz="1425" b="0">
                <a:solidFill>
                  <a:srgbClr val="153047"/>
                </a:solidFill>
              </a:defRPr>
            </a:lvl9pPr>
          </a:lstStyle>
          <a:p xmlns:a="http://schemas.openxmlformats.org/drawingml/2006/main">
            <a:pPr>
              <a:buNone/>
              <a:defRPr sz="1425" b="0">
                <a:solidFill>
                  <a:srgbClr val="153047"/>
                </a:solidFill>
              </a:defRPr>
            </a:pPr>
            <a:r>
              <a:rPr sz="1425" b="0">
                <a:solidFill>
                  <a:srgbClr val="153047"/>
                </a:solidFill>
              </a:rPr>
              <a:t>Value-based charts and scholarly metadata</a:t>
            </a:r>
          </a:p>
        </p:txBody>
      </p:sp>
      <p:sp>
        <p:nvSpPr>
          <p:cNvPr id="17" name="">
            <a:extLst xmlns:a="http://schemas.openxmlformats.org/drawingml/2006/main">
              <a:ext uri="{FF2B5EF4-FFF2-40B4-BE49-F238E27FC236}">
                <a16:creationId xmlns:a16="http://schemas.microsoft.com/office/drawing/2014/main" id="{2210487F-EB14-497F-93AF-8AF684A30353}"/>
              </a:ext>
            </a:extLst>
          </p:cNvPr>
          <p:cNvSpPr>
            <a:spLocks xmlns:a="http://schemas.openxmlformats.org/drawingml/2006/main" noGrp="1"/>
          </p:cNvSpPr>
          <p:nvPr/>
        </p:nvSpPr>
        <p:spPr>
          <a:xfrm xmlns:a="http://schemas.openxmlformats.org/drawingml/2006/main">
            <a:off x="704850" y="5153025"/>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1">
                <a:solidFill>
                  <a:srgbClr val="007E78"/>
                </a:solidFill>
              </a:defRPr>
            </a:defPPr>
            <a:lvl1pPr>
              <a:defRPr sz="1425" b="1">
                <a:solidFill>
                  <a:srgbClr val="007E78"/>
                </a:solidFill>
              </a:defRPr>
            </a:lvl1pPr>
            <a:lvl2pPr>
              <a:defRPr sz="1425" b="1">
                <a:solidFill>
                  <a:srgbClr val="007E78"/>
                </a:solidFill>
              </a:defRPr>
            </a:lvl2pPr>
            <a:lvl3pPr>
              <a:defRPr sz="1425" b="1">
                <a:solidFill>
                  <a:srgbClr val="007E78"/>
                </a:solidFill>
              </a:defRPr>
            </a:lvl3pPr>
            <a:lvl4pPr>
              <a:defRPr sz="1425" b="1">
                <a:solidFill>
                  <a:srgbClr val="007E78"/>
                </a:solidFill>
              </a:defRPr>
            </a:lvl4pPr>
            <a:lvl5pPr>
              <a:defRPr sz="1425" b="1">
                <a:solidFill>
                  <a:srgbClr val="007E78"/>
                </a:solidFill>
              </a:defRPr>
            </a:lvl5pPr>
            <a:lvl6pPr>
              <a:defRPr sz="1425" b="1">
                <a:solidFill>
                  <a:srgbClr val="007E78"/>
                </a:solidFill>
              </a:defRPr>
            </a:lvl6pPr>
            <a:lvl7pPr>
              <a:defRPr sz="1425" b="1">
                <a:solidFill>
                  <a:srgbClr val="007E78"/>
                </a:solidFill>
              </a:defRPr>
            </a:lvl7pPr>
            <a:lvl8pPr>
              <a:defRPr sz="1425" b="1">
                <a:solidFill>
                  <a:srgbClr val="007E78"/>
                </a:solidFill>
              </a:defRPr>
            </a:lvl8pPr>
            <a:lvl9pPr>
              <a:defRPr sz="1425" b="1">
                <a:solidFill>
                  <a:srgbClr val="007E78"/>
                </a:solidFill>
              </a:defRPr>
            </a:lvl9pPr>
          </a:lstStyle>
          <a:p xmlns:a="http://schemas.openxmlformats.org/drawingml/2006/main">
            <a:pPr>
              <a:buNone/>
              <a:defRPr sz="1425" b="1">
                <a:solidFill>
                  <a:srgbClr val="007E78"/>
                </a:solidFill>
              </a:defRPr>
            </a:pPr>
            <a:r>
              <a:rPr sz="1425" b="1">
                <a:solidFill>
                  <a:srgbClr val="007E78"/>
                </a:solidFill>
              </a:rPr>
              <a:t>Gemini / Groq / Ollama</a:t>
            </a:r>
          </a:p>
        </p:txBody>
      </p:sp>
      <p:sp>
        <p:nvSpPr>
          <p:cNvPr id="18" name="">
            <a:extLst xmlns:a="http://schemas.openxmlformats.org/drawingml/2006/main">
              <a:ext uri="{FF2B5EF4-FFF2-40B4-BE49-F238E27FC236}">
                <a16:creationId xmlns:a16="http://schemas.microsoft.com/office/drawing/2014/main" id="{0892A3A1-3B3D-4A1A-AFF3-1D7CCF37D091}"/>
              </a:ext>
            </a:extLst>
          </p:cNvPr>
          <p:cNvSpPr>
            <a:spLocks xmlns:a="http://schemas.openxmlformats.org/drawingml/2006/main" noGrp="1"/>
          </p:cNvSpPr>
          <p:nvPr/>
        </p:nvSpPr>
        <p:spPr>
          <a:xfrm xmlns:a="http://schemas.openxmlformats.org/drawingml/2006/main">
            <a:off x="3352800" y="5153025"/>
            <a:ext cx="7924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153047"/>
                </a:solidFill>
              </a:defRPr>
            </a:defPPr>
            <a:lvl1pPr>
              <a:defRPr sz="1425" b="0">
                <a:solidFill>
                  <a:srgbClr val="153047"/>
                </a:solidFill>
              </a:defRPr>
            </a:lvl1pPr>
            <a:lvl2pPr>
              <a:defRPr sz="1425" b="0">
                <a:solidFill>
                  <a:srgbClr val="153047"/>
                </a:solidFill>
              </a:defRPr>
            </a:lvl2pPr>
            <a:lvl3pPr>
              <a:defRPr sz="1425" b="0">
                <a:solidFill>
                  <a:srgbClr val="153047"/>
                </a:solidFill>
              </a:defRPr>
            </a:lvl3pPr>
            <a:lvl4pPr>
              <a:defRPr sz="1425" b="0">
                <a:solidFill>
                  <a:srgbClr val="153047"/>
                </a:solidFill>
              </a:defRPr>
            </a:lvl4pPr>
            <a:lvl5pPr>
              <a:defRPr sz="1425" b="0">
                <a:solidFill>
                  <a:srgbClr val="153047"/>
                </a:solidFill>
              </a:defRPr>
            </a:lvl5pPr>
            <a:lvl6pPr>
              <a:defRPr sz="1425" b="0">
                <a:solidFill>
                  <a:srgbClr val="153047"/>
                </a:solidFill>
              </a:defRPr>
            </a:lvl6pPr>
            <a:lvl7pPr>
              <a:defRPr sz="1425" b="0">
                <a:solidFill>
                  <a:srgbClr val="153047"/>
                </a:solidFill>
              </a:defRPr>
            </a:lvl7pPr>
            <a:lvl8pPr>
              <a:defRPr sz="1425" b="0">
                <a:solidFill>
                  <a:srgbClr val="153047"/>
                </a:solidFill>
              </a:defRPr>
            </a:lvl8pPr>
            <a:lvl9pPr>
              <a:defRPr sz="1425" b="0">
                <a:solidFill>
                  <a:srgbClr val="153047"/>
                </a:solidFill>
              </a:defRPr>
            </a:lvl9pPr>
          </a:lstStyle>
          <a:p xmlns:a="http://schemas.openxmlformats.org/drawingml/2006/main">
            <a:pPr>
              <a:buNone/>
              <a:defRPr sz="1425" b="0">
                <a:solidFill>
                  <a:srgbClr val="153047"/>
                </a:solidFill>
              </a:defRPr>
            </a:pPr>
            <a:r>
              <a:rPr sz="1425" b="0">
                <a:solidFill>
                  <a:srgbClr val="153047"/>
                </a:solidFill>
              </a:rPr>
              <a:t>Selectable language-model adapter</a:t>
            </a:r>
          </a:p>
        </p:txBody>
      </p:sp>
    </p:spTree>
    <p:extLst>
      <p:ext uri="{BB962C8B-B14F-4D97-AF65-F5344CB8AC3E}">
        <p14:creationId xmlns:p14="http://schemas.microsoft.com/office/powerpoint/2010/main" val="1640849584"/>
      </p:ext>
    </p:extLst>
  </p:cSld>
</p:sld>
</file>

<file path=ppt/slides/slide20.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93AB195-E18F-405E-A170-3113FEFB709D}"/>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E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308099C-9547-4CAF-A775-4EB01FBE3CEF}"/>
              </a:ext>
            </a:extLst>
          </p:cNvPr>
          <p:cNvSpPr>
            <a:spLocks xmlns:a="http://schemas.openxmlformats.org/drawingml/2006/main" noGrp="1"/>
          </p:cNvSpPr>
          <p:nvPr/>
        </p:nvSpPr>
        <p:spPr>
          <a:xfrm xmlns:a="http://schemas.openxmlformats.org/drawingml/2006/main">
            <a:off x="609600" y="323850"/>
            <a:ext cx="1009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07E78"/>
                </a:solidFill>
              </a:defRPr>
            </a:defPPr>
            <a:lvl1pPr>
              <a:defRPr sz="1125" b="1">
                <a:solidFill>
                  <a:srgbClr val="007E78"/>
                </a:solidFill>
              </a:defRPr>
            </a:lvl1pPr>
            <a:lvl2pPr>
              <a:defRPr sz="1125" b="1">
                <a:solidFill>
                  <a:srgbClr val="007E78"/>
                </a:solidFill>
              </a:defRPr>
            </a:lvl2pPr>
            <a:lvl3pPr>
              <a:defRPr sz="1125" b="1">
                <a:solidFill>
                  <a:srgbClr val="007E78"/>
                </a:solidFill>
              </a:defRPr>
            </a:lvl3pPr>
            <a:lvl4pPr>
              <a:defRPr sz="1125" b="1">
                <a:solidFill>
                  <a:srgbClr val="007E78"/>
                </a:solidFill>
              </a:defRPr>
            </a:lvl4pPr>
            <a:lvl5pPr>
              <a:defRPr sz="1125" b="1">
                <a:solidFill>
                  <a:srgbClr val="007E78"/>
                </a:solidFill>
              </a:defRPr>
            </a:lvl5pPr>
            <a:lvl6pPr>
              <a:defRPr sz="1125" b="1">
                <a:solidFill>
                  <a:srgbClr val="007E78"/>
                </a:solidFill>
              </a:defRPr>
            </a:lvl6pPr>
            <a:lvl7pPr>
              <a:defRPr sz="1125" b="1">
                <a:solidFill>
                  <a:srgbClr val="007E78"/>
                </a:solidFill>
              </a:defRPr>
            </a:lvl7pPr>
            <a:lvl8pPr>
              <a:defRPr sz="1125" b="1">
                <a:solidFill>
                  <a:srgbClr val="007E78"/>
                </a:solidFill>
              </a:defRPr>
            </a:lvl8pPr>
            <a:lvl9pPr>
              <a:defRPr sz="1125" b="1">
                <a:solidFill>
                  <a:srgbClr val="007E78"/>
                </a:solidFill>
              </a:defRPr>
            </a:lvl9pPr>
          </a:lstStyle>
          <a:p xmlns:a="http://schemas.openxmlformats.org/drawingml/2006/main">
            <a:pPr>
              <a:buNone/>
              <a:defRPr sz="1125" b="1">
                <a:solidFill>
                  <a:srgbClr val="007E78"/>
                </a:solidFill>
              </a:defRPr>
            </a:pPr>
            <a:r>
              <a:rPr sz="1125" b="1">
                <a:solidFill>
                  <a:srgbClr val="007E78"/>
                </a:solidFill>
              </a:rPr>
              <a:t>19  ILLUSTRATIVE SCENARIO</a:t>
            </a:r>
          </a:p>
        </p:txBody>
      </p:sp>
      <p:sp>
        <p:nvSpPr>
          <p:cNvPr id="3" name="">
            <a:extLst xmlns:a="http://schemas.openxmlformats.org/drawingml/2006/main">
              <a:ext uri="{FF2B5EF4-FFF2-40B4-BE49-F238E27FC236}">
                <a16:creationId xmlns:a16="http://schemas.microsoft.com/office/drawing/2014/main" id="{DBFFD2BF-3D79-4320-88A3-1E2D9A7FDA4A}"/>
              </a:ext>
            </a:extLst>
          </p:cNvPr>
          <p:cNvSpPr>
            <a:spLocks xmlns:a="http://schemas.openxmlformats.org/drawingml/2006/main" noGrp="1"/>
          </p:cNvSpPr>
          <p:nvPr/>
        </p:nvSpPr>
        <p:spPr>
          <a:xfrm xmlns:a="http://schemas.openxmlformats.org/drawingml/2006/main">
            <a:off x="609600" y="685800"/>
            <a:ext cx="10858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10243A"/>
                </a:solidFill>
              </a:defRPr>
            </a:defPPr>
            <a:lvl1pPr>
              <a:defRPr sz="2850" b="1">
                <a:solidFill>
                  <a:srgbClr val="10243A"/>
                </a:solidFill>
              </a:defRPr>
            </a:lvl1pPr>
            <a:lvl2pPr>
              <a:defRPr sz="2850" b="1">
                <a:solidFill>
                  <a:srgbClr val="10243A"/>
                </a:solidFill>
              </a:defRPr>
            </a:lvl2pPr>
            <a:lvl3pPr>
              <a:defRPr sz="2850" b="1">
                <a:solidFill>
                  <a:srgbClr val="10243A"/>
                </a:solidFill>
              </a:defRPr>
            </a:lvl3pPr>
            <a:lvl4pPr>
              <a:defRPr sz="2850" b="1">
                <a:solidFill>
                  <a:srgbClr val="10243A"/>
                </a:solidFill>
              </a:defRPr>
            </a:lvl4pPr>
            <a:lvl5pPr>
              <a:defRPr sz="2850" b="1">
                <a:solidFill>
                  <a:srgbClr val="10243A"/>
                </a:solidFill>
              </a:defRPr>
            </a:lvl5pPr>
            <a:lvl6pPr>
              <a:defRPr sz="2850" b="1">
                <a:solidFill>
                  <a:srgbClr val="10243A"/>
                </a:solidFill>
              </a:defRPr>
            </a:lvl6pPr>
            <a:lvl7pPr>
              <a:defRPr sz="2850" b="1">
                <a:solidFill>
                  <a:srgbClr val="10243A"/>
                </a:solidFill>
              </a:defRPr>
            </a:lvl7pPr>
            <a:lvl8pPr>
              <a:defRPr sz="2850" b="1">
                <a:solidFill>
                  <a:srgbClr val="10243A"/>
                </a:solidFill>
              </a:defRPr>
            </a:lvl8pPr>
            <a:lvl9pPr>
              <a:defRPr sz="2850" b="1">
                <a:solidFill>
                  <a:srgbClr val="10243A"/>
                </a:solidFill>
              </a:defRPr>
            </a:lvl9pPr>
          </a:lstStyle>
          <a:p xmlns:a="http://schemas.openxmlformats.org/drawingml/2006/main">
            <a:pPr>
              <a:buNone/>
              <a:defRPr sz="2850" b="1">
                <a:solidFill>
                  <a:srgbClr val="10243A"/>
                </a:solidFill>
              </a:defRPr>
            </a:pPr>
            <a:r>
              <a:rPr sz="2850" b="1">
                <a:solidFill>
                  <a:srgbClr val="10243A"/>
                </a:solidFill>
              </a:rPr>
              <a:t>Worked example: the research request</a:t>
            </a:r>
          </a:p>
        </p:txBody>
      </p:sp>
      <p:sp>
        <p:nvSpPr>
          <p:cNvPr id="4" name="">
            <a:extLst xmlns:a="http://schemas.openxmlformats.org/drawingml/2006/main">
              <a:ext uri="{FF2B5EF4-FFF2-40B4-BE49-F238E27FC236}">
                <a16:creationId xmlns:a16="http://schemas.microsoft.com/office/drawing/2014/main" id="{B940D122-2E01-449A-81B2-172464B01A20}"/>
              </a:ext>
            </a:extLst>
          </p:cNvPr>
          <p:cNvSpPr>
            <a:spLocks xmlns:a="http://schemas.openxmlformats.org/drawingml/2006/main" noGrp="1"/>
          </p:cNvSpPr>
          <p:nvPr/>
        </p:nvSpPr>
        <p:spPr>
          <a:xfrm xmlns:a="http://schemas.openxmlformats.org/drawingml/2006/main">
            <a:off x="609600" y="6324600"/>
            <a:ext cx="10972800" cy="9525"/>
          </a:xfrm>
          <a:prstGeom xmlns:a="http://schemas.openxmlformats.org/drawingml/2006/main" prst="rect">
            <a:avLst/>
          </a:prstGeom>
          <a:solidFill xmlns:a="http://schemas.openxmlformats.org/drawingml/2006/main">
            <a:srgbClr val="D7E3E9"/>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BC8C7CA-587B-4E1C-A2F3-9B8EBA5824EB}"/>
              </a:ext>
            </a:extLst>
          </p:cNvPr>
          <p:cNvSpPr>
            <a:spLocks xmlns:a="http://schemas.openxmlformats.org/drawingml/2006/main" noGrp="1"/>
          </p:cNvSpPr>
          <p:nvPr/>
        </p:nvSpPr>
        <p:spPr>
          <a:xfrm xmlns:a="http://schemas.openxmlformats.org/drawingml/2006/main">
            <a:off x="609600" y="6429375"/>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AgentFlow  |  Final Review</a:t>
            </a:r>
          </a:p>
        </p:txBody>
      </p:sp>
      <p:sp>
        <p:nvSpPr>
          <p:cNvPr id="6" name="">
            <a:extLst xmlns:a="http://schemas.openxmlformats.org/drawingml/2006/main">
              <a:ext uri="{FF2B5EF4-FFF2-40B4-BE49-F238E27FC236}">
                <a16:creationId xmlns:a16="http://schemas.microsoft.com/office/drawing/2014/main" id="{403341BB-C363-4954-86C4-9F03991D2D5B}"/>
              </a:ext>
            </a:extLst>
          </p:cNvPr>
          <p:cNvSpPr>
            <a:spLocks xmlns:a="http://schemas.openxmlformats.org/drawingml/2006/main" noGrp="1"/>
          </p:cNvSpPr>
          <p:nvPr/>
        </p:nvSpPr>
        <p:spPr>
          <a:xfrm xmlns:a="http://schemas.openxmlformats.org/drawingml/2006/main">
            <a:off x="11029950" y="642937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20</a:t>
            </a:r>
          </a:p>
        </p:txBody>
      </p:sp>
      <p:sp>
        <p:nvSpPr>
          <p:cNvPr id="7" name="">
            <a:extLst xmlns:a="http://schemas.openxmlformats.org/drawingml/2006/main">
              <a:ext uri="{FF2B5EF4-FFF2-40B4-BE49-F238E27FC236}">
                <a16:creationId xmlns:a16="http://schemas.microsoft.com/office/drawing/2014/main" id="{34CC77C3-964D-420C-A4E7-5F1E4D343900}"/>
              </a:ext>
            </a:extLst>
          </p:cNvPr>
          <p:cNvSpPr>
            <a:spLocks xmlns:a="http://schemas.openxmlformats.org/drawingml/2006/main" noGrp="1"/>
          </p:cNvSpPr>
          <p:nvPr/>
        </p:nvSpPr>
        <p:spPr>
          <a:xfrm xmlns:a="http://schemas.openxmlformats.org/drawingml/2006/main">
            <a:off x="723900" y="1781175"/>
            <a:ext cx="2428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1">
                <a:solidFill>
                  <a:srgbClr val="007E78"/>
                </a:solidFill>
              </a:defRPr>
            </a:defPPr>
            <a:lvl1pPr>
              <a:defRPr sz="1950" b="1">
                <a:solidFill>
                  <a:srgbClr val="007E78"/>
                </a:solidFill>
              </a:defRPr>
            </a:lvl1pPr>
            <a:lvl2pPr>
              <a:defRPr sz="1950" b="1">
                <a:solidFill>
                  <a:srgbClr val="007E78"/>
                </a:solidFill>
              </a:defRPr>
            </a:lvl2pPr>
            <a:lvl3pPr>
              <a:defRPr sz="1950" b="1">
                <a:solidFill>
                  <a:srgbClr val="007E78"/>
                </a:solidFill>
              </a:defRPr>
            </a:lvl3pPr>
            <a:lvl4pPr>
              <a:defRPr sz="1950" b="1">
                <a:solidFill>
                  <a:srgbClr val="007E78"/>
                </a:solidFill>
              </a:defRPr>
            </a:lvl4pPr>
            <a:lvl5pPr>
              <a:defRPr sz="1950" b="1">
                <a:solidFill>
                  <a:srgbClr val="007E78"/>
                </a:solidFill>
              </a:defRPr>
            </a:lvl5pPr>
            <a:lvl6pPr>
              <a:defRPr sz="1950" b="1">
                <a:solidFill>
                  <a:srgbClr val="007E78"/>
                </a:solidFill>
              </a:defRPr>
            </a:lvl6pPr>
            <a:lvl7pPr>
              <a:defRPr sz="1950" b="1">
                <a:solidFill>
                  <a:srgbClr val="007E78"/>
                </a:solidFill>
              </a:defRPr>
            </a:lvl7pPr>
            <a:lvl8pPr>
              <a:defRPr sz="1950" b="1">
                <a:solidFill>
                  <a:srgbClr val="007E78"/>
                </a:solidFill>
              </a:defRPr>
            </a:lvl8pPr>
            <a:lvl9pPr>
              <a:defRPr sz="1950" b="1">
                <a:solidFill>
                  <a:srgbClr val="007E78"/>
                </a:solidFill>
              </a:defRPr>
            </a:lvl9pPr>
          </a:lstStyle>
          <a:p xmlns:a="http://schemas.openxmlformats.org/drawingml/2006/main">
            <a:pPr>
              <a:buNone/>
              <a:defRPr sz="1950" b="1">
                <a:solidFill>
                  <a:srgbClr val="007E78"/>
                </a:solidFill>
              </a:defRPr>
            </a:pPr>
            <a:r>
              <a:rPr sz="1950" b="1">
                <a:solidFill>
                  <a:srgbClr val="007E78"/>
                </a:solidFill>
              </a:rPr>
              <a:t>Objective</a:t>
            </a:r>
          </a:p>
        </p:txBody>
      </p:sp>
      <p:sp>
        <p:nvSpPr>
          <p:cNvPr id="8" name="">
            <a:extLst xmlns:a="http://schemas.openxmlformats.org/drawingml/2006/main">
              <a:ext uri="{FF2B5EF4-FFF2-40B4-BE49-F238E27FC236}">
                <a16:creationId xmlns:a16="http://schemas.microsoft.com/office/drawing/2014/main" id="{DD1BC6E7-1D43-4720-8D6A-71F7A8FA5A19}"/>
              </a:ext>
            </a:extLst>
          </p:cNvPr>
          <p:cNvSpPr>
            <a:spLocks xmlns:a="http://schemas.openxmlformats.org/drawingml/2006/main" noGrp="1"/>
          </p:cNvSpPr>
          <p:nvPr/>
        </p:nvSpPr>
        <p:spPr>
          <a:xfrm xmlns:a="http://schemas.openxmlformats.org/drawingml/2006/main">
            <a:off x="723900" y="2324100"/>
            <a:ext cx="1064895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10243A"/>
                </a:solidFill>
              </a:defRPr>
            </a:defPPr>
            <a:lvl1pPr>
              <a:defRPr sz="2025" b="1">
                <a:solidFill>
                  <a:srgbClr val="10243A"/>
                </a:solidFill>
              </a:defRPr>
            </a:lvl1pPr>
            <a:lvl2pPr>
              <a:defRPr sz="2025" b="1">
                <a:solidFill>
                  <a:srgbClr val="10243A"/>
                </a:solidFill>
              </a:defRPr>
            </a:lvl2pPr>
            <a:lvl3pPr>
              <a:defRPr sz="2025" b="1">
                <a:solidFill>
                  <a:srgbClr val="10243A"/>
                </a:solidFill>
              </a:defRPr>
            </a:lvl3pPr>
            <a:lvl4pPr>
              <a:defRPr sz="2025" b="1">
                <a:solidFill>
                  <a:srgbClr val="10243A"/>
                </a:solidFill>
              </a:defRPr>
            </a:lvl4pPr>
            <a:lvl5pPr>
              <a:defRPr sz="2025" b="1">
                <a:solidFill>
                  <a:srgbClr val="10243A"/>
                </a:solidFill>
              </a:defRPr>
            </a:lvl5pPr>
            <a:lvl6pPr>
              <a:defRPr sz="2025" b="1">
                <a:solidFill>
                  <a:srgbClr val="10243A"/>
                </a:solidFill>
              </a:defRPr>
            </a:lvl6pPr>
            <a:lvl7pPr>
              <a:defRPr sz="2025" b="1">
                <a:solidFill>
                  <a:srgbClr val="10243A"/>
                </a:solidFill>
              </a:defRPr>
            </a:lvl7pPr>
            <a:lvl8pPr>
              <a:defRPr sz="2025" b="1">
                <a:solidFill>
                  <a:srgbClr val="10243A"/>
                </a:solidFill>
              </a:defRPr>
            </a:lvl8pPr>
            <a:lvl9pPr>
              <a:defRPr sz="2025" b="1">
                <a:solidFill>
                  <a:srgbClr val="10243A"/>
                </a:solidFill>
              </a:defRPr>
            </a:lvl9pPr>
          </a:lstStyle>
          <a:p xmlns:a="http://schemas.openxmlformats.org/drawingml/2006/main">
            <a:pPr>
              <a:buNone/>
              <a:defRPr sz="2025" b="1">
                <a:solidFill>
                  <a:srgbClr val="10243A"/>
                </a:solidFill>
              </a:defRPr>
            </a:pPr>
            <a:r>
              <a:rPr sz="2025" b="1">
                <a:solidFill>
                  <a:srgbClr val="10243A"/>
                </a:solidFill>
              </a:rPr>
              <a:t>“Compare three papers on student engagement in online learning. Analyze engagement.csv for missing responses, chart missing values, retrieve publication metadata, and propose candidate gaps with page citations.”</a:t>
            </a:r>
          </a:p>
        </p:txBody>
      </p:sp>
      <p:sp>
        <p:nvSpPr>
          <p:cNvPr id="9" name="">
            <a:extLst xmlns:a="http://schemas.openxmlformats.org/drawingml/2006/main">
              <a:ext uri="{FF2B5EF4-FFF2-40B4-BE49-F238E27FC236}">
                <a16:creationId xmlns:a16="http://schemas.microsoft.com/office/drawing/2014/main" id="{B4CF3CCF-338E-4168-8390-AA5BA5A34B73}"/>
              </a:ext>
            </a:extLst>
          </p:cNvPr>
          <p:cNvSpPr>
            <a:spLocks xmlns:a="http://schemas.openxmlformats.org/drawingml/2006/main" noGrp="1"/>
          </p:cNvSpPr>
          <p:nvPr/>
        </p:nvSpPr>
        <p:spPr>
          <a:xfrm xmlns:a="http://schemas.openxmlformats.org/drawingml/2006/main">
            <a:off x="790575" y="4324350"/>
            <a:ext cx="2333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007E78"/>
                </a:solidFill>
              </a:defRPr>
            </a:defPPr>
            <a:lvl1pPr>
              <a:defRPr sz="1575" b="1">
                <a:solidFill>
                  <a:srgbClr val="007E78"/>
                </a:solidFill>
              </a:defRPr>
            </a:lvl1pPr>
            <a:lvl2pPr>
              <a:defRPr sz="1575" b="1">
                <a:solidFill>
                  <a:srgbClr val="007E78"/>
                </a:solidFill>
              </a:defRPr>
            </a:lvl2pPr>
            <a:lvl3pPr>
              <a:defRPr sz="1575" b="1">
                <a:solidFill>
                  <a:srgbClr val="007E78"/>
                </a:solidFill>
              </a:defRPr>
            </a:lvl3pPr>
            <a:lvl4pPr>
              <a:defRPr sz="1575" b="1">
                <a:solidFill>
                  <a:srgbClr val="007E78"/>
                </a:solidFill>
              </a:defRPr>
            </a:lvl4pPr>
            <a:lvl5pPr>
              <a:defRPr sz="1575" b="1">
                <a:solidFill>
                  <a:srgbClr val="007E78"/>
                </a:solidFill>
              </a:defRPr>
            </a:lvl5pPr>
            <a:lvl6pPr>
              <a:defRPr sz="1575" b="1">
                <a:solidFill>
                  <a:srgbClr val="007E78"/>
                </a:solidFill>
              </a:defRPr>
            </a:lvl6pPr>
            <a:lvl7pPr>
              <a:defRPr sz="1575" b="1">
                <a:solidFill>
                  <a:srgbClr val="007E78"/>
                </a:solidFill>
              </a:defRPr>
            </a:lvl7pPr>
            <a:lvl8pPr>
              <a:defRPr sz="1575" b="1">
                <a:solidFill>
                  <a:srgbClr val="007E78"/>
                </a:solidFill>
              </a:defRPr>
            </a:lvl8pPr>
            <a:lvl9pPr>
              <a:defRPr sz="1575" b="1">
                <a:solidFill>
                  <a:srgbClr val="007E78"/>
                </a:solidFill>
              </a:defRPr>
            </a:lvl9pPr>
          </a:lstStyle>
          <a:p xmlns:a="http://schemas.openxmlformats.org/drawingml/2006/main">
            <a:pPr>
              <a:buNone/>
              <a:defRPr sz="1575" b="1">
                <a:solidFill>
                  <a:srgbClr val="007E78"/>
                </a:solidFill>
              </a:defRPr>
            </a:pPr>
            <a:r>
              <a:rPr sz="1575" b="1">
                <a:solidFill>
                  <a:srgbClr val="007E78"/>
                </a:solidFill>
              </a:rPr>
              <a:t>Files</a:t>
            </a:r>
          </a:p>
        </p:txBody>
      </p:sp>
      <p:sp>
        <p:nvSpPr>
          <p:cNvPr id="10" name="">
            <a:extLst xmlns:a="http://schemas.openxmlformats.org/drawingml/2006/main">
              <a:ext uri="{FF2B5EF4-FFF2-40B4-BE49-F238E27FC236}">
                <a16:creationId xmlns:a16="http://schemas.microsoft.com/office/drawing/2014/main" id="{0965FA04-1134-4240-BDEB-B79019560A40}"/>
              </a:ext>
            </a:extLst>
          </p:cNvPr>
          <p:cNvSpPr>
            <a:spLocks xmlns:a="http://schemas.openxmlformats.org/drawingml/2006/main" noGrp="1"/>
          </p:cNvSpPr>
          <p:nvPr/>
        </p:nvSpPr>
        <p:spPr>
          <a:xfrm xmlns:a="http://schemas.openxmlformats.org/drawingml/2006/main">
            <a:off x="3438525" y="4324350"/>
            <a:ext cx="7905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10243A"/>
                </a:solidFill>
              </a:defRPr>
            </a:defPPr>
            <a:lvl1pPr>
              <a:defRPr sz="1575" b="0">
                <a:solidFill>
                  <a:srgbClr val="10243A"/>
                </a:solidFill>
              </a:defRPr>
            </a:lvl1pPr>
            <a:lvl2pPr>
              <a:defRPr sz="1575" b="0">
                <a:solidFill>
                  <a:srgbClr val="10243A"/>
                </a:solidFill>
              </a:defRPr>
            </a:lvl2pPr>
            <a:lvl3pPr>
              <a:defRPr sz="1575" b="0">
                <a:solidFill>
                  <a:srgbClr val="10243A"/>
                </a:solidFill>
              </a:defRPr>
            </a:lvl3pPr>
            <a:lvl4pPr>
              <a:defRPr sz="1575" b="0">
                <a:solidFill>
                  <a:srgbClr val="10243A"/>
                </a:solidFill>
              </a:defRPr>
            </a:lvl4pPr>
            <a:lvl5pPr>
              <a:defRPr sz="1575" b="0">
                <a:solidFill>
                  <a:srgbClr val="10243A"/>
                </a:solidFill>
              </a:defRPr>
            </a:lvl5pPr>
            <a:lvl6pPr>
              <a:defRPr sz="1575" b="0">
                <a:solidFill>
                  <a:srgbClr val="10243A"/>
                </a:solidFill>
              </a:defRPr>
            </a:lvl6pPr>
            <a:lvl7pPr>
              <a:defRPr sz="1575" b="0">
                <a:solidFill>
                  <a:srgbClr val="10243A"/>
                </a:solidFill>
              </a:defRPr>
            </a:lvl7pPr>
            <a:lvl8pPr>
              <a:defRPr sz="1575" b="0">
                <a:solidFill>
                  <a:srgbClr val="10243A"/>
                </a:solidFill>
              </a:defRPr>
            </a:lvl8pPr>
            <a:lvl9pPr>
              <a:defRPr sz="1575" b="0">
                <a:solidFill>
                  <a:srgbClr val="10243A"/>
                </a:solidFill>
              </a:defRPr>
            </a:lvl9pPr>
          </a:lstStyle>
          <a:p xmlns:a="http://schemas.openxmlformats.org/drawingml/2006/main">
            <a:pPr>
              <a:buNone/>
              <a:defRPr sz="1575" b="0">
                <a:solidFill>
                  <a:srgbClr val="10243A"/>
                </a:solidFill>
              </a:defRPr>
            </a:pPr>
            <a:r>
              <a:rPr sz="1575" b="0">
                <a:solidFill>
                  <a:srgbClr val="10243A"/>
                </a:solidFill>
              </a:rPr>
              <a:t>Study_A.pdf, Study_B.pdf, Study_C.pdf, and engagement.csv</a:t>
            </a:r>
          </a:p>
        </p:txBody>
      </p:sp>
      <p:sp>
        <p:nvSpPr>
          <p:cNvPr id="11" name="">
            <a:extLst xmlns:a="http://schemas.openxmlformats.org/drawingml/2006/main">
              <a:ext uri="{FF2B5EF4-FFF2-40B4-BE49-F238E27FC236}">
                <a16:creationId xmlns:a16="http://schemas.microsoft.com/office/drawing/2014/main" id="{8B62281E-E750-4540-8F8A-8D19192ECEF6}"/>
              </a:ext>
            </a:extLst>
          </p:cNvPr>
          <p:cNvSpPr>
            <a:spLocks xmlns:a="http://schemas.openxmlformats.org/drawingml/2006/main" noGrp="1"/>
          </p:cNvSpPr>
          <p:nvPr/>
        </p:nvSpPr>
        <p:spPr>
          <a:xfrm xmlns:a="http://schemas.openxmlformats.org/drawingml/2006/main">
            <a:off x="790575" y="4895850"/>
            <a:ext cx="2333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007E78"/>
                </a:solidFill>
              </a:defRPr>
            </a:defPPr>
            <a:lvl1pPr>
              <a:defRPr sz="1575" b="1">
                <a:solidFill>
                  <a:srgbClr val="007E78"/>
                </a:solidFill>
              </a:defRPr>
            </a:lvl1pPr>
            <a:lvl2pPr>
              <a:defRPr sz="1575" b="1">
                <a:solidFill>
                  <a:srgbClr val="007E78"/>
                </a:solidFill>
              </a:defRPr>
            </a:lvl2pPr>
            <a:lvl3pPr>
              <a:defRPr sz="1575" b="1">
                <a:solidFill>
                  <a:srgbClr val="007E78"/>
                </a:solidFill>
              </a:defRPr>
            </a:lvl3pPr>
            <a:lvl4pPr>
              <a:defRPr sz="1575" b="1">
                <a:solidFill>
                  <a:srgbClr val="007E78"/>
                </a:solidFill>
              </a:defRPr>
            </a:lvl4pPr>
            <a:lvl5pPr>
              <a:defRPr sz="1575" b="1">
                <a:solidFill>
                  <a:srgbClr val="007E78"/>
                </a:solidFill>
              </a:defRPr>
            </a:lvl5pPr>
            <a:lvl6pPr>
              <a:defRPr sz="1575" b="1">
                <a:solidFill>
                  <a:srgbClr val="007E78"/>
                </a:solidFill>
              </a:defRPr>
            </a:lvl6pPr>
            <a:lvl7pPr>
              <a:defRPr sz="1575" b="1">
                <a:solidFill>
                  <a:srgbClr val="007E78"/>
                </a:solidFill>
              </a:defRPr>
            </a:lvl7pPr>
            <a:lvl8pPr>
              <a:defRPr sz="1575" b="1">
                <a:solidFill>
                  <a:srgbClr val="007E78"/>
                </a:solidFill>
              </a:defRPr>
            </a:lvl8pPr>
            <a:lvl9pPr>
              <a:defRPr sz="1575" b="1">
                <a:solidFill>
                  <a:srgbClr val="007E78"/>
                </a:solidFill>
              </a:defRPr>
            </a:lvl9pPr>
          </a:lstStyle>
          <a:p xmlns:a="http://schemas.openxmlformats.org/drawingml/2006/main">
            <a:pPr>
              <a:buNone/>
              <a:defRPr sz="1575" b="1">
                <a:solidFill>
                  <a:srgbClr val="007E78"/>
                </a:solidFill>
              </a:defRPr>
            </a:pPr>
            <a:r>
              <a:rPr sz="1575" b="1">
                <a:solidFill>
                  <a:srgbClr val="007E78"/>
                </a:solidFill>
              </a:rPr>
              <a:t>Options</a:t>
            </a:r>
          </a:p>
        </p:txBody>
      </p:sp>
      <p:sp>
        <p:nvSpPr>
          <p:cNvPr id="12" name="">
            <a:extLst xmlns:a="http://schemas.openxmlformats.org/drawingml/2006/main">
              <a:ext uri="{FF2B5EF4-FFF2-40B4-BE49-F238E27FC236}">
                <a16:creationId xmlns:a16="http://schemas.microsoft.com/office/drawing/2014/main" id="{31952CEE-517B-46AB-822D-E7F2A1210228}"/>
              </a:ext>
            </a:extLst>
          </p:cNvPr>
          <p:cNvSpPr>
            <a:spLocks xmlns:a="http://schemas.openxmlformats.org/drawingml/2006/main" noGrp="1"/>
          </p:cNvSpPr>
          <p:nvPr/>
        </p:nvSpPr>
        <p:spPr>
          <a:xfrm xmlns:a="http://schemas.openxmlformats.org/drawingml/2006/main">
            <a:off x="3438525" y="4895850"/>
            <a:ext cx="7905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10243A"/>
                </a:solidFill>
              </a:defRPr>
            </a:defPPr>
            <a:lvl1pPr>
              <a:defRPr sz="1575" b="0">
                <a:solidFill>
                  <a:srgbClr val="10243A"/>
                </a:solidFill>
              </a:defRPr>
            </a:lvl1pPr>
            <a:lvl2pPr>
              <a:defRPr sz="1575" b="0">
                <a:solidFill>
                  <a:srgbClr val="10243A"/>
                </a:solidFill>
              </a:defRPr>
            </a:lvl2pPr>
            <a:lvl3pPr>
              <a:defRPr sz="1575" b="0">
                <a:solidFill>
                  <a:srgbClr val="10243A"/>
                </a:solidFill>
              </a:defRPr>
            </a:lvl3pPr>
            <a:lvl4pPr>
              <a:defRPr sz="1575" b="0">
                <a:solidFill>
                  <a:srgbClr val="10243A"/>
                </a:solidFill>
              </a:defRPr>
            </a:lvl4pPr>
            <a:lvl5pPr>
              <a:defRPr sz="1575" b="0">
                <a:solidFill>
                  <a:srgbClr val="10243A"/>
                </a:solidFill>
              </a:defRPr>
            </a:lvl5pPr>
            <a:lvl6pPr>
              <a:defRPr sz="1575" b="0">
                <a:solidFill>
                  <a:srgbClr val="10243A"/>
                </a:solidFill>
              </a:defRPr>
            </a:lvl6pPr>
            <a:lvl7pPr>
              <a:defRPr sz="1575" b="0">
                <a:solidFill>
                  <a:srgbClr val="10243A"/>
                </a:solidFill>
              </a:defRPr>
            </a:lvl7pPr>
            <a:lvl8pPr>
              <a:defRPr sz="1575" b="0">
                <a:solidFill>
                  <a:srgbClr val="10243A"/>
                </a:solidFill>
              </a:defRPr>
            </a:lvl8pPr>
            <a:lvl9pPr>
              <a:defRPr sz="1575" b="0">
                <a:solidFill>
                  <a:srgbClr val="10243A"/>
                </a:solidFill>
              </a:defRPr>
            </a:lvl9pPr>
          </a:lstStyle>
          <a:p xmlns:a="http://schemas.openxmlformats.org/drawingml/2006/main">
            <a:pPr>
              <a:buNone/>
              <a:defRPr sz="1575" b="0">
                <a:solidFill>
                  <a:srgbClr val="10243A"/>
                </a:solidFill>
              </a:defRPr>
            </a:pPr>
            <a:r>
              <a:rPr sz="1575" b="0">
                <a:solidFill>
                  <a:srgbClr val="10243A"/>
                </a:solidFill>
              </a:rPr>
              <a:t>Crossref enabled; Gemini selected; dynamic planning and recovery enabled</a:t>
            </a:r>
          </a:p>
        </p:txBody>
      </p:sp>
      <p:sp>
        <p:nvSpPr>
          <p:cNvPr id="13" name="">
            <a:extLst xmlns:a="http://schemas.openxmlformats.org/drawingml/2006/main">
              <a:ext uri="{FF2B5EF4-FFF2-40B4-BE49-F238E27FC236}">
                <a16:creationId xmlns:a16="http://schemas.microsoft.com/office/drawing/2014/main" id="{726FBA7C-6B0B-4557-8AA4-DF4174799056}"/>
              </a:ext>
            </a:extLst>
          </p:cNvPr>
          <p:cNvSpPr>
            <a:spLocks xmlns:a="http://schemas.openxmlformats.org/drawingml/2006/main" noGrp="1"/>
          </p:cNvSpPr>
          <p:nvPr/>
        </p:nvSpPr>
        <p:spPr>
          <a:xfrm xmlns:a="http://schemas.openxmlformats.org/drawingml/2006/main">
            <a:off x="685800" y="5648325"/>
            <a:ext cx="10782300" cy="457200"/>
          </a:xfrm>
          <a:prstGeom xmlns:a="http://schemas.openxmlformats.org/drawingml/2006/main" prst="rect">
            <a:avLst/>
          </a:prstGeom>
          <a:solidFill xmlns:a="http://schemas.openxmlformats.org/drawingml/2006/main">
            <a:srgbClr val="E5F3F1"/>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7B86F66-68EF-4E43-B0FE-0413EF62089F}"/>
              </a:ext>
            </a:extLst>
          </p:cNvPr>
          <p:cNvSpPr>
            <a:spLocks xmlns:a="http://schemas.openxmlformats.org/drawingml/2006/main" noGrp="1"/>
          </p:cNvSpPr>
          <p:nvPr/>
        </p:nvSpPr>
        <p:spPr>
          <a:xfrm xmlns:a="http://schemas.openxmlformats.org/drawingml/2006/main">
            <a:off x="838200" y="5724525"/>
            <a:ext cx="10458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1">
                <a:solidFill>
                  <a:srgbClr val="10243A"/>
                </a:solidFill>
              </a:defRPr>
            </a:defPPr>
            <a:lvl1pPr>
              <a:defRPr sz="1425" b="1">
                <a:solidFill>
                  <a:srgbClr val="10243A"/>
                </a:solidFill>
              </a:defRPr>
            </a:lvl1pPr>
            <a:lvl2pPr>
              <a:defRPr sz="1425" b="1">
                <a:solidFill>
                  <a:srgbClr val="10243A"/>
                </a:solidFill>
              </a:defRPr>
            </a:lvl2pPr>
            <a:lvl3pPr>
              <a:defRPr sz="1425" b="1">
                <a:solidFill>
                  <a:srgbClr val="10243A"/>
                </a:solidFill>
              </a:defRPr>
            </a:lvl3pPr>
            <a:lvl4pPr>
              <a:defRPr sz="1425" b="1">
                <a:solidFill>
                  <a:srgbClr val="10243A"/>
                </a:solidFill>
              </a:defRPr>
            </a:lvl4pPr>
            <a:lvl5pPr>
              <a:defRPr sz="1425" b="1">
                <a:solidFill>
                  <a:srgbClr val="10243A"/>
                </a:solidFill>
              </a:defRPr>
            </a:lvl5pPr>
            <a:lvl6pPr>
              <a:defRPr sz="1425" b="1">
                <a:solidFill>
                  <a:srgbClr val="10243A"/>
                </a:solidFill>
              </a:defRPr>
            </a:lvl6pPr>
            <a:lvl7pPr>
              <a:defRPr sz="1425" b="1">
                <a:solidFill>
                  <a:srgbClr val="10243A"/>
                </a:solidFill>
              </a:defRPr>
            </a:lvl7pPr>
            <a:lvl8pPr>
              <a:defRPr sz="1425" b="1">
                <a:solidFill>
                  <a:srgbClr val="10243A"/>
                </a:solidFill>
              </a:defRPr>
            </a:lvl8pPr>
            <a:lvl9pPr>
              <a:defRPr sz="1425" b="1">
                <a:solidFill>
                  <a:srgbClr val="10243A"/>
                </a:solidFill>
              </a:defRPr>
            </a:lvl9pPr>
          </a:lstStyle>
          <a:p xmlns:a="http://schemas.openxmlformats.org/drawingml/2006/main">
            <a:pPr>
              <a:buNone/>
              <a:defRPr sz="1425" b="1">
                <a:solidFill>
                  <a:srgbClr val="10243A"/>
                </a:solidFill>
              </a:defRPr>
            </a:pPr>
            <a:r>
              <a:rPr sz="1425" b="1">
                <a:solidFill>
                  <a:srgbClr val="10243A"/>
                </a:solidFill>
              </a:rPr>
              <a:t>Illustrative inputs and example IDs explain the real code path.</a:t>
            </a:r>
          </a:p>
        </p:txBody>
      </p:sp>
    </p:spTree>
    <p:extLst>
      <p:ext uri="{BB962C8B-B14F-4D97-AF65-F5344CB8AC3E}">
        <p14:creationId xmlns:p14="http://schemas.microsoft.com/office/powerpoint/2010/main" val="652763352"/>
      </p:ext>
    </p:extLst>
  </p:cSld>
</p:sld>
</file>

<file path=ppt/slides/slide21.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CC21266-C38D-4BFB-87E2-C7A9D50A50A1}"/>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E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989F9BA-984F-440C-921B-AAA663607CBF}"/>
              </a:ext>
            </a:extLst>
          </p:cNvPr>
          <p:cNvSpPr>
            <a:spLocks xmlns:a="http://schemas.openxmlformats.org/drawingml/2006/main" noGrp="1"/>
          </p:cNvSpPr>
          <p:nvPr/>
        </p:nvSpPr>
        <p:spPr>
          <a:xfrm xmlns:a="http://schemas.openxmlformats.org/drawingml/2006/main">
            <a:off x="609600" y="323850"/>
            <a:ext cx="1009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07E78"/>
                </a:solidFill>
              </a:defRPr>
            </a:defPPr>
            <a:lvl1pPr>
              <a:defRPr sz="1125" b="1">
                <a:solidFill>
                  <a:srgbClr val="007E78"/>
                </a:solidFill>
              </a:defRPr>
            </a:lvl1pPr>
            <a:lvl2pPr>
              <a:defRPr sz="1125" b="1">
                <a:solidFill>
                  <a:srgbClr val="007E78"/>
                </a:solidFill>
              </a:defRPr>
            </a:lvl2pPr>
            <a:lvl3pPr>
              <a:defRPr sz="1125" b="1">
                <a:solidFill>
                  <a:srgbClr val="007E78"/>
                </a:solidFill>
              </a:defRPr>
            </a:lvl3pPr>
            <a:lvl4pPr>
              <a:defRPr sz="1125" b="1">
                <a:solidFill>
                  <a:srgbClr val="007E78"/>
                </a:solidFill>
              </a:defRPr>
            </a:lvl4pPr>
            <a:lvl5pPr>
              <a:defRPr sz="1125" b="1">
                <a:solidFill>
                  <a:srgbClr val="007E78"/>
                </a:solidFill>
              </a:defRPr>
            </a:lvl5pPr>
            <a:lvl6pPr>
              <a:defRPr sz="1125" b="1">
                <a:solidFill>
                  <a:srgbClr val="007E78"/>
                </a:solidFill>
              </a:defRPr>
            </a:lvl6pPr>
            <a:lvl7pPr>
              <a:defRPr sz="1125" b="1">
                <a:solidFill>
                  <a:srgbClr val="007E78"/>
                </a:solidFill>
              </a:defRPr>
            </a:lvl7pPr>
            <a:lvl8pPr>
              <a:defRPr sz="1125" b="1">
                <a:solidFill>
                  <a:srgbClr val="007E78"/>
                </a:solidFill>
              </a:defRPr>
            </a:lvl8pPr>
            <a:lvl9pPr>
              <a:defRPr sz="1125" b="1">
                <a:solidFill>
                  <a:srgbClr val="007E78"/>
                </a:solidFill>
              </a:defRPr>
            </a:lvl9pPr>
          </a:lstStyle>
          <a:p xmlns:a="http://schemas.openxmlformats.org/drawingml/2006/main">
            <a:pPr>
              <a:buNone/>
              <a:defRPr sz="1125" b="1">
                <a:solidFill>
                  <a:srgbClr val="007E78"/>
                </a:solidFill>
              </a:defRPr>
            </a:pPr>
            <a:r>
              <a:rPr sz="1125" b="1">
                <a:solidFill>
                  <a:srgbClr val="007E78"/>
                </a:solidFill>
              </a:rPr>
              <a:t>20  WORKED EXAMPLE</a:t>
            </a:r>
          </a:p>
        </p:txBody>
      </p:sp>
      <p:sp>
        <p:nvSpPr>
          <p:cNvPr id="3" name="">
            <a:extLst xmlns:a="http://schemas.openxmlformats.org/drawingml/2006/main">
              <a:ext uri="{FF2B5EF4-FFF2-40B4-BE49-F238E27FC236}">
                <a16:creationId xmlns:a16="http://schemas.microsoft.com/office/drawing/2014/main" id="{8F01AE1A-34AB-4767-B860-71BCE0B2F793}"/>
              </a:ext>
            </a:extLst>
          </p:cNvPr>
          <p:cNvSpPr>
            <a:spLocks xmlns:a="http://schemas.openxmlformats.org/drawingml/2006/main" noGrp="1"/>
          </p:cNvSpPr>
          <p:nvPr/>
        </p:nvSpPr>
        <p:spPr>
          <a:xfrm xmlns:a="http://schemas.openxmlformats.org/drawingml/2006/main">
            <a:off x="609600" y="685800"/>
            <a:ext cx="10858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10243A"/>
                </a:solidFill>
              </a:defRPr>
            </a:defPPr>
            <a:lvl1pPr>
              <a:defRPr sz="2850" b="1">
                <a:solidFill>
                  <a:srgbClr val="10243A"/>
                </a:solidFill>
              </a:defRPr>
            </a:lvl1pPr>
            <a:lvl2pPr>
              <a:defRPr sz="2850" b="1">
                <a:solidFill>
                  <a:srgbClr val="10243A"/>
                </a:solidFill>
              </a:defRPr>
            </a:lvl2pPr>
            <a:lvl3pPr>
              <a:defRPr sz="2850" b="1">
                <a:solidFill>
                  <a:srgbClr val="10243A"/>
                </a:solidFill>
              </a:defRPr>
            </a:lvl3pPr>
            <a:lvl4pPr>
              <a:defRPr sz="2850" b="1">
                <a:solidFill>
                  <a:srgbClr val="10243A"/>
                </a:solidFill>
              </a:defRPr>
            </a:lvl4pPr>
            <a:lvl5pPr>
              <a:defRPr sz="2850" b="1">
                <a:solidFill>
                  <a:srgbClr val="10243A"/>
                </a:solidFill>
              </a:defRPr>
            </a:lvl5pPr>
            <a:lvl6pPr>
              <a:defRPr sz="2850" b="1">
                <a:solidFill>
                  <a:srgbClr val="10243A"/>
                </a:solidFill>
              </a:defRPr>
            </a:lvl6pPr>
            <a:lvl7pPr>
              <a:defRPr sz="2850" b="1">
                <a:solidFill>
                  <a:srgbClr val="10243A"/>
                </a:solidFill>
              </a:defRPr>
            </a:lvl7pPr>
            <a:lvl8pPr>
              <a:defRPr sz="2850" b="1">
                <a:solidFill>
                  <a:srgbClr val="10243A"/>
                </a:solidFill>
              </a:defRPr>
            </a:lvl8pPr>
            <a:lvl9pPr>
              <a:defRPr sz="2850" b="1">
                <a:solidFill>
                  <a:srgbClr val="10243A"/>
                </a:solidFill>
              </a:defRPr>
            </a:lvl9pPr>
          </a:lstStyle>
          <a:p xmlns:a="http://schemas.openxmlformats.org/drawingml/2006/main">
            <a:pPr>
              <a:buNone/>
              <a:defRPr sz="2850" b="1">
                <a:solidFill>
                  <a:srgbClr val="10243A"/>
                </a:solidFill>
              </a:defRPr>
            </a:pPr>
            <a:r>
              <a:rPr sz="2850" b="1">
                <a:solidFill>
                  <a:srgbClr val="10243A"/>
                </a:solidFill>
              </a:rPr>
              <a:t>Stage 1: upload and inspection</a:t>
            </a:r>
          </a:p>
        </p:txBody>
      </p:sp>
      <p:sp>
        <p:nvSpPr>
          <p:cNvPr id="4" name="">
            <a:extLst xmlns:a="http://schemas.openxmlformats.org/drawingml/2006/main">
              <a:ext uri="{FF2B5EF4-FFF2-40B4-BE49-F238E27FC236}">
                <a16:creationId xmlns:a16="http://schemas.microsoft.com/office/drawing/2014/main" id="{CDE7065C-37A4-49F2-92FA-5DD2D3F76423}"/>
              </a:ext>
            </a:extLst>
          </p:cNvPr>
          <p:cNvSpPr>
            <a:spLocks xmlns:a="http://schemas.openxmlformats.org/drawingml/2006/main" noGrp="1"/>
          </p:cNvSpPr>
          <p:nvPr/>
        </p:nvSpPr>
        <p:spPr>
          <a:xfrm xmlns:a="http://schemas.openxmlformats.org/drawingml/2006/main">
            <a:off x="609600" y="6324600"/>
            <a:ext cx="10972800" cy="9525"/>
          </a:xfrm>
          <a:prstGeom xmlns:a="http://schemas.openxmlformats.org/drawingml/2006/main" prst="rect">
            <a:avLst/>
          </a:prstGeom>
          <a:solidFill xmlns:a="http://schemas.openxmlformats.org/drawingml/2006/main">
            <a:srgbClr val="D7E3E9"/>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DEB4C38-E118-48DF-8CA6-69EA1F637BA1}"/>
              </a:ext>
            </a:extLst>
          </p:cNvPr>
          <p:cNvSpPr>
            <a:spLocks xmlns:a="http://schemas.openxmlformats.org/drawingml/2006/main" noGrp="1"/>
          </p:cNvSpPr>
          <p:nvPr/>
        </p:nvSpPr>
        <p:spPr>
          <a:xfrm xmlns:a="http://schemas.openxmlformats.org/drawingml/2006/main">
            <a:off x="609600" y="6429375"/>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AgentFlow  |  Final Review</a:t>
            </a:r>
          </a:p>
        </p:txBody>
      </p:sp>
      <p:sp>
        <p:nvSpPr>
          <p:cNvPr id="6" name="">
            <a:extLst xmlns:a="http://schemas.openxmlformats.org/drawingml/2006/main">
              <a:ext uri="{FF2B5EF4-FFF2-40B4-BE49-F238E27FC236}">
                <a16:creationId xmlns:a16="http://schemas.microsoft.com/office/drawing/2014/main" id="{005B1E4F-8ED5-4EF6-BAA0-7D0F34FA1561}"/>
              </a:ext>
            </a:extLst>
          </p:cNvPr>
          <p:cNvSpPr>
            <a:spLocks xmlns:a="http://schemas.openxmlformats.org/drawingml/2006/main" noGrp="1"/>
          </p:cNvSpPr>
          <p:nvPr/>
        </p:nvSpPr>
        <p:spPr>
          <a:xfrm xmlns:a="http://schemas.openxmlformats.org/drawingml/2006/main">
            <a:off x="11029950" y="642937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21</a:t>
            </a:r>
          </a:p>
        </p:txBody>
      </p:sp>
      <p:sp>
        <p:nvSpPr>
          <p:cNvPr id="7" name="">
            <a:extLst xmlns:a="http://schemas.openxmlformats.org/drawingml/2006/main">
              <a:ext uri="{FF2B5EF4-FFF2-40B4-BE49-F238E27FC236}">
                <a16:creationId xmlns:a16="http://schemas.microsoft.com/office/drawing/2014/main" id="{54C620E8-2D68-449C-A178-9030EF1D569E}"/>
              </a:ext>
            </a:extLst>
          </p:cNvPr>
          <p:cNvSpPr>
            <a:spLocks xmlns:a="http://schemas.openxmlformats.org/drawingml/2006/main" noGrp="1"/>
          </p:cNvSpPr>
          <p:nvPr/>
        </p:nvSpPr>
        <p:spPr>
          <a:xfrm xmlns:a="http://schemas.openxmlformats.org/drawingml/2006/main">
            <a:off x="704850" y="180975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07E78"/>
                </a:solidFill>
              </a:defRPr>
            </a:defPPr>
            <a:lvl1pPr>
              <a:defRPr sz="1725" b="1">
                <a:solidFill>
                  <a:srgbClr val="007E78"/>
                </a:solidFill>
              </a:defRPr>
            </a:lvl1pPr>
            <a:lvl2pPr>
              <a:defRPr sz="1725" b="1">
                <a:solidFill>
                  <a:srgbClr val="007E78"/>
                </a:solidFill>
              </a:defRPr>
            </a:lvl2pPr>
            <a:lvl3pPr>
              <a:defRPr sz="1725" b="1">
                <a:solidFill>
                  <a:srgbClr val="007E78"/>
                </a:solidFill>
              </a:defRPr>
            </a:lvl3pPr>
            <a:lvl4pPr>
              <a:defRPr sz="1725" b="1">
                <a:solidFill>
                  <a:srgbClr val="007E78"/>
                </a:solidFill>
              </a:defRPr>
            </a:lvl4pPr>
            <a:lvl5pPr>
              <a:defRPr sz="1725" b="1">
                <a:solidFill>
                  <a:srgbClr val="007E78"/>
                </a:solidFill>
              </a:defRPr>
            </a:lvl5pPr>
            <a:lvl6pPr>
              <a:defRPr sz="1725" b="1">
                <a:solidFill>
                  <a:srgbClr val="007E78"/>
                </a:solidFill>
              </a:defRPr>
            </a:lvl6pPr>
            <a:lvl7pPr>
              <a:defRPr sz="1725" b="1">
                <a:solidFill>
                  <a:srgbClr val="007E78"/>
                </a:solidFill>
              </a:defRPr>
            </a:lvl7pPr>
            <a:lvl8pPr>
              <a:defRPr sz="1725" b="1">
                <a:solidFill>
                  <a:srgbClr val="007E78"/>
                </a:solidFill>
              </a:defRPr>
            </a:lvl8pPr>
            <a:lvl9pPr>
              <a:defRPr sz="1725" b="1">
                <a:solidFill>
                  <a:srgbClr val="007E78"/>
                </a:solidFill>
              </a:defRPr>
            </a:lvl9pPr>
          </a:lstStyle>
          <a:p xmlns:a="http://schemas.openxmlformats.org/drawingml/2006/main">
            <a:pPr>
              <a:buNone/>
              <a:defRPr sz="1725" b="1">
                <a:solidFill>
                  <a:srgbClr val="007E78"/>
                </a:solidFill>
              </a:defRPr>
            </a:pPr>
            <a:r>
              <a:rPr sz="1725" b="1">
                <a:solidFill>
                  <a:srgbClr val="007E78"/>
                </a:solidFill>
              </a:rPr>
              <a:t>PDF uploads</a:t>
            </a:r>
          </a:p>
        </p:txBody>
      </p:sp>
      <p:sp>
        <p:nvSpPr>
          <p:cNvPr id="8" name="">
            <a:extLst xmlns:a="http://schemas.openxmlformats.org/drawingml/2006/main">
              <a:ext uri="{FF2B5EF4-FFF2-40B4-BE49-F238E27FC236}">
                <a16:creationId xmlns:a16="http://schemas.microsoft.com/office/drawing/2014/main" id="{9C0191FF-D3A0-447D-89B5-76BD4EC5FB7D}"/>
              </a:ext>
            </a:extLst>
          </p:cNvPr>
          <p:cNvSpPr>
            <a:spLocks xmlns:a="http://schemas.openxmlformats.org/drawingml/2006/main" noGrp="1"/>
          </p:cNvSpPr>
          <p:nvPr/>
        </p:nvSpPr>
        <p:spPr>
          <a:xfrm xmlns:a="http://schemas.openxmlformats.org/drawingml/2006/main">
            <a:off x="3352800" y="1809750"/>
            <a:ext cx="7924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153047"/>
                </a:solidFill>
              </a:defRPr>
            </a:defPPr>
            <a:lvl1pPr>
              <a:defRPr sz="1725" b="0">
                <a:solidFill>
                  <a:srgbClr val="153047"/>
                </a:solidFill>
              </a:defRPr>
            </a:lvl1pPr>
            <a:lvl2pPr>
              <a:defRPr sz="1725" b="0">
                <a:solidFill>
                  <a:srgbClr val="153047"/>
                </a:solidFill>
              </a:defRPr>
            </a:lvl2pPr>
            <a:lvl3pPr>
              <a:defRPr sz="1725" b="0">
                <a:solidFill>
                  <a:srgbClr val="153047"/>
                </a:solidFill>
              </a:defRPr>
            </a:lvl3pPr>
            <a:lvl4pPr>
              <a:defRPr sz="1725" b="0">
                <a:solidFill>
                  <a:srgbClr val="153047"/>
                </a:solidFill>
              </a:defRPr>
            </a:lvl4pPr>
            <a:lvl5pPr>
              <a:defRPr sz="1725" b="0">
                <a:solidFill>
                  <a:srgbClr val="153047"/>
                </a:solidFill>
              </a:defRPr>
            </a:lvl5pPr>
            <a:lvl6pPr>
              <a:defRPr sz="1725" b="0">
                <a:solidFill>
                  <a:srgbClr val="153047"/>
                </a:solidFill>
              </a:defRPr>
            </a:lvl6pPr>
            <a:lvl7pPr>
              <a:defRPr sz="1725" b="0">
                <a:solidFill>
                  <a:srgbClr val="153047"/>
                </a:solidFill>
              </a:defRPr>
            </a:lvl7pPr>
            <a:lvl8pPr>
              <a:defRPr sz="1725" b="0">
                <a:solidFill>
                  <a:srgbClr val="153047"/>
                </a:solidFill>
              </a:defRPr>
            </a:lvl8pPr>
            <a:lvl9pPr>
              <a:defRPr sz="1725" b="0">
                <a:solidFill>
                  <a:srgbClr val="153047"/>
                </a:solidFill>
              </a:defRPr>
            </a:lvl9pPr>
          </a:lstStyle>
          <a:p xmlns:a="http://schemas.openxmlformats.org/drawingml/2006/main">
            <a:pPr>
              <a:buNone/>
              <a:defRPr sz="1725" b="0">
                <a:solidFill>
                  <a:srgbClr val="153047"/>
                </a:solidFill>
              </a:defRPr>
            </a:pPr>
            <a:r>
              <a:rPr sz="1725" b="0">
                <a:solidFill>
                  <a:srgbClr val="153047"/>
                </a:solidFill>
              </a:rPr>
              <a:t>PyMuPDF extracts selectable text and page indexes. The response shows a short preview and page count.</a:t>
            </a:r>
          </a:p>
        </p:txBody>
      </p:sp>
      <p:sp>
        <p:nvSpPr>
          <p:cNvPr id="9" name="">
            <a:extLst xmlns:a="http://schemas.openxmlformats.org/drawingml/2006/main">
              <a:ext uri="{FF2B5EF4-FFF2-40B4-BE49-F238E27FC236}">
                <a16:creationId xmlns:a16="http://schemas.microsoft.com/office/drawing/2014/main" id="{06D8C81D-23C6-4073-9637-E5677387F6E8}"/>
              </a:ext>
            </a:extLst>
          </p:cNvPr>
          <p:cNvSpPr>
            <a:spLocks xmlns:a="http://schemas.openxmlformats.org/drawingml/2006/main" noGrp="1"/>
          </p:cNvSpPr>
          <p:nvPr/>
        </p:nvSpPr>
        <p:spPr>
          <a:xfrm xmlns:a="http://schemas.openxmlformats.org/drawingml/2006/main">
            <a:off x="704850" y="285750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07E78"/>
                </a:solidFill>
              </a:defRPr>
            </a:defPPr>
            <a:lvl1pPr>
              <a:defRPr sz="1725" b="1">
                <a:solidFill>
                  <a:srgbClr val="007E78"/>
                </a:solidFill>
              </a:defRPr>
            </a:lvl1pPr>
            <a:lvl2pPr>
              <a:defRPr sz="1725" b="1">
                <a:solidFill>
                  <a:srgbClr val="007E78"/>
                </a:solidFill>
              </a:defRPr>
            </a:lvl2pPr>
            <a:lvl3pPr>
              <a:defRPr sz="1725" b="1">
                <a:solidFill>
                  <a:srgbClr val="007E78"/>
                </a:solidFill>
              </a:defRPr>
            </a:lvl3pPr>
            <a:lvl4pPr>
              <a:defRPr sz="1725" b="1">
                <a:solidFill>
                  <a:srgbClr val="007E78"/>
                </a:solidFill>
              </a:defRPr>
            </a:lvl4pPr>
            <a:lvl5pPr>
              <a:defRPr sz="1725" b="1">
                <a:solidFill>
                  <a:srgbClr val="007E78"/>
                </a:solidFill>
              </a:defRPr>
            </a:lvl5pPr>
            <a:lvl6pPr>
              <a:defRPr sz="1725" b="1">
                <a:solidFill>
                  <a:srgbClr val="007E78"/>
                </a:solidFill>
              </a:defRPr>
            </a:lvl6pPr>
            <a:lvl7pPr>
              <a:defRPr sz="1725" b="1">
                <a:solidFill>
                  <a:srgbClr val="007E78"/>
                </a:solidFill>
              </a:defRPr>
            </a:lvl7pPr>
            <a:lvl8pPr>
              <a:defRPr sz="1725" b="1">
                <a:solidFill>
                  <a:srgbClr val="007E78"/>
                </a:solidFill>
              </a:defRPr>
            </a:lvl8pPr>
            <a:lvl9pPr>
              <a:defRPr sz="1725" b="1">
                <a:solidFill>
                  <a:srgbClr val="007E78"/>
                </a:solidFill>
              </a:defRPr>
            </a:lvl9pPr>
          </a:lstStyle>
          <a:p xmlns:a="http://schemas.openxmlformats.org/drawingml/2006/main">
            <a:pPr>
              <a:buNone/>
              <a:defRPr sz="1725" b="1">
                <a:solidFill>
                  <a:srgbClr val="007E78"/>
                </a:solidFill>
              </a:defRPr>
            </a:pPr>
            <a:r>
              <a:rPr sz="1725" b="1">
                <a:solidFill>
                  <a:srgbClr val="007E78"/>
                </a:solidFill>
              </a:rPr>
              <a:t>CSV upload</a:t>
            </a:r>
          </a:p>
        </p:txBody>
      </p:sp>
      <p:sp>
        <p:nvSpPr>
          <p:cNvPr id="10" name="">
            <a:extLst xmlns:a="http://schemas.openxmlformats.org/drawingml/2006/main">
              <a:ext uri="{FF2B5EF4-FFF2-40B4-BE49-F238E27FC236}">
                <a16:creationId xmlns:a16="http://schemas.microsoft.com/office/drawing/2014/main" id="{C7A17074-E6F5-473F-A544-E96E97F66B47}"/>
              </a:ext>
            </a:extLst>
          </p:cNvPr>
          <p:cNvSpPr>
            <a:spLocks xmlns:a="http://schemas.openxmlformats.org/drawingml/2006/main" noGrp="1"/>
          </p:cNvSpPr>
          <p:nvPr/>
        </p:nvSpPr>
        <p:spPr>
          <a:xfrm xmlns:a="http://schemas.openxmlformats.org/drawingml/2006/main">
            <a:off x="3352800" y="2857500"/>
            <a:ext cx="7924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153047"/>
                </a:solidFill>
              </a:defRPr>
            </a:defPPr>
            <a:lvl1pPr>
              <a:defRPr sz="1725" b="0">
                <a:solidFill>
                  <a:srgbClr val="153047"/>
                </a:solidFill>
              </a:defRPr>
            </a:lvl1pPr>
            <a:lvl2pPr>
              <a:defRPr sz="1725" b="0">
                <a:solidFill>
                  <a:srgbClr val="153047"/>
                </a:solidFill>
              </a:defRPr>
            </a:lvl2pPr>
            <a:lvl3pPr>
              <a:defRPr sz="1725" b="0">
                <a:solidFill>
                  <a:srgbClr val="153047"/>
                </a:solidFill>
              </a:defRPr>
            </a:lvl3pPr>
            <a:lvl4pPr>
              <a:defRPr sz="1725" b="0">
                <a:solidFill>
                  <a:srgbClr val="153047"/>
                </a:solidFill>
              </a:defRPr>
            </a:lvl4pPr>
            <a:lvl5pPr>
              <a:defRPr sz="1725" b="0">
                <a:solidFill>
                  <a:srgbClr val="153047"/>
                </a:solidFill>
              </a:defRPr>
            </a:lvl5pPr>
            <a:lvl6pPr>
              <a:defRPr sz="1725" b="0">
                <a:solidFill>
                  <a:srgbClr val="153047"/>
                </a:solidFill>
              </a:defRPr>
            </a:lvl6pPr>
            <a:lvl7pPr>
              <a:defRPr sz="1725" b="0">
                <a:solidFill>
                  <a:srgbClr val="153047"/>
                </a:solidFill>
              </a:defRPr>
            </a:lvl7pPr>
            <a:lvl8pPr>
              <a:defRPr sz="1725" b="0">
                <a:solidFill>
                  <a:srgbClr val="153047"/>
                </a:solidFill>
              </a:defRPr>
            </a:lvl8pPr>
            <a:lvl9pPr>
              <a:defRPr sz="1725" b="0">
                <a:solidFill>
                  <a:srgbClr val="153047"/>
                </a:solidFill>
              </a:defRPr>
            </a:lvl9pPr>
          </a:lstStyle>
          <a:p xmlns:a="http://schemas.openxmlformats.org/drawingml/2006/main">
            <a:pPr>
              <a:buNone/>
              <a:defRPr sz="1725" b="0">
                <a:solidFill>
                  <a:srgbClr val="153047"/>
                </a:solidFill>
              </a:defRPr>
            </a:pPr>
            <a:r>
              <a:rPr sz="1725" b="0">
                <a:solidFill>
                  <a:srgbClr val="153047"/>
                </a:solidFill>
              </a:rPr>
              <a:t>Pandas returns a preview with rows, columns, missing values, and statistics.</a:t>
            </a:r>
          </a:p>
        </p:txBody>
      </p:sp>
      <p:sp>
        <p:nvSpPr>
          <p:cNvPr id="11" name="">
            <a:extLst xmlns:a="http://schemas.openxmlformats.org/drawingml/2006/main">
              <a:ext uri="{FF2B5EF4-FFF2-40B4-BE49-F238E27FC236}">
                <a16:creationId xmlns:a16="http://schemas.microsoft.com/office/drawing/2014/main" id="{D7416059-600E-48B9-BFD5-D140E197A561}"/>
              </a:ext>
            </a:extLst>
          </p:cNvPr>
          <p:cNvSpPr>
            <a:spLocks xmlns:a="http://schemas.openxmlformats.org/drawingml/2006/main" noGrp="1"/>
          </p:cNvSpPr>
          <p:nvPr/>
        </p:nvSpPr>
        <p:spPr>
          <a:xfrm xmlns:a="http://schemas.openxmlformats.org/drawingml/2006/main">
            <a:off x="704850" y="390525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07E78"/>
                </a:solidFill>
              </a:defRPr>
            </a:defPPr>
            <a:lvl1pPr>
              <a:defRPr sz="1725" b="1">
                <a:solidFill>
                  <a:srgbClr val="007E78"/>
                </a:solidFill>
              </a:defRPr>
            </a:lvl1pPr>
            <a:lvl2pPr>
              <a:defRPr sz="1725" b="1">
                <a:solidFill>
                  <a:srgbClr val="007E78"/>
                </a:solidFill>
              </a:defRPr>
            </a:lvl2pPr>
            <a:lvl3pPr>
              <a:defRPr sz="1725" b="1">
                <a:solidFill>
                  <a:srgbClr val="007E78"/>
                </a:solidFill>
              </a:defRPr>
            </a:lvl3pPr>
            <a:lvl4pPr>
              <a:defRPr sz="1725" b="1">
                <a:solidFill>
                  <a:srgbClr val="007E78"/>
                </a:solidFill>
              </a:defRPr>
            </a:lvl4pPr>
            <a:lvl5pPr>
              <a:defRPr sz="1725" b="1">
                <a:solidFill>
                  <a:srgbClr val="007E78"/>
                </a:solidFill>
              </a:defRPr>
            </a:lvl5pPr>
            <a:lvl6pPr>
              <a:defRPr sz="1725" b="1">
                <a:solidFill>
                  <a:srgbClr val="007E78"/>
                </a:solidFill>
              </a:defRPr>
            </a:lvl6pPr>
            <a:lvl7pPr>
              <a:defRPr sz="1725" b="1">
                <a:solidFill>
                  <a:srgbClr val="007E78"/>
                </a:solidFill>
              </a:defRPr>
            </a:lvl7pPr>
            <a:lvl8pPr>
              <a:defRPr sz="1725" b="1">
                <a:solidFill>
                  <a:srgbClr val="007E78"/>
                </a:solidFill>
              </a:defRPr>
            </a:lvl8pPr>
            <a:lvl9pPr>
              <a:defRPr sz="1725" b="1">
                <a:solidFill>
                  <a:srgbClr val="007E78"/>
                </a:solidFill>
              </a:defRPr>
            </a:lvl9pPr>
          </a:lstStyle>
          <a:p xmlns:a="http://schemas.openxmlformats.org/drawingml/2006/main">
            <a:pPr>
              <a:buNone/>
              <a:defRPr sz="1725" b="1">
                <a:solidFill>
                  <a:srgbClr val="007E78"/>
                </a:solidFill>
              </a:defRPr>
            </a:pPr>
            <a:r>
              <a:rPr sz="1725" b="1">
                <a:solidFill>
                  <a:srgbClr val="007E78"/>
                </a:solidFill>
              </a:rPr>
              <a:t>Identity</a:t>
            </a:r>
          </a:p>
        </p:txBody>
      </p:sp>
      <p:sp>
        <p:nvSpPr>
          <p:cNvPr id="12" name="">
            <a:extLst xmlns:a="http://schemas.openxmlformats.org/drawingml/2006/main">
              <a:ext uri="{FF2B5EF4-FFF2-40B4-BE49-F238E27FC236}">
                <a16:creationId xmlns:a16="http://schemas.microsoft.com/office/drawing/2014/main" id="{2E9E39B9-9191-47CF-A2B6-CF97D862539B}"/>
              </a:ext>
            </a:extLst>
          </p:cNvPr>
          <p:cNvSpPr>
            <a:spLocks xmlns:a="http://schemas.openxmlformats.org/drawingml/2006/main" noGrp="1"/>
          </p:cNvSpPr>
          <p:nvPr/>
        </p:nvSpPr>
        <p:spPr>
          <a:xfrm xmlns:a="http://schemas.openxmlformats.org/drawingml/2006/main">
            <a:off x="3352800" y="3905250"/>
            <a:ext cx="7924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153047"/>
                </a:solidFill>
              </a:defRPr>
            </a:defPPr>
            <a:lvl1pPr>
              <a:defRPr sz="1725" b="0">
                <a:solidFill>
                  <a:srgbClr val="153047"/>
                </a:solidFill>
              </a:defRPr>
            </a:lvl1pPr>
            <a:lvl2pPr>
              <a:defRPr sz="1725" b="0">
                <a:solidFill>
                  <a:srgbClr val="153047"/>
                </a:solidFill>
              </a:defRPr>
            </a:lvl2pPr>
            <a:lvl3pPr>
              <a:defRPr sz="1725" b="0">
                <a:solidFill>
                  <a:srgbClr val="153047"/>
                </a:solidFill>
              </a:defRPr>
            </a:lvl3pPr>
            <a:lvl4pPr>
              <a:defRPr sz="1725" b="0">
                <a:solidFill>
                  <a:srgbClr val="153047"/>
                </a:solidFill>
              </a:defRPr>
            </a:lvl4pPr>
            <a:lvl5pPr>
              <a:defRPr sz="1725" b="0">
                <a:solidFill>
                  <a:srgbClr val="153047"/>
                </a:solidFill>
              </a:defRPr>
            </a:lvl5pPr>
            <a:lvl6pPr>
              <a:defRPr sz="1725" b="0">
                <a:solidFill>
                  <a:srgbClr val="153047"/>
                </a:solidFill>
              </a:defRPr>
            </a:lvl6pPr>
            <a:lvl7pPr>
              <a:defRPr sz="1725" b="0">
                <a:solidFill>
                  <a:srgbClr val="153047"/>
                </a:solidFill>
              </a:defRPr>
            </a:lvl7pPr>
            <a:lvl8pPr>
              <a:defRPr sz="1725" b="0">
                <a:solidFill>
                  <a:srgbClr val="153047"/>
                </a:solidFill>
              </a:defRPr>
            </a:lvl8pPr>
            <a:lvl9pPr>
              <a:defRPr sz="1725" b="0">
                <a:solidFill>
                  <a:srgbClr val="153047"/>
                </a:solidFill>
              </a:defRPr>
            </a:lvl9pPr>
          </a:lstStyle>
          <a:p xmlns:a="http://schemas.openxmlformats.org/drawingml/2006/main">
            <a:pPr>
              <a:buNone/>
              <a:defRPr sz="1725" b="0">
                <a:solidFill>
                  <a:srgbClr val="153047"/>
                </a:solidFill>
              </a:defRPr>
            </a:pPr>
            <a:r>
              <a:rPr sz="1725" b="0">
                <a:solidFill>
                  <a:srgbClr val="153047"/>
                </a:solidFill>
              </a:rPr>
              <a:t>The user sees filenames. The backend plan uses generated file IDs such as fA, fB, fC, and fData.</a:t>
            </a:r>
          </a:p>
        </p:txBody>
      </p:sp>
      <p:sp>
        <p:nvSpPr>
          <p:cNvPr id="13" name="">
            <a:extLst xmlns:a="http://schemas.openxmlformats.org/drawingml/2006/main">
              <a:ext uri="{FF2B5EF4-FFF2-40B4-BE49-F238E27FC236}">
                <a16:creationId xmlns:a16="http://schemas.microsoft.com/office/drawing/2014/main" id="{B50FECFD-8A8D-48ED-AE55-701E21675BD0}"/>
              </a:ext>
            </a:extLst>
          </p:cNvPr>
          <p:cNvSpPr>
            <a:spLocks xmlns:a="http://schemas.openxmlformats.org/drawingml/2006/main" noGrp="1"/>
          </p:cNvSpPr>
          <p:nvPr/>
        </p:nvSpPr>
        <p:spPr>
          <a:xfrm xmlns:a="http://schemas.openxmlformats.org/drawingml/2006/main">
            <a:off x="704850" y="495300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07E78"/>
                </a:solidFill>
              </a:defRPr>
            </a:defPPr>
            <a:lvl1pPr>
              <a:defRPr sz="1725" b="1">
                <a:solidFill>
                  <a:srgbClr val="007E78"/>
                </a:solidFill>
              </a:defRPr>
            </a:lvl1pPr>
            <a:lvl2pPr>
              <a:defRPr sz="1725" b="1">
                <a:solidFill>
                  <a:srgbClr val="007E78"/>
                </a:solidFill>
              </a:defRPr>
            </a:lvl2pPr>
            <a:lvl3pPr>
              <a:defRPr sz="1725" b="1">
                <a:solidFill>
                  <a:srgbClr val="007E78"/>
                </a:solidFill>
              </a:defRPr>
            </a:lvl3pPr>
            <a:lvl4pPr>
              <a:defRPr sz="1725" b="1">
                <a:solidFill>
                  <a:srgbClr val="007E78"/>
                </a:solidFill>
              </a:defRPr>
            </a:lvl4pPr>
            <a:lvl5pPr>
              <a:defRPr sz="1725" b="1">
                <a:solidFill>
                  <a:srgbClr val="007E78"/>
                </a:solidFill>
              </a:defRPr>
            </a:lvl5pPr>
            <a:lvl6pPr>
              <a:defRPr sz="1725" b="1">
                <a:solidFill>
                  <a:srgbClr val="007E78"/>
                </a:solidFill>
              </a:defRPr>
            </a:lvl6pPr>
            <a:lvl7pPr>
              <a:defRPr sz="1725" b="1">
                <a:solidFill>
                  <a:srgbClr val="007E78"/>
                </a:solidFill>
              </a:defRPr>
            </a:lvl7pPr>
            <a:lvl8pPr>
              <a:defRPr sz="1725" b="1">
                <a:solidFill>
                  <a:srgbClr val="007E78"/>
                </a:solidFill>
              </a:defRPr>
            </a:lvl8pPr>
            <a:lvl9pPr>
              <a:defRPr sz="1725" b="1">
                <a:solidFill>
                  <a:srgbClr val="007E78"/>
                </a:solidFill>
              </a:defRPr>
            </a:lvl9pPr>
          </a:lstStyle>
          <a:p xmlns:a="http://schemas.openxmlformats.org/drawingml/2006/main">
            <a:pPr>
              <a:buNone/>
              <a:defRPr sz="1725" b="1">
                <a:solidFill>
                  <a:srgbClr val="007E78"/>
                </a:solidFill>
              </a:defRPr>
            </a:pPr>
            <a:r>
              <a:rPr sz="1725" b="1">
                <a:solidFill>
                  <a:srgbClr val="007E78"/>
                </a:solidFill>
              </a:rPr>
              <a:t>Important</a:t>
            </a:r>
          </a:p>
        </p:txBody>
      </p:sp>
      <p:sp>
        <p:nvSpPr>
          <p:cNvPr id="14" name="">
            <a:extLst xmlns:a="http://schemas.openxmlformats.org/drawingml/2006/main">
              <a:ext uri="{FF2B5EF4-FFF2-40B4-BE49-F238E27FC236}">
                <a16:creationId xmlns:a16="http://schemas.microsoft.com/office/drawing/2014/main" id="{6DB222DC-8BBE-478B-A202-236FB0E6EBA8}"/>
              </a:ext>
            </a:extLst>
          </p:cNvPr>
          <p:cNvSpPr>
            <a:spLocks xmlns:a="http://schemas.openxmlformats.org/drawingml/2006/main" noGrp="1"/>
          </p:cNvSpPr>
          <p:nvPr/>
        </p:nvSpPr>
        <p:spPr>
          <a:xfrm xmlns:a="http://schemas.openxmlformats.org/drawingml/2006/main">
            <a:off x="3352800" y="4953000"/>
            <a:ext cx="7924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153047"/>
                </a:solidFill>
              </a:defRPr>
            </a:defPPr>
            <a:lvl1pPr>
              <a:defRPr sz="1725" b="0">
                <a:solidFill>
                  <a:srgbClr val="153047"/>
                </a:solidFill>
              </a:defRPr>
            </a:lvl1pPr>
            <a:lvl2pPr>
              <a:defRPr sz="1725" b="0">
                <a:solidFill>
                  <a:srgbClr val="153047"/>
                </a:solidFill>
              </a:defRPr>
            </a:lvl2pPr>
            <a:lvl3pPr>
              <a:defRPr sz="1725" b="0">
                <a:solidFill>
                  <a:srgbClr val="153047"/>
                </a:solidFill>
              </a:defRPr>
            </a:lvl3pPr>
            <a:lvl4pPr>
              <a:defRPr sz="1725" b="0">
                <a:solidFill>
                  <a:srgbClr val="153047"/>
                </a:solidFill>
              </a:defRPr>
            </a:lvl4pPr>
            <a:lvl5pPr>
              <a:defRPr sz="1725" b="0">
                <a:solidFill>
                  <a:srgbClr val="153047"/>
                </a:solidFill>
              </a:defRPr>
            </a:lvl5pPr>
            <a:lvl6pPr>
              <a:defRPr sz="1725" b="0">
                <a:solidFill>
                  <a:srgbClr val="153047"/>
                </a:solidFill>
              </a:defRPr>
            </a:lvl6pPr>
            <a:lvl7pPr>
              <a:defRPr sz="1725" b="0">
                <a:solidFill>
                  <a:srgbClr val="153047"/>
                </a:solidFill>
              </a:defRPr>
            </a:lvl7pPr>
            <a:lvl8pPr>
              <a:defRPr sz="1725" b="0">
                <a:solidFill>
                  <a:srgbClr val="153047"/>
                </a:solidFill>
              </a:defRPr>
            </a:lvl8pPr>
            <a:lvl9pPr>
              <a:defRPr sz="1725" b="0">
                <a:solidFill>
                  <a:srgbClr val="153047"/>
                </a:solidFill>
              </a:defRPr>
            </a:lvl9pPr>
          </a:lstStyle>
          <a:p xmlns:a="http://schemas.openxmlformats.org/drawingml/2006/main">
            <a:pPr>
              <a:buNone/>
              <a:defRPr sz="1725" b="0">
                <a:solidFill>
                  <a:srgbClr val="153047"/>
                </a:solidFill>
              </a:defRPr>
            </a:pPr>
            <a:r>
              <a:rPr sz="1725" b="0">
                <a:solidFill>
                  <a:srgbClr val="153047"/>
                </a:solidFill>
              </a:rPr>
              <a:t>The upload preview is a check; each planned read task still executes and records its own output.</a:t>
            </a:r>
          </a:p>
        </p:txBody>
      </p:sp>
    </p:spTree>
    <p:extLst>
      <p:ext uri="{BB962C8B-B14F-4D97-AF65-F5344CB8AC3E}">
        <p14:creationId xmlns:p14="http://schemas.microsoft.com/office/powerpoint/2010/main" val="1779617881"/>
      </p:ext>
    </p:extLst>
  </p:cSld>
</p:sld>
</file>

<file path=ppt/slides/slide22.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62A8456-B2C8-426D-8C0D-88C34A7C9007}"/>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E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C7D6404-0897-4577-B29A-41AE122611AE}"/>
              </a:ext>
            </a:extLst>
          </p:cNvPr>
          <p:cNvSpPr>
            <a:spLocks xmlns:a="http://schemas.openxmlformats.org/drawingml/2006/main" noGrp="1"/>
          </p:cNvSpPr>
          <p:nvPr/>
        </p:nvSpPr>
        <p:spPr>
          <a:xfrm xmlns:a="http://schemas.openxmlformats.org/drawingml/2006/main">
            <a:off x="609600" y="323850"/>
            <a:ext cx="1009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07E78"/>
                </a:solidFill>
              </a:defRPr>
            </a:defPPr>
            <a:lvl1pPr>
              <a:defRPr sz="1125" b="1">
                <a:solidFill>
                  <a:srgbClr val="007E78"/>
                </a:solidFill>
              </a:defRPr>
            </a:lvl1pPr>
            <a:lvl2pPr>
              <a:defRPr sz="1125" b="1">
                <a:solidFill>
                  <a:srgbClr val="007E78"/>
                </a:solidFill>
              </a:defRPr>
            </a:lvl2pPr>
            <a:lvl3pPr>
              <a:defRPr sz="1125" b="1">
                <a:solidFill>
                  <a:srgbClr val="007E78"/>
                </a:solidFill>
              </a:defRPr>
            </a:lvl3pPr>
            <a:lvl4pPr>
              <a:defRPr sz="1125" b="1">
                <a:solidFill>
                  <a:srgbClr val="007E78"/>
                </a:solidFill>
              </a:defRPr>
            </a:lvl4pPr>
            <a:lvl5pPr>
              <a:defRPr sz="1125" b="1">
                <a:solidFill>
                  <a:srgbClr val="007E78"/>
                </a:solidFill>
              </a:defRPr>
            </a:lvl5pPr>
            <a:lvl6pPr>
              <a:defRPr sz="1125" b="1">
                <a:solidFill>
                  <a:srgbClr val="007E78"/>
                </a:solidFill>
              </a:defRPr>
            </a:lvl6pPr>
            <a:lvl7pPr>
              <a:defRPr sz="1125" b="1">
                <a:solidFill>
                  <a:srgbClr val="007E78"/>
                </a:solidFill>
              </a:defRPr>
            </a:lvl7pPr>
            <a:lvl8pPr>
              <a:defRPr sz="1125" b="1">
                <a:solidFill>
                  <a:srgbClr val="007E78"/>
                </a:solidFill>
              </a:defRPr>
            </a:lvl8pPr>
            <a:lvl9pPr>
              <a:defRPr sz="1125" b="1">
                <a:solidFill>
                  <a:srgbClr val="007E78"/>
                </a:solidFill>
              </a:defRPr>
            </a:lvl9pPr>
          </a:lstStyle>
          <a:p xmlns:a="http://schemas.openxmlformats.org/drawingml/2006/main">
            <a:pPr>
              <a:buNone/>
              <a:defRPr sz="1125" b="1">
                <a:solidFill>
                  <a:srgbClr val="007E78"/>
                </a:solidFill>
              </a:defRPr>
            </a:pPr>
            <a:r>
              <a:rPr sz="1125" b="1">
                <a:solidFill>
                  <a:srgbClr val="007E78"/>
                </a:solidFill>
              </a:rPr>
              <a:t>21  WORKED EXAMPLE</a:t>
            </a:r>
          </a:p>
        </p:txBody>
      </p:sp>
      <p:sp>
        <p:nvSpPr>
          <p:cNvPr id="3" name="">
            <a:extLst xmlns:a="http://schemas.openxmlformats.org/drawingml/2006/main">
              <a:ext uri="{FF2B5EF4-FFF2-40B4-BE49-F238E27FC236}">
                <a16:creationId xmlns:a16="http://schemas.microsoft.com/office/drawing/2014/main" id="{42915595-5F08-488A-A298-6C3579D5F8B5}"/>
              </a:ext>
            </a:extLst>
          </p:cNvPr>
          <p:cNvSpPr>
            <a:spLocks xmlns:a="http://schemas.openxmlformats.org/drawingml/2006/main" noGrp="1"/>
          </p:cNvSpPr>
          <p:nvPr/>
        </p:nvSpPr>
        <p:spPr>
          <a:xfrm xmlns:a="http://schemas.openxmlformats.org/drawingml/2006/main">
            <a:off x="609600" y="685800"/>
            <a:ext cx="10858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10243A"/>
                </a:solidFill>
              </a:defRPr>
            </a:defPPr>
            <a:lvl1pPr>
              <a:defRPr sz="2850" b="1">
                <a:solidFill>
                  <a:srgbClr val="10243A"/>
                </a:solidFill>
              </a:defRPr>
            </a:lvl1pPr>
            <a:lvl2pPr>
              <a:defRPr sz="2850" b="1">
                <a:solidFill>
                  <a:srgbClr val="10243A"/>
                </a:solidFill>
              </a:defRPr>
            </a:lvl2pPr>
            <a:lvl3pPr>
              <a:defRPr sz="2850" b="1">
                <a:solidFill>
                  <a:srgbClr val="10243A"/>
                </a:solidFill>
              </a:defRPr>
            </a:lvl3pPr>
            <a:lvl4pPr>
              <a:defRPr sz="2850" b="1">
                <a:solidFill>
                  <a:srgbClr val="10243A"/>
                </a:solidFill>
              </a:defRPr>
            </a:lvl4pPr>
            <a:lvl5pPr>
              <a:defRPr sz="2850" b="1">
                <a:solidFill>
                  <a:srgbClr val="10243A"/>
                </a:solidFill>
              </a:defRPr>
            </a:lvl5pPr>
            <a:lvl6pPr>
              <a:defRPr sz="2850" b="1">
                <a:solidFill>
                  <a:srgbClr val="10243A"/>
                </a:solidFill>
              </a:defRPr>
            </a:lvl6pPr>
            <a:lvl7pPr>
              <a:defRPr sz="2850" b="1">
                <a:solidFill>
                  <a:srgbClr val="10243A"/>
                </a:solidFill>
              </a:defRPr>
            </a:lvl7pPr>
            <a:lvl8pPr>
              <a:defRPr sz="2850" b="1">
                <a:solidFill>
                  <a:srgbClr val="10243A"/>
                </a:solidFill>
              </a:defRPr>
            </a:lvl8pPr>
            <a:lvl9pPr>
              <a:defRPr sz="2850" b="1">
                <a:solidFill>
                  <a:srgbClr val="10243A"/>
                </a:solidFill>
              </a:defRPr>
            </a:lvl9pPr>
          </a:lstStyle>
          <a:p xmlns:a="http://schemas.openxmlformats.org/drawingml/2006/main">
            <a:pPr>
              <a:buNone/>
              <a:defRPr sz="2850" b="1">
                <a:solidFill>
                  <a:srgbClr val="10243A"/>
                </a:solidFill>
              </a:defRPr>
            </a:pPr>
            <a:r>
              <a:rPr sz="2850" b="1">
                <a:solidFill>
                  <a:srgbClr val="10243A"/>
                </a:solidFill>
              </a:rPr>
              <a:t>Stage 2: execution request</a:t>
            </a:r>
          </a:p>
        </p:txBody>
      </p:sp>
      <p:sp>
        <p:nvSpPr>
          <p:cNvPr id="4" name="">
            <a:extLst xmlns:a="http://schemas.openxmlformats.org/drawingml/2006/main">
              <a:ext uri="{FF2B5EF4-FFF2-40B4-BE49-F238E27FC236}">
                <a16:creationId xmlns:a16="http://schemas.microsoft.com/office/drawing/2014/main" id="{CA797A6E-B869-4660-A708-BAA9E35020F5}"/>
              </a:ext>
            </a:extLst>
          </p:cNvPr>
          <p:cNvSpPr>
            <a:spLocks xmlns:a="http://schemas.openxmlformats.org/drawingml/2006/main" noGrp="1"/>
          </p:cNvSpPr>
          <p:nvPr/>
        </p:nvSpPr>
        <p:spPr>
          <a:xfrm xmlns:a="http://schemas.openxmlformats.org/drawingml/2006/main">
            <a:off x="609600" y="6324600"/>
            <a:ext cx="10972800" cy="9525"/>
          </a:xfrm>
          <a:prstGeom xmlns:a="http://schemas.openxmlformats.org/drawingml/2006/main" prst="rect">
            <a:avLst/>
          </a:prstGeom>
          <a:solidFill xmlns:a="http://schemas.openxmlformats.org/drawingml/2006/main">
            <a:srgbClr val="D7E3E9"/>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685C5BA-92FD-4B91-921B-F30897E4954E}"/>
              </a:ext>
            </a:extLst>
          </p:cNvPr>
          <p:cNvSpPr>
            <a:spLocks xmlns:a="http://schemas.openxmlformats.org/drawingml/2006/main" noGrp="1"/>
          </p:cNvSpPr>
          <p:nvPr/>
        </p:nvSpPr>
        <p:spPr>
          <a:xfrm xmlns:a="http://schemas.openxmlformats.org/drawingml/2006/main">
            <a:off x="609600" y="6429375"/>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AgentFlow  |  Final Review</a:t>
            </a:r>
          </a:p>
        </p:txBody>
      </p:sp>
      <p:sp>
        <p:nvSpPr>
          <p:cNvPr id="6" name="">
            <a:extLst xmlns:a="http://schemas.openxmlformats.org/drawingml/2006/main">
              <a:ext uri="{FF2B5EF4-FFF2-40B4-BE49-F238E27FC236}">
                <a16:creationId xmlns:a16="http://schemas.microsoft.com/office/drawing/2014/main" id="{87DB5DAF-F2A1-4564-8671-524F7A8E97BD}"/>
              </a:ext>
            </a:extLst>
          </p:cNvPr>
          <p:cNvSpPr>
            <a:spLocks xmlns:a="http://schemas.openxmlformats.org/drawingml/2006/main" noGrp="1"/>
          </p:cNvSpPr>
          <p:nvPr/>
        </p:nvSpPr>
        <p:spPr>
          <a:xfrm xmlns:a="http://schemas.openxmlformats.org/drawingml/2006/main">
            <a:off x="11029950" y="642937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22</a:t>
            </a:r>
          </a:p>
        </p:txBody>
      </p:sp>
      <p:sp>
        <p:nvSpPr>
          <p:cNvPr id="7" name="">
            <a:extLst xmlns:a="http://schemas.openxmlformats.org/drawingml/2006/main">
              <a:ext uri="{FF2B5EF4-FFF2-40B4-BE49-F238E27FC236}">
                <a16:creationId xmlns:a16="http://schemas.microsoft.com/office/drawing/2014/main" id="{33A76C05-7AF2-4AEC-9162-20926E35907E}"/>
              </a:ext>
            </a:extLst>
          </p:cNvPr>
          <p:cNvSpPr>
            <a:spLocks xmlns:a="http://schemas.openxmlformats.org/drawingml/2006/main" noGrp="1"/>
          </p:cNvSpPr>
          <p:nvPr/>
        </p:nvSpPr>
        <p:spPr>
          <a:xfrm xmlns:a="http://schemas.openxmlformats.org/drawingml/2006/main">
            <a:off x="819150" y="1809750"/>
            <a:ext cx="7334250" cy="3867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0243A"/>
                </a:solidFill>
              </a:defRPr>
            </a:defPPr>
            <a:lvl1pPr>
              <a:defRPr sz="2025" b="0">
                <a:solidFill>
                  <a:srgbClr val="10243A"/>
                </a:solidFill>
              </a:defRPr>
            </a:lvl1pPr>
            <a:lvl2pPr>
              <a:defRPr sz="2025" b="0">
                <a:solidFill>
                  <a:srgbClr val="10243A"/>
                </a:solidFill>
              </a:defRPr>
            </a:lvl2pPr>
            <a:lvl3pPr>
              <a:defRPr sz="2025" b="0">
                <a:solidFill>
                  <a:srgbClr val="10243A"/>
                </a:solidFill>
              </a:defRPr>
            </a:lvl3pPr>
            <a:lvl4pPr>
              <a:defRPr sz="2025" b="0">
                <a:solidFill>
                  <a:srgbClr val="10243A"/>
                </a:solidFill>
              </a:defRPr>
            </a:lvl4pPr>
            <a:lvl5pPr>
              <a:defRPr sz="2025" b="0">
                <a:solidFill>
                  <a:srgbClr val="10243A"/>
                </a:solidFill>
              </a:defRPr>
            </a:lvl5pPr>
            <a:lvl6pPr>
              <a:defRPr sz="2025" b="0">
                <a:solidFill>
                  <a:srgbClr val="10243A"/>
                </a:solidFill>
              </a:defRPr>
            </a:lvl6pPr>
            <a:lvl7pPr>
              <a:defRPr sz="2025" b="0">
                <a:solidFill>
                  <a:srgbClr val="10243A"/>
                </a:solidFill>
              </a:defRPr>
            </a:lvl7pPr>
            <a:lvl8pPr>
              <a:defRPr sz="2025" b="0">
                <a:solidFill>
                  <a:srgbClr val="10243A"/>
                </a:solidFill>
              </a:defRPr>
            </a:lvl8pPr>
            <a:lvl9pPr>
              <a:defRPr sz="2025" b="0">
                <a:solidFill>
                  <a:srgbClr val="10243A"/>
                </a:solidFill>
              </a:defRPr>
            </a:lvl9pPr>
          </a:lstStyle>
          <a:p xmlns:a="http://schemas.openxmlformats.org/drawingml/2006/main">
            <a:pPr>
              <a:buNone/>
              <a:defRPr sz="2025" b="0">
                <a:solidFill>
                  <a:srgbClr val="10243A"/>
                </a:solidFill>
              </a:defRPr>
            </a:pPr>
            <a:r>
              <a:rPr sz="2025" b="0">
                <a:solidFill>
                  <a:srgbClr val="10243A"/>
                </a:solidFill>
              </a:rPr>
              <a:t>{</a:t>
            </a:r>
          </a:p>
          <a:p xmlns:a="http://schemas.openxmlformats.org/drawingml/2006/main">
            <a:pPr>
              <a:buNone/>
              <a:defRPr sz="2025" b="0">
                <a:solidFill>
                  <a:srgbClr val="10243A"/>
                </a:solidFill>
              </a:defRPr>
            </a:pPr>
            <a:r>
              <a:rPr sz="2025" b="0">
                <a:solidFill>
                  <a:srgbClr val="10243A"/>
                </a:solidFill>
              </a:rPr>
              <a:t>  "objective": "Compare three studies...",</a:t>
            </a:r>
          </a:p>
          <a:p xmlns:a="http://schemas.openxmlformats.org/drawingml/2006/main">
            <a:pPr>
              <a:buNone/>
              <a:defRPr sz="2025" b="0">
                <a:solidFill>
                  <a:srgbClr val="10243A"/>
                </a:solidFill>
              </a:defRPr>
            </a:pPr>
            <a:r>
              <a:rPr sz="2025" b="0">
                <a:solidFill>
                  <a:srgbClr val="10243A"/>
                </a:solidFill>
              </a:rPr>
              <a:t>  "file_ids": ["fA", "fB", "fC", "fData"],</a:t>
            </a:r>
          </a:p>
          <a:p xmlns:a="http://schemas.openxmlformats.org/drawingml/2006/main">
            <a:pPr>
              <a:buNone/>
              <a:defRPr sz="2025" b="0">
                <a:solidFill>
                  <a:srgbClr val="10243A"/>
                </a:solidFill>
              </a:defRPr>
            </a:pPr>
            <a:r>
              <a:rPr sz="2025" b="0">
                <a:solidFill>
                  <a:srgbClr val="10243A"/>
                </a:solidFill>
              </a:rPr>
              <a:t>  "search": true,</a:t>
            </a:r>
          </a:p>
          <a:p xmlns:a="http://schemas.openxmlformats.org/drawingml/2006/main">
            <a:pPr>
              <a:buNone/>
              <a:defRPr sz="2025" b="0">
                <a:solidFill>
                  <a:srgbClr val="10243A"/>
                </a:solidFill>
              </a:defRPr>
            </a:pPr>
            <a:r>
              <a:rPr sz="2025" b="0">
                <a:solidFill>
                  <a:srgbClr val="10243A"/>
                </a:solidFill>
              </a:rPr>
              <a:t>  "provider": "gemini",</a:t>
            </a:r>
          </a:p>
          <a:p xmlns:a="http://schemas.openxmlformats.org/drawingml/2006/main">
            <a:pPr>
              <a:buNone/>
              <a:defRPr sz="2025" b="0">
                <a:solidFill>
                  <a:srgbClr val="10243A"/>
                </a:solidFill>
              </a:defRPr>
            </a:pPr>
            <a:r>
              <a:rPr sz="2025" b="0">
                <a:solidFill>
                  <a:srgbClr val="10243A"/>
                </a:solidFill>
              </a:rPr>
              <a:t>  "dynamic": true,</a:t>
            </a:r>
          </a:p>
          <a:p xmlns:a="http://schemas.openxmlformats.org/drawingml/2006/main">
            <a:pPr>
              <a:buNone/>
              <a:defRPr sz="2025" b="0">
                <a:solidFill>
                  <a:srgbClr val="10243A"/>
                </a:solidFill>
              </a:defRPr>
            </a:pPr>
            <a:r>
              <a:rPr sz="2025" b="0">
                <a:solidFill>
                  <a:srgbClr val="10243A"/>
                </a:solidFill>
              </a:rPr>
              <a:t>  "auto_recover": true</a:t>
            </a:r>
          </a:p>
          <a:p xmlns:a="http://schemas.openxmlformats.org/drawingml/2006/main">
            <a:pPr>
              <a:buNone/>
              <a:defRPr sz="2025" b="0">
                <a:solidFill>
                  <a:srgbClr val="10243A"/>
                </a:solidFill>
              </a:defRPr>
            </a:pPr>
            <a:r>
              <a:rPr sz="2025" b="0">
                <a:solidFill>
                  <a:srgbClr val="10243A"/>
                </a:solidFill>
              </a:rPr>
              <a:t>}</a:t>
            </a:r>
          </a:p>
        </p:txBody>
      </p:sp>
      <p:sp>
        <p:nvSpPr>
          <p:cNvPr id="8" name="">
            <a:extLst xmlns:a="http://schemas.openxmlformats.org/drawingml/2006/main">
              <a:ext uri="{FF2B5EF4-FFF2-40B4-BE49-F238E27FC236}">
                <a16:creationId xmlns:a16="http://schemas.microsoft.com/office/drawing/2014/main" id="{FB682BB2-AD47-4C28-A01B-12F1C2A10FEB}"/>
              </a:ext>
            </a:extLst>
          </p:cNvPr>
          <p:cNvSpPr>
            <a:spLocks xmlns:a="http://schemas.openxmlformats.org/drawingml/2006/main" noGrp="1"/>
          </p:cNvSpPr>
          <p:nvPr/>
        </p:nvSpPr>
        <p:spPr>
          <a:xfrm xmlns:a="http://schemas.openxmlformats.org/drawingml/2006/main">
            <a:off x="8172450" y="2133600"/>
            <a:ext cx="3009900" cy="2324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07E78"/>
                </a:solidFill>
              </a:defRPr>
            </a:defPPr>
            <a:lvl1pPr>
              <a:defRPr sz="1725" b="1">
                <a:solidFill>
                  <a:srgbClr val="007E78"/>
                </a:solidFill>
              </a:defRPr>
            </a:lvl1pPr>
            <a:lvl2pPr>
              <a:defRPr sz="1725" b="1">
                <a:solidFill>
                  <a:srgbClr val="007E78"/>
                </a:solidFill>
              </a:defRPr>
            </a:lvl2pPr>
            <a:lvl3pPr>
              <a:defRPr sz="1725" b="1">
                <a:solidFill>
                  <a:srgbClr val="007E78"/>
                </a:solidFill>
              </a:defRPr>
            </a:lvl3pPr>
            <a:lvl4pPr>
              <a:defRPr sz="1725" b="1">
                <a:solidFill>
                  <a:srgbClr val="007E78"/>
                </a:solidFill>
              </a:defRPr>
            </a:lvl4pPr>
            <a:lvl5pPr>
              <a:defRPr sz="1725" b="1">
                <a:solidFill>
                  <a:srgbClr val="007E78"/>
                </a:solidFill>
              </a:defRPr>
            </a:lvl5pPr>
            <a:lvl6pPr>
              <a:defRPr sz="1725" b="1">
                <a:solidFill>
                  <a:srgbClr val="007E78"/>
                </a:solidFill>
              </a:defRPr>
            </a:lvl6pPr>
            <a:lvl7pPr>
              <a:defRPr sz="1725" b="1">
                <a:solidFill>
                  <a:srgbClr val="007E78"/>
                </a:solidFill>
              </a:defRPr>
            </a:lvl7pPr>
            <a:lvl8pPr>
              <a:defRPr sz="1725" b="1">
                <a:solidFill>
                  <a:srgbClr val="007E78"/>
                </a:solidFill>
              </a:defRPr>
            </a:lvl8pPr>
            <a:lvl9pPr>
              <a:defRPr sz="1725" b="1">
                <a:solidFill>
                  <a:srgbClr val="007E78"/>
                </a:solidFill>
              </a:defRPr>
            </a:lvl9pPr>
          </a:lstStyle>
          <a:p xmlns:a="http://schemas.openxmlformats.org/drawingml/2006/main">
            <a:pPr>
              <a:buNone/>
              <a:defRPr sz="1725" b="1">
                <a:solidFill>
                  <a:srgbClr val="007E78"/>
                </a:solidFill>
              </a:defRPr>
            </a:pPr>
            <a:r>
              <a:rPr sz="1725" b="1">
                <a:solidFill>
                  <a:srgbClr val="007E78"/>
                </a:solidFill>
              </a:rPr>
              <a:t>The response contains a run ID and queued status. It does not wait for the final report.</a:t>
            </a:r>
          </a:p>
        </p:txBody>
      </p:sp>
    </p:spTree>
    <p:extLst>
      <p:ext uri="{BB962C8B-B14F-4D97-AF65-F5344CB8AC3E}">
        <p14:creationId xmlns:p14="http://schemas.microsoft.com/office/powerpoint/2010/main" val="1020050143"/>
      </p:ext>
    </p:extLst>
  </p:cSld>
</p:sld>
</file>

<file path=ppt/slides/slide23.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09F56141-BB06-4FF5-86C3-D7B5E4A0DFB9}"/>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E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741D5C7-2A6F-4AA3-98F4-C09306332C6C}"/>
              </a:ext>
            </a:extLst>
          </p:cNvPr>
          <p:cNvSpPr>
            <a:spLocks xmlns:a="http://schemas.openxmlformats.org/drawingml/2006/main" noGrp="1"/>
          </p:cNvSpPr>
          <p:nvPr/>
        </p:nvSpPr>
        <p:spPr>
          <a:xfrm xmlns:a="http://schemas.openxmlformats.org/drawingml/2006/main">
            <a:off x="609600" y="323850"/>
            <a:ext cx="1009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07E78"/>
                </a:solidFill>
              </a:defRPr>
            </a:defPPr>
            <a:lvl1pPr>
              <a:defRPr sz="1125" b="1">
                <a:solidFill>
                  <a:srgbClr val="007E78"/>
                </a:solidFill>
              </a:defRPr>
            </a:lvl1pPr>
            <a:lvl2pPr>
              <a:defRPr sz="1125" b="1">
                <a:solidFill>
                  <a:srgbClr val="007E78"/>
                </a:solidFill>
              </a:defRPr>
            </a:lvl2pPr>
            <a:lvl3pPr>
              <a:defRPr sz="1125" b="1">
                <a:solidFill>
                  <a:srgbClr val="007E78"/>
                </a:solidFill>
              </a:defRPr>
            </a:lvl3pPr>
            <a:lvl4pPr>
              <a:defRPr sz="1125" b="1">
                <a:solidFill>
                  <a:srgbClr val="007E78"/>
                </a:solidFill>
              </a:defRPr>
            </a:lvl4pPr>
            <a:lvl5pPr>
              <a:defRPr sz="1125" b="1">
                <a:solidFill>
                  <a:srgbClr val="007E78"/>
                </a:solidFill>
              </a:defRPr>
            </a:lvl5pPr>
            <a:lvl6pPr>
              <a:defRPr sz="1125" b="1">
                <a:solidFill>
                  <a:srgbClr val="007E78"/>
                </a:solidFill>
              </a:defRPr>
            </a:lvl6pPr>
            <a:lvl7pPr>
              <a:defRPr sz="1125" b="1">
                <a:solidFill>
                  <a:srgbClr val="007E78"/>
                </a:solidFill>
              </a:defRPr>
            </a:lvl7pPr>
            <a:lvl8pPr>
              <a:defRPr sz="1125" b="1">
                <a:solidFill>
                  <a:srgbClr val="007E78"/>
                </a:solidFill>
              </a:defRPr>
            </a:lvl8pPr>
            <a:lvl9pPr>
              <a:defRPr sz="1125" b="1">
                <a:solidFill>
                  <a:srgbClr val="007E78"/>
                </a:solidFill>
              </a:defRPr>
            </a:lvl9pPr>
          </a:lstStyle>
          <a:p xmlns:a="http://schemas.openxmlformats.org/drawingml/2006/main">
            <a:pPr>
              <a:buNone/>
              <a:defRPr sz="1125" b="1">
                <a:solidFill>
                  <a:srgbClr val="007E78"/>
                </a:solidFill>
              </a:defRPr>
            </a:pPr>
            <a:r>
              <a:rPr sz="1125" b="1">
                <a:solidFill>
                  <a:srgbClr val="007E78"/>
                </a:solidFill>
              </a:rPr>
              <a:t>22  WORKED EXAMPLE</a:t>
            </a:r>
          </a:p>
        </p:txBody>
      </p:sp>
      <p:sp>
        <p:nvSpPr>
          <p:cNvPr id="3" name="">
            <a:extLst xmlns:a="http://schemas.openxmlformats.org/drawingml/2006/main">
              <a:ext uri="{FF2B5EF4-FFF2-40B4-BE49-F238E27FC236}">
                <a16:creationId xmlns:a16="http://schemas.microsoft.com/office/drawing/2014/main" id="{0A61DB67-8763-4625-99D7-B0CD394F8C7F}"/>
              </a:ext>
            </a:extLst>
          </p:cNvPr>
          <p:cNvSpPr>
            <a:spLocks xmlns:a="http://schemas.openxmlformats.org/drawingml/2006/main" noGrp="1"/>
          </p:cNvSpPr>
          <p:nvPr/>
        </p:nvSpPr>
        <p:spPr>
          <a:xfrm xmlns:a="http://schemas.openxmlformats.org/drawingml/2006/main">
            <a:off x="609600" y="685800"/>
            <a:ext cx="10858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10243A"/>
                </a:solidFill>
              </a:defRPr>
            </a:defPPr>
            <a:lvl1pPr>
              <a:defRPr sz="2850" b="1">
                <a:solidFill>
                  <a:srgbClr val="10243A"/>
                </a:solidFill>
              </a:defRPr>
            </a:lvl1pPr>
            <a:lvl2pPr>
              <a:defRPr sz="2850" b="1">
                <a:solidFill>
                  <a:srgbClr val="10243A"/>
                </a:solidFill>
              </a:defRPr>
            </a:lvl2pPr>
            <a:lvl3pPr>
              <a:defRPr sz="2850" b="1">
                <a:solidFill>
                  <a:srgbClr val="10243A"/>
                </a:solidFill>
              </a:defRPr>
            </a:lvl3pPr>
            <a:lvl4pPr>
              <a:defRPr sz="2850" b="1">
                <a:solidFill>
                  <a:srgbClr val="10243A"/>
                </a:solidFill>
              </a:defRPr>
            </a:lvl4pPr>
            <a:lvl5pPr>
              <a:defRPr sz="2850" b="1">
                <a:solidFill>
                  <a:srgbClr val="10243A"/>
                </a:solidFill>
              </a:defRPr>
            </a:lvl5pPr>
            <a:lvl6pPr>
              <a:defRPr sz="2850" b="1">
                <a:solidFill>
                  <a:srgbClr val="10243A"/>
                </a:solidFill>
              </a:defRPr>
            </a:lvl6pPr>
            <a:lvl7pPr>
              <a:defRPr sz="2850" b="1">
                <a:solidFill>
                  <a:srgbClr val="10243A"/>
                </a:solidFill>
              </a:defRPr>
            </a:lvl7pPr>
            <a:lvl8pPr>
              <a:defRPr sz="2850" b="1">
                <a:solidFill>
                  <a:srgbClr val="10243A"/>
                </a:solidFill>
              </a:defRPr>
            </a:lvl8pPr>
            <a:lvl9pPr>
              <a:defRPr sz="2850" b="1">
                <a:solidFill>
                  <a:srgbClr val="10243A"/>
                </a:solidFill>
              </a:defRPr>
            </a:lvl9pPr>
          </a:lstStyle>
          <a:p xmlns:a="http://schemas.openxmlformats.org/drawingml/2006/main">
            <a:pPr>
              <a:buNone/>
              <a:defRPr sz="2850" b="1">
                <a:solidFill>
                  <a:srgbClr val="10243A"/>
                </a:solidFill>
              </a:defRPr>
            </a:pPr>
            <a:r>
              <a:rPr sz="2850" b="1">
                <a:solidFill>
                  <a:srgbClr val="10243A"/>
                </a:solidFill>
              </a:rPr>
              <a:t>Stage 3: AI-generated plan</a:t>
            </a:r>
          </a:p>
        </p:txBody>
      </p:sp>
      <p:sp>
        <p:nvSpPr>
          <p:cNvPr id="4" name="">
            <a:extLst xmlns:a="http://schemas.openxmlformats.org/drawingml/2006/main">
              <a:ext uri="{FF2B5EF4-FFF2-40B4-BE49-F238E27FC236}">
                <a16:creationId xmlns:a16="http://schemas.microsoft.com/office/drawing/2014/main" id="{6BDD75FE-06E8-4A7C-942F-32A493353646}"/>
              </a:ext>
            </a:extLst>
          </p:cNvPr>
          <p:cNvSpPr>
            <a:spLocks xmlns:a="http://schemas.openxmlformats.org/drawingml/2006/main" noGrp="1"/>
          </p:cNvSpPr>
          <p:nvPr/>
        </p:nvSpPr>
        <p:spPr>
          <a:xfrm xmlns:a="http://schemas.openxmlformats.org/drawingml/2006/main">
            <a:off x="609600" y="6324600"/>
            <a:ext cx="10972800" cy="9525"/>
          </a:xfrm>
          <a:prstGeom xmlns:a="http://schemas.openxmlformats.org/drawingml/2006/main" prst="rect">
            <a:avLst/>
          </a:prstGeom>
          <a:solidFill xmlns:a="http://schemas.openxmlformats.org/drawingml/2006/main">
            <a:srgbClr val="D7E3E9"/>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7C3C764-AAC2-4218-A3B5-E83674C7A24D}"/>
              </a:ext>
            </a:extLst>
          </p:cNvPr>
          <p:cNvSpPr>
            <a:spLocks xmlns:a="http://schemas.openxmlformats.org/drawingml/2006/main" noGrp="1"/>
          </p:cNvSpPr>
          <p:nvPr/>
        </p:nvSpPr>
        <p:spPr>
          <a:xfrm xmlns:a="http://schemas.openxmlformats.org/drawingml/2006/main">
            <a:off x="609600" y="6429375"/>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AgentFlow  |  Final Review</a:t>
            </a:r>
          </a:p>
        </p:txBody>
      </p:sp>
      <p:sp>
        <p:nvSpPr>
          <p:cNvPr id="6" name="">
            <a:extLst xmlns:a="http://schemas.openxmlformats.org/drawingml/2006/main">
              <a:ext uri="{FF2B5EF4-FFF2-40B4-BE49-F238E27FC236}">
                <a16:creationId xmlns:a16="http://schemas.microsoft.com/office/drawing/2014/main" id="{9C3F8917-257E-4821-B1EE-9C211C41A3AD}"/>
              </a:ext>
            </a:extLst>
          </p:cNvPr>
          <p:cNvSpPr>
            <a:spLocks xmlns:a="http://schemas.openxmlformats.org/drawingml/2006/main" noGrp="1"/>
          </p:cNvSpPr>
          <p:nvPr/>
        </p:nvSpPr>
        <p:spPr>
          <a:xfrm xmlns:a="http://schemas.openxmlformats.org/drawingml/2006/main">
            <a:off x="11029950" y="642937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23</a:t>
            </a:r>
          </a:p>
        </p:txBody>
      </p:sp>
      <p:sp>
        <p:nvSpPr>
          <p:cNvPr id="7" name="">
            <a:extLst xmlns:a="http://schemas.openxmlformats.org/drawingml/2006/main">
              <a:ext uri="{FF2B5EF4-FFF2-40B4-BE49-F238E27FC236}">
                <a16:creationId xmlns:a16="http://schemas.microsoft.com/office/drawing/2014/main" id="{36028C87-5643-410D-9F90-C4CD81311D9B}"/>
              </a:ext>
            </a:extLst>
          </p:cNvPr>
          <p:cNvSpPr>
            <a:spLocks xmlns:a="http://schemas.openxmlformats.org/drawingml/2006/main" noGrp="1"/>
          </p:cNvSpPr>
          <p:nvPr/>
        </p:nvSpPr>
        <p:spPr>
          <a:xfrm xmlns:a="http://schemas.openxmlformats.org/drawingml/2006/main">
            <a:off x="723900" y="2028825"/>
            <a:ext cx="158115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D7E3E9"/>
            </a:solidFill>
            <a:prstDash val="solid"/>
          </a:ln>
        </p:spPr>
      </p:sp>
      <p:sp>
        <p:nvSpPr>
          <p:cNvPr id="8" name="">
            <a:extLst xmlns:a="http://schemas.openxmlformats.org/drawingml/2006/main">
              <a:ext uri="{FF2B5EF4-FFF2-40B4-BE49-F238E27FC236}">
                <a16:creationId xmlns:a16="http://schemas.microsoft.com/office/drawing/2014/main" id="{B4C572F8-03FF-46DA-827C-905A437166EF}"/>
              </a:ext>
            </a:extLst>
          </p:cNvPr>
          <p:cNvSpPr>
            <a:spLocks xmlns:a="http://schemas.openxmlformats.org/drawingml/2006/main" noGrp="1"/>
          </p:cNvSpPr>
          <p:nvPr/>
        </p:nvSpPr>
        <p:spPr>
          <a:xfrm xmlns:a="http://schemas.openxmlformats.org/drawingml/2006/main">
            <a:off x="838200" y="2162175"/>
            <a:ext cx="1352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10243A"/>
                </a:solidFill>
              </a:defRPr>
            </a:defPPr>
            <a:lvl1pPr>
              <a:defRPr sz="1500" b="1">
                <a:solidFill>
                  <a:srgbClr val="10243A"/>
                </a:solidFill>
              </a:defRPr>
            </a:lvl1pPr>
            <a:lvl2pPr>
              <a:defRPr sz="1500" b="1">
                <a:solidFill>
                  <a:srgbClr val="10243A"/>
                </a:solidFill>
              </a:defRPr>
            </a:lvl2pPr>
            <a:lvl3pPr>
              <a:defRPr sz="1500" b="1">
                <a:solidFill>
                  <a:srgbClr val="10243A"/>
                </a:solidFill>
              </a:defRPr>
            </a:lvl3pPr>
            <a:lvl4pPr>
              <a:defRPr sz="1500" b="1">
                <a:solidFill>
                  <a:srgbClr val="10243A"/>
                </a:solidFill>
              </a:defRPr>
            </a:lvl4pPr>
            <a:lvl5pPr>
              <a:defRPr sz="1500" b="1">
                <a:solidFill>
                  <a:srgbClr val="10243A"/>
                </a:solidFill>
              </a:defRPr>
            </a:lvl5pPr>
            <a:lvl6pPr>
              <a:defRPr sz="1500" b="1">
                <a:solidFill>
                  <a:srgbClr val="10243A"/>
                </a:solidFill>
              </a:defRPr>
            </a:lvl6pPr>
            <a:lvl7pPr>
              <a:defRPr sz="1500" b="1">
                <a:solidFill>
                  <a:srgbClr val="10243A"/>
                </a:solidFill>
              </a:defRPr>
            </a:lvl7pPr>
            <a:lvl8pPr>
              <a:defRPr sz="1500" b="1">
                <a:solidFill>
                  <a:srgbClr val="10243A"/>
                </a:solidFill>
              </a:defRPr>
            </a:lvl8pPr>
            <a:lvl9pPr>
              <a:defRPr sz="1500" b="1">
                <a:solidFill>
                  <a:srgbClr val="10243A"/>
                </a:solidFill>
              </a:defRPr>
            </a:lvl9pPr>
          </a:lstStyle>
          <a:p xmlns:a="http://schemas.openxmlformats.org/drawingml/2006/main">
            <a:pPr>
              <a:buNone/>
              <a:defRPr sz="1500" b="1">
                <a:solidFill>
                  <a:srgbClr val="10243A"/>
                </a:solidFill>
              </a:defRPr>
            </a:pPr>
            <a:r>
              <a:rPr sz="1500" b="1">
                <a:solidFill>
                  <a:srgbClr val="10243A"/>
                </a:solidFill>
              </a:rPr>
              <a:t>Read A</a:t>
            </a:r>
          </a:p>
        </p:txBody>
      </p:sp>
      <p:sp>
        <p:nvSpPr>
          <p:cNvPr id="9" name="">
            <a:extLst xmlns:a="http://schemas.openxmlformats.org/drawingml/2006/main">
              <a:ext uri="{FF2B5EF4-FFF2-40B4-BE49-F238E27FC236}">
                <a16:creationId xmlns:a16="http://schemas.microsoft.com/office/drawing/2014/main" id="{8FC89F4E-08F3-4205-BBAB-0075C490D6AC}"/>
              </a:ext>
            </a:extLst>
          </p:cNvPr>
          <p:cNvSpPr>
            <a:spLocks xmlns:a="http://schemas.openxmlformats.org/drawingml/2006/main" noGrp="1"/>
          </p:cNvSpPr>
          <p:nvPr/>
        </p:nvSpPr>
        <p:spPr>
          <a:xfrm xmlns:a="http://schemas.openxmlformats.org/drawingml/2006/main">
            <a:off x="723900" y="2857500"/>
            <a:ext cx="158115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D7E3E9"/>
            </a:solidFill>
            <a:prstDash val="solid"/>
          </a:ln>
        </p:spPr>
      </p:sp>
      <p:sp>
        <p:nvSpPr>
          <p:cNvPr id="10" name="">
            <a:extLst xmlns:a="http://schemas.openxmlformats.org/drawingml/2006/main">
              <a:ext uri="{FF2B5EF4-FFF2-40B4-BE49-F238E27FC236}">
                <a16:creationId xmlns:a16="http://schemas.microsoft.com/office/drawing/2014/main" id="{FC0DB881-A180-43D7-86C5-375E1E927382}"/>
              </a:ext>
            </a:extLst>
          </p:cNvPr>
          <p:cNvSpPr>
            <a:spLocks xmlns:a="http://schemas.openxmlformats.org/drawingml/2006/main" noGrp="1"/>
          </p:cNvSpPr>
          <p:nvPr/>
        </p:nvSpPr>
        <p:spPr>
          <a:xfrm xmlns:a="http://schemas.openxmlformats.org/drawingml/2006/main">
            <a:off x="838200" y="2990850"/>
            <a:ext cx="1352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10243A"/>
                </a:solidFill>
              </a:defRPr>
            </a:defPPr>
            <a:lvl1pPr>
              <a:defRPr sz="1500" b="1">
                <a:solidFill>
                  <a:srgbClr val="10243A"/>
                </a:solidFill>
              </a:defRPr>
            </a:lvl1pPr>
            <a:lvl2pPr>
              <a:defRPr sz="1500" b="1">
                <a:solidFill>
                  <a:srgbClr val="10243A"/>
                </a:solidFill>
              </a:defRPr>
            </a:lvl2pPr>
            <a:lvl3pPr>
              <a:defRPr sz="1500" b="1">
                <a:solidFill>
                  <a:srgbClr val="10243A"/>
                </a:solidFill>
              </a:defRPr>
            </a:lvl3pPr>
            <a:lvl4pPr>
              <a:defRPr sz="1500" b="1">
                <a:solidFill>
                  <a:srgbClr val="10243A"/>
                </a:solidFill>
              </a:defRPr>
            </a:lvl4pPr>
            <a:lvl5pPr>
              <a:defRPr sz="1500" b="1">
                <a:solidFill>
                  <a:srgbClr val="10243A"/>
                </a:solidFill>
              </a:defRPr>
            </a:lvl5pPr>
            <a:lvl6pPr>
              <a:defRPr sz="1500" b="1">
                <a:solidFill>
                  <a:srgbClr val="10243A"/>
                </a:solidFill>
              </a:defRPr>
            </a:lvl6pPr>
            <a:lvl7pPr>
              <a:defRPr sz="1500" b="1">
                <a:solidFill>
                  <a:srgbClr val="10243A"/>
                </a:solidFill>
              </a:defRPr>
            </a:lvl7pPr>
            <a:lvl8pPr>
              <a:defRPr sz="1500" b="1">
                <a:solidFill>
                  <a:srgbClr val="10243A"/>
                </a:solidFill>
              </a:defRPr>
            </a:lvl8pPr>
            <a:lvl9pPr>
              <a:defRPr sz="1500" b="1">
                <a:solidFill>
                  <a:srgbClr val="10243A"/>
                </a:solidFill>
              </a:defRPr>
            </a:lvl9pPr>
          </a:lstStyle>
          <a:p xmlns:a="http://schemas.openxmlformats.org/drawingml/2006/main">
            <a:pPr>
              <a:buNone/>
              <a:defRPr sz="1500" b="1">
                <a:solidFill>
                  <a:srgbClr val="10243A"/>
                </a:solidFill>
              </a:defRPr>
            </a:pPr>
            <a:r>
              <a:rPr sz="1500" b="1">
                <a:solidFill>
                  <a:srgbClr val="10243A"/>
                </a:solidFill>
              </a:rPr>
              <a:t>Read B</a:t>
            </a:r>
          </a:p>
        </p:txBody>
      </p:sp>
      <p:sp>
        <p:nvSpPr>
          <p:cNvPr id="11" name="">
            <a:extLst xmlns:a="http://schemas.openxmlformats.org/drawingml/2006/main">
              <a:ext uri="{FF2B5EF4-FFF2-40B4-BE49-F238E27FC236}">
                <a16:creationId xmlns:a16="http://schemas.microsoft.com/office/drawing/2014/main" id="{329F9BFD-3533-4F1D-BDD7-2EFB1716B633}"/>
              </a:ext>
            </a:extLst>
          </p:cNvPr>
          <p:cNvSpPr>
            <a:spLocks xmlns:a="http://schemas.openxmlformats.org/drawingml/2006/main" noGrp="1"/>
          </p:cNvSpPr>
          <p:nvPr/>
        </p:nvSpPr>
        <p:spPr>
          <a:xfrm xmlns:a="http://schemas.openxmlformats.org/drawingml/2006/main">
            <a:off x="723900" y="3686175"/>
            <a:ext cx="158115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D7E3E9"/>
            </a:solidFill>
            <a:prstDash val="solid"/>
          </a:ln>
        </p:spPr>
      </p:sp>
      <p:sp>
        <p:nvSpPr>
          <p:cNvPr id="12" name="">
            <a:extLst xmlns:a="http://schemas.openxmlformats.org/drawingml/2006/main">
              <a:ext uri="{FF2B5EF4-FFF2-40B4-BE49-F238E27FC236}">
                <a16:creationId xmlns:a16="http://schemas.microsoft.com/office/drawing/2014/main" id="{ADFA3131-FDF9-4207-BAAF-7BF713D7987C}"/>
              </a:ext>
            </a:extLst>
          </p:cNvPr>
          <p:cNvSpPr>
            <a:spLocks xmlns:a="http://schemas.openxmlformats.org/drawingml/2006/main" noGrp="1"/>
          </p:cNvSpPr>
          <p:nvPr/>
        </p:nvSpPr>
        <p:spPr>
          <a:xfrm xmlns:a="http://schemas.openxmlformats.org/drawingml/2006/main">
            <a:off x="838200" y="3819525"/>
            <a:ext cx="1352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10243A"/>
                </a:solidFill>
              </a:defRPr>
            </a:defPPr>
            <a:lvl1pPr>
              <a:defRPr sz="1500" b="1">
                <a:solidFill>
                  <a:srgbClr val="10243A"/>
                </a:solidFill>
              </a:defRPr>
            </a:lvl1pPr>
            <a:lvl2pPr>
              <a:defRPr sz="1500" b="1">
                <a:solidFill>
                  <a:srgbClr val="10243A"/>
                </a:solidFill>
              </a:defRPr>
            </a:lvl2pPr>
            <a:lvl3pPr>
              <a:defRPr sz="1500" b="1">
                <a:solidFill>
                  <a:srgbClr val="10243A"/>
                </a:solidFill>
              </a:defRPr>
            </a:lvl3pPr>
            <a:lvl4pPr>
              <a:defRPr sz="1500" b="1">
                <a:solidFill>
                  <a:srgbClr val="10243A"/>
                </a:solidFill>
              </a:defRPr>
            </a:lvl4pPr>
            <a:lvl5pPr>
              <a:defRPr sz="1500" b="1">
                <a:solidFill>
                  <a:srgbClr val="10243A"/>
                </a:solidFill>
              </a:defRPr>
            </a:lvl5pPr>
            <a:lvl6pPr>
              <a:defRPr sz="1500" b="1">
                <a:solidFill>
                  <a:srgbClr val="10243A"/>
                </a:solidFill>
              </a:defRPr>
            </a:lvl6pPr>
            <a:lvl7pPr>
              <a:defRPr sz="1500" b="1">
                <a:solidFill>
                  <a:srgbClr val="10243A"/>
                </a:solidFill>
              </a:defRPr>
            </a:lvl7pPr>
            <a:lvl8pPr>
              <a:defRPr sz="1500" b="1">
                <a:solidFill>
                  <a:srgbClr val="10243A"/>
                </a:solidFill>
              </a:defRPr>
            </a:lvl8pPr>
            <a:lvl9pPr>
              <a:defRPr sz="1500" b="1">
                <a:solidFill>
                  <a:srgbClr val="10243A"/>
                </a:solidFill>
              </a:defRPr>
            </a:lvl9pPr>
          </a:lstStyle>
          <a:p xmlns:a="http://schemas.openxmlformats.org/drawingml/2006/main">
            <a:pPr>
              <a:buNone/>
              <a:defRPr sz="1500" b="1">
                <a:solidFill>
                  <a:srgbClr val="10243A"/>
                </a:solidFill>
              </a:defRPr>
            </a:pPr>
            <a:r>
              <a:rPr sz="1500" b="1">
                <a:solidFill>
                  <a:srgbClr val="10243A"/>
                </a:solidFill>
              </a:rPr>
              <a:t>Read C</a:t>
            </a:r>
          </a:p>
        </p:txBody>
      </p:sp>
      <p:sp>
        <p:nvSpPr>
          <p:cNvPr id="13" name="">
            <a:extLst xmlns:a="http://schemas.openxmlformats.org/drawingml/2006/main">
              <a:ext uri="{FF2B5EF4-FFF2-40B4-BE49-F238E27FC236}">
                <a16:creationId xmlns:a16="http://schemas.microsoft.com/office/drawing/2014/main" id="{BC5E9EC5-BF6B-422B-8BB4-58F18B8B3E50}"/>
              </a:ext>
            </a:extLst>
          </p:cNvPr>
          <p:cNvSpPr>
            <a:spLocks xmlns:a="http://schemas.openxmlformats.org/drawingml/2006/main" noGrp="1"/>
          </p:cNvSpPr>
          <p:nvPr/>
        </p:nvSpPr>
        <p:spPr>
          <a:xfrm xmlns:a="http://schemas.openxmlformats.org/drawingml/2006/main">
            <a:off x="723900" y="4514850"/>
            <a:ext cx="158115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D7E3E9"/>
            </a:solidFill>
            <a:prstDash val="solid"/>
          </a:ln>
        </p:spPr>
      </p:sp>
      <p:sp>
        <p:nvSpPr>
          <p:cNvPr id="14" name="">
            <a:extLst xmlns:a="http://schemas.openxmlformats.org/drawingml/2006/main">
              <a:ext uri="{FF2B5EF4-FFF2-40B4-BE49-F238E27FC236}">
                <a16:creationId xmlns:a16="http://schemas.microsoft.com/office/drawing/2014/main" id="{F32F8978-2415-4800-BE82-4D7BD2039504}"/>
              </a:ext>
            </a:extLst>
          </p:cNvPr>
          <p:cNvSpPr>
            <a:spLocks xmlns:a="http://schemas.openxmlformats.org/drawingml/2006/main" noGrp="1"/>
          </p:cNvSpPr>
          <p:nvPr/>
        </p:nvSpPr>
        <p:spPr>
          <a:xfrm xmlns:a="http://schemas.openxmlformats.org/drawingml/2006/main">
            <a:off x="838200" y="4648200"/>
            <a:ext cx="1352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10243A"/>
                </a:solidFill>
              </a:defRPr>
            </a:defPPr>
            <a:lvl1pPr>
              <a:defRPr sz="1500" b="1">
                <a:solidFill>
                  <a:srgbClr val="10243A"/>
                </a:solidFill>
              </a:defRPr>
            </a:lvl1pPr>
            <a:lvl2pPr>
              <a:defRPr sz="1500" b="1">
                <a:solidFill>
                  <a:srgbClr val="10243A"/>
                </a:solidFill>
              </a:defRPr>
            </a:lvl2pPr>
            <a:lvl3pPr>
              <a:defRPr sz="1500" b="1">
                <a:solidFill>
                  <a:srgbClr val="10243A"/>
                </a:solidFill>
              </a:defRPr>
            </a:lvl3pPr>
            <a:lvl4pPr>
              <a:defRPr sz="1500" b="1">
                <a:solidFill>
                  <a:srgbClr val="10243A"/>
                </a:solidFill>
              </a:defRPr>
            </a:lvl4pPr>
            <a:lvl5pPr>
              <a:defRPr sz="1500" b="1">
                <a:solidFill>
                  <a:srgbClr val="10243A"/>
                </a:solidFill>
              </a:defRPr>
            </a:lvl5pPr>
            <a:lvl6pPr>
              <a:defRPr sz="1500" b="1">
                <a:solidFill>
                  <a:srgbClr val="10243A"/>
                </a:solidFill>
              </a:defRPr>
            </a:lvl6pPr>
            <a:lvl7pPr>
              <a:defRPr sz="1500" b="1">
                <a:solidFill>
                  <a:srgbClr val="10243A"/>
                </a:solidFill>
              </a:defRPr>
            </a:lvl7pPr>
            <a:lvl8pPr>
              <a:defRPr sz="1500" b="1">
                <a:solidFill>
                  <a:srgbClr val="10243A"/>
                </a:solidFill>
              </a:defRPr>
            </a:lvl8pPr>
            <a:lvl9pPr>
              <a:defRPr sz="1500" b="1">
                <a:solidFill>
                  <a:srgbClr val="10243A"/>
                </a:solidFill>
              </a:defRPr>
            </a:lvl9pPr>
          </a:lstStyle>
          <a:p xmlns:a="http://schemas.openxmlformats.org/drawingml/2006/main">
            <a:pPr>
              <a:buNone/>
              <a:defRPr sz="1500" b="1">
                <a:solidFill>
                  <a:srgbClr val="10243A"/>
                </a:solidFill>
              </a:defRPr>
            </a:pPr>
            <a:r>
              <a:rPr sz="1500" b="1">
                <a:solidFill>
                  <a:srgbClr val="10243A"/>
                </a:solidFill>
              </a:rPr>
              <a:t>Read CSV</a:t>
            </a:r>
          </a:p>
        </p:txBody>
      </p:sp>
      <p:sp>
        <p:nvSpPr>
          <p:cNvPr id="15" name="">
            <a:extLst xmlns:a="http://schemas.openxmlformats.org/drawingml/2006/main">
              <a:ext uri="{FF2B5EF4-FFF2-40B4-BE49-F238E27FC236}">
                <a16:creationId xmlns:a16="http://schemas.microsoft.com/office/drawing/2014/main" id="{9BE58414-4892-4C79-8D48-B781FCCC235D}"/>
              </a:ext>
            </a:extLst>
          </p:cNvPr>
          <p:cNvSpPr>
            <a:spLocks xmlns:a="http://schemas.openxmlformats.org/drawingml/2006/main" noGrp="1"/>
          </p:cNvSpPr>
          <p:nvPr/>
        </p:nvSpPr>
        <p:spPr>
          <a:xfrm xmlns:a="http://schemas.openxmlformats.org/drawingml/2006/main">
            <a:off x="4067175" y="2781300"/>
            <a:ext cx="2076450" cy="781050"/>
          </a:xfrm>
          <a:prstGeom xmlns:a="http://schemas.openxmlformats.org/drawingml/2006/main" prst="roundRect">
            <a:avLst>
              <a:gd name="adj" fmla="val 9756"/>
            </a:avLst>
          </a:prstGeom>
          <a:solidFill xmlns:a="http://schemas.openxmlformats.org/drawingml/2006/main">
            <a:srgbClr val="E5F3F1"/>
          </a:solidFill>
          <a:ln xmlns:a="http://schemas.openxmlformats.org/drawingml/2006/main" w="9525">
            <a:solidFill>
              <a:srgbClr val="D7E3E9"/>
            </a:solidFill>
            <a:prstDash val="solid"/>
          </a:ln>
        </p:spPr>
      </p:sp>
      <p:sp>
        <p:nvSpPr>
          <p:cNvPr id="16" name="">
            <a:extLst xmlns:a="http://schemas.openxmlformats.org/drawingml/2006/main">
              <a:ext uri="{FF2B5EF4-FFF2-40B4-BE49-F238E27FC236}">
                <a16:creationId xmlns:a16="http://schemas.microsoft.com/office/drawing/2014/main" id="{8832EDE8-F809-411C-999B-FE240570E01A}"/>
              </a:ext>
            </a:extLst>
          </p:cNvPr>
          <p:cNvSpPr>
            <a:spLocks xmlns:a="http://schemas.openxmlformats.org/drawingml/2006/main" noGrp="1"/>
          </p:cNvSpPr>
          <p:nvPr/>
        </p:nvSpPr>
        <p:spPr>
          <a:xfrm xmlns:a="http://schemas.openxmlformats.org/drawingml/2006/main">
            <a:off x="4181475" y="2914650"/>
            <a:ext cx="18478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10243A"/>
                </a:solidFill>
              </a:defRPr>
            </a:defPPr>
            <a:lvl1pPr>
              <a:defRPr sz="1500" b="1">
                <a:solidFill>
                  <a:srgbClr val="10243A"/>
                </a:solidFill>
              </a:defRPr>
            </a:lvl1pPr>
            <a:lvl2pPr>
              <a:defRPr sz="1500" b="1">
                <a:solidFill>
                  <a:srgbClr val="10243A"/>
                </a:solidFill>
              </a:defRPr>
            </a:lvl2pPr>
            <a:lvl3pPr>
              <a:defRPr sz="1500" b="1">
                <a:solidFill>
                  <a:srgbClr val="10243A"/>
                </a:solidFill>
              </a:defRPr>
            </a:lvl3pPr>
            <a:lvl4pPr>
              <a:defRPr sz="1500" b="1">
                <a:solidFill>
                  <a:srgbClr val="10243A"/>
                </a:solidFill>
              </a:defRPr>
            </a:lvl4pPr>
            <a:lvl5pPr>
              <a:defRPr sz="1500" b="1">
                <a:solidFill>
                  <a:srgbClr val="10243A"/>
                </a:solidFill>
              </a:defRPr>
            </a:lvl5pPr>
            <a:lvl6pPr>
              <a:defRPr sz="1500" b="1">
                <a:solidFill>
                  <a:srgbClr val="10243A"/>
                </a:solidFill>
              </a:defRPr>
            </a:lvl6pPr>
            <a:lvl7pPr>
              <a:defRPr sz="1500" b="1">
                <a:solidFill>
                  <a:srgbClr val="10243A"/>
                </a:solidFill>
              </a:defRPr>
            </a:lvl7pPr>
            <a:lvl8pPr>
              <a:defRPr sz="1500" b="1">
                <a:solidFill>
                  <a:srgbClr val="10243A"/>
                </a:solidFill>
              </a:defRPr>
            </a:lvl8pPr>
            <a:lvl9pPr>
              <a:defRPr sz="1500" b="1">
                <a:solidFill>
                  <a:srgbClr val="10243A"/>
                </a:solidFill>
              </a:defRPr>
            </a:lvl9pPr>
          </a:lstStyle>
          <a:p xmlns:a="http://schemas.openxmlformats.org/drawingml/2006/main">
            <a:pPr>
              <a:buNone/>
              <a:defRPr sz="1500" b="1">
                <a:solidFill>
                  <a:srgbClr val="10243A"/>
                </a:solidFill>
              </a:defRPr>
            </a:pPr>
            <a:r>
              <a:rPr sz="1500" b="1">
                <a:solidFill>
                  <a:srgbClr val="10243A"/>
                </a:solidFill>
              </a:rPr>
              <a:t>Compare PDFs</a:t>
            </a:r>
          </a:p>
        </p:txBody>
      </p:sp>
      <p:sp>
        <p:nvSpPr>
          <p:cNvPr id="17" name="">
            <a:extLst xmlns:a="http://schemas.openxmlformats.org/drawingml/2006/main">
              <a:ext uri="{FF2B5EF4-FFF2-40B4-BE49-F238E27FC236}">
                <a16:creationId xmlns:a16="http://schemas.microsoft.com/office/drawing/2014/main" id="{8001D8FA-3220-4671-8BFA-732D7EEE3F04}"/>
              </a:ext>
            </a:extLst>
          </p:cNvPr>
          <p:cNvSpPr>
            <a:spLocks xmlns:a="http://schemas.openxmlformats.org/drawingml/2006/main" noGrp="1"/>
          </p:cNvSpPr>
          <p:nvPr/>
        </p:nvSpPr>
        <p:spPr>
          <a:xfrm xmlns:a="http://schemas.openxmlformats.org/drawingml/2006/main">
            <a:off x="4067175" y="4219575"/>
            <a:ext cx="2076450" cy="781050"/>
          </a:xfrm>
          <a:prstGeom xmlns:a="http://schemas.openxmlformats.org/drawingml/2006/main" prst="roundRect">
            <a:avLst>
              <a:gd name="adj" fmla="val 9756"/>
            </a:avLst>
          </a:prstGeom>
          <a:solidFill xmlns:a="http://schemas.openxmlformats.org/drawingml/2006/main">
            <a:srgbClr val="E5F3F1"/>
          </a:solidFill>
          <a:ln xmlns:a="http://schemas.openxmlformats.org/drawingml/2006/main" w="9525">
            <a:solidFill>
              <a:srgbClr val="D7E3E9"/>
            </a:solidFill>
            <a:prstDash val="solid"/>
          </a:ln>
        </p:spPr>
      </p:sp>
      <p:sp>
        <p:nvSpPr>
          <p:cNvPr id="18" name="">
            <a:extLst xmlns:a="http://schemas.openxmlformats.org/drawingml/2006/main">
              <a:ext uri="{FF2B5EF4-FFF2-40B4-BE49-F238E27FC236}">
                <a16:creationId xmlns:a16="http://schemas.microsoft.com/office/drawing/2014/main" id="{10B5CA6C-B4BE-4410-B0AF-675545A357AB}"/>
              </a:ext>
            </a:extLst>
          </p:cNvPr>
          <p:cNvSpPr>
            <a:spLocks xmlns:a="http://schemas.openxmlformats.org/drawingml/2006/main" noGrp="1"/>
          </p:cNvSpPr>
          <p:nvPr/>
        </p:nvSpPr>
        <p:spPr>
          <a:xfrm xmlns:a="http://schemas.openxmlformats.org/drawingml/2006/main">
            <a:off x="4181475" y="4352925"/>
            <a:ext cx="18478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10243A"/>
                </a:solidFill>
              </a:defRPr>
            </a:defPPr>
            <a:lvl1pPr>
              <a:defRPr sz="1500" b="1">
                <a:solidFill>
                  <a:srgbClr val="10243A"/>
                </a:solidFill>
              </a:defRPr>
            </a:lvl1pPr>
            <a:lvl2pPr>
              <a:defRPr sz="1500" b="1">
                <a:solidFill>
                  <a:srgbClr val="10243A"/>
                </a:solidFill>
              </a:defRPr>
            </a:lvl2pPr>
            <a:lvl3pPr>
              <a:defRPr sz="1500" b="1">
                <a:solidFill>
                  <a:srgbClr val="10243A"/>
                </a:solidFill>
              </a:defRPr>
            </a:lvl3pPr>
            <a:lvl4pPr>
              <a:defRPr sz="1500" b="1">
                <a:solidFill>
                  <a:srgbClr val="10243A"/>
                </a:solidFill>
              </a:defRPr>
            </a:lvl4pPr>
            <a:lvl5pPr>
              <a:defRPr sz="1500" b="1">
                <a:solidFill>
                  <a:srgbClr val="10243A"/>
                </a:solidFill>
              </a:defRPr>
            </a:lvl5pPr>
            <a:lvl6pPr>
              <a:defRPr sz="1500" b="1">
                <a:solidFill>
                  <a:srgbClr val="10243A"/>
                </a:solidFill>
              </a:defRPr>
            </a:lvl6pPr>
            <a:lvl7pPr>
              <a:defRPr sz="1500" b="1">
                <a:solidFill>
                  <a:srgbClr val="10243A"/>
                </a:solidFill>
              </a:defRPr>
            </a:lvl7pPr>
            <a:lvl8pPr>
              <a:defRPr sz="1500" b="1">
                <a:solidFill>
                  <a:srgbClr val="10243A"/>
                </a:solidFill>
              </a:defRPr>
            </a:lvl8pPr>
            <a:lvl9pPr>
              <a:defRPr sz="1500" b="1">
                <a:solidFill>
                  <a:srgbClr val="10243A"/>
                </a:solidFill>
              </a:defRPr>
            </a:lvl9pPr>
          </a:lstStyle>
          <a:p xmlns:a="http://schemas.openxmlformats.org/drawingml/2006/main">
            <a:pPr>
              <a:buNone/>
              <a:defRPr sz="1500" b="1">
                <a:solidFill>
                  <a:srgbClr val="10243A"/>
                </a:solidFill>
              </a:defRPr>
            </a:pPr>
            <a:r>
              <a:rPr sz="1500" b="1">
                <a:solidFill>
                  <a:srgbClr val="10243A"/>
                </a:solidFill>
              </a:rPr>
              <a:t>Chart CSV</a:t>
            </a:r>
          </a:p>
        </p:txBody>
      </p:sp>
      <p:sp>
        <p:nvSpPr>
          <p:cNvPr id="19" name="">
            <a:extLst xmlns:a="http://schemas.openxmlformats.org/drawingml/2006/main">
              <a:ext uri="{FF2B5EF4-FFF2-40B4-BE49-F238E27FC236}">
                <a16:creationId xmlns:a16="http://schemas.microsoft.com/office/drawing/2014/main" id="{58C74759-7C24-4CA9-89C4-69D78FB2CD10}"/>
              </a:ext>
            </a:extLst>
          </p:cNvPr>
          <p:cNvSpPr>
            <a:spLocks xmlns:a="http://schemas.openxmlformats.org/drawingml/2006/main" noGrp="1"/>
          </p:cNvSpPr>
          <p:nvPr/>
        </p:nvSpPr>
        <p:spPr>
          <a:xfrm xmlns:a="http://schemas.openxmlformats.org/drawingml/2006/main">
            <a:off x="4067175" y="1857375"/>
            <a:ext cx="2076450" cy="590550"/>
          </a:xfrm>
          <a:prstGeom xmlns:a="http://schemas.openxmlformats.org/drawingml/2006/main" prst="roundRect">
            <a:avLst>
              <a:gd name="adj" fmla="val 12903"/>
            </a:avLst>
          </a:prstGeom>
          <a:solidFill xmlns:a="http://schemas.openxmlformats.org/drawingml/2006/main">
            <a:srgbClr val="E5F3F1"/>
          </a:solidFill>
          <a:ln xmlns:a="http://schemas.openxmlformats.org/drawingml/2006/main" w="9525">
            <a:solidFill>
              <a:srgbClr val="D7E3E9"/>
            </a:solidFill>
            <a:prstDash val="solid"/>
          </a:ln>
        </p:spPr>
      </p:sp>
      <p:sp>
        <p:nvSpPr>
          <p:cNvPr id="20" name="">
            <a:extLst xmlns:a="http://schemas.openxmlformats.org/drawingml/2006/main">
              <a:ext uri="{FF2B5EF4-FFF2-40B4-BE49-F238E27FC236}">
                <a16:creationId xmlns:a16="http://schemas.microsoft.com/office/drawing/2014/main" id="{04C9103E-CBA8-4F54-8C73-4C4A93B3E18D}"/>
              </a:ext>
            </a:extLst>
          </p:cNvPr>
          <p:cNvSpPr>
            <a:spLocks xmlns:a="http://schemas.openxmlformats.org/drawingml/2006/main" noGrp="1"/>
          </p:cNvSpPr>
          <p:nvPr/>
        </p:nvSpPr>
        <p:spPr>
          <a:xfrm xmlns:a="http://schemas.openxmlformats.org/drawingml/2006/main">
            <a:off x="4181475" y="1990725"/>
            <a:ext cx="1847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10243A"/>
                </a:solidFill>
              </a:defRPr>
            </a:defPPr>
            <a:lvl1pPr>
              <a:defRPr sz="1500" b="1">
                <a:solidFill>
                  <a:srgbClr val="10243A"/>
                </a:solidFill>
              </a:defRPr>
            </a:lvl1pPr>
            <a:lvl2pPr>
              <a:defRPr sz="1500" b="1">
                <a:solidFill>
                  <a:srgbClr val="10243A"/>
                </a:solidFill>
              </a:defRPr>
            </a:lvl2pPr>
            <a:lvl3pPr>
              <a:defRPr sz="1500" b="1">
                <a:solidFill>
                  <a:srgbClr val="10243A"/>
                </a:solidFill>
              </a:defRPr>
            </a:lvl3pPr>
            <a:lvl4pPr>
              <a:defRPr sz="1500" b="1">
                <a:solidFill>
                  <a:srgbClr val="10243A"/>
                </a:solidFill>
              </a:defRPr>
            </a:lvl4pPr>
            <a:lvl5pPr>
              <a:defRPr sz="1500" b="1">
                <a:solidFill>
                  <a:srgbClr val="10243A"/>
                </a:solidFill>
              </a:defRPr>
            </a:lvl5pPr>
            <a:lvl6pPr>
              <a:defRPr sz="1500" b="1">
                <a:solidFill>
                  <a:srgbClr val="10243A"/>
                </a:solidFill>
              </a:defRPr>
            </a:lvl6pPr>
            <a:lvl7pPr>
              <a:defRPr sz="1500" b="1">
                <a:solidFill>
                  <a:srgbClr val="10243A"/>
                </a:solidFill>
              </a:defRPr>
            </a:lvl7pPr>
            <a:lvl8pPr>
              <a:defRPr sz="1500" b="1">
                <a:solidFill>
                  <a:srgbClr val="10243A"/>
                </a:solidFill>
              </a:defRPr>
            </a:lvl8pPr>
            <a:lvl9pPr>
              <a:defRPr sz="1500" b="1">
                <a:solidFill>
                  <a:srgbClr val="10243A"/>
                </a:solidFill>
              </a:defRPr>
            </a:lvl9pPr>
          </a:lstStyle>
          <a:p xmlns:a="http://schemas.openxmlformats.org/drawingml/2006/main">
            <a:pPr>
              <a:buNone/>
              <a:defRPr sz="1500" b="1">
                <a:solidFill>
                  <a:srgbClr val="10243A"/>
                </a:solidFill>
              </a:defRPr>
            </a:pPr>
            <a:r>
              <a:rPr sz="1500" b="1">
                <a:solidFill>
                  <a:srgbClr val="10243A"/>
                </a:solidFill>
              </a:rPr>
              <a:t>Crossref search</a:t>
            </a:r>
          </a:p>
        </p:txBody>
      </p:sp>
      <p:sp>
        <p:nvSpPr>
          <p:cNvPr id="21" name="">
            <a:extLst xmlns:a="http://schemas.openxmlformats.org/drawingml/2006/main">
              <a:ext uri="{FF2B5EF4-FFF2-40B4-BE49-F238E27FC236}">
                <a16:creationId xmlns:a16="http://schemas.microsoft.com/office/drawing/2014/main" id="{6C52135F-A4F7-47D6-931A-83A39E5B624D}"/>
              </a:ext>
            </a:extLst>
          </p:cNvPr>
          <p:cNvSpPr>
            <a:spLocks xmlns:a="http://schemas.openxmlformats.org/drawingml/2006/main" noGrp="1"/>
          </p:cNvSpPr>
          <p:nvPr/>
        </p:nvSpPr>
        <p:spPr>
          <a:xfrm xmlns:a="http://schemas.openxmlformats.org/drawingml/2006/main">
            <a:off x="8743950" y="3019425"/>
            <a:ext cx="1981200" cy="819150"/>
          </a:xfrm>
          <a:prstGeom xmlns:a="http://schemas.openxmlformats.org/drawingml/2006/main" prst="roundRect">
            <a:avLst>
              <a:gd name="adj" fmla="val 9302"/>
            </a:avLst>
          </a:prstGeom>
          <a:solidFill xmlns:a="http://schemas.openxmlformats.org/drawingml/2006/main">
            <a:srgbClr val="FFFFFF"/>
          </a:solidFill>
          <a:ln xmlns:a="http://schemas.openxmlformats.org/drawingml/2006/main" w="9525">
            <a:solidFill>
              <a:srgbClr val="D7E3E9"/>
            </a:solidFill>
            <a:prstDash val="solid"/>
          </a:ln>
        </p:spPr>
      </p:sp>
      <p:sp>
        <p:nvSpPr>
          <p:cNvPr id="22" name="">
            <a:extLst xmlns:a="http://schemas.openxmlformats.org/drawingml/2006/main">
              <a:ext uri="{FF2B5EF4-FFF2-40B4-BE49-F238E27FC236}">
                <a16:creationId xmlns:a16="http://schemas.microsoft.com/office/drawing/2014/main" id="{B9DAE4C9-6826-4115-B4DA-305A9464C83F}"/>
              </a:ext>
            </a:extLst>
          </p:cNvPr>
          <p:cNvSpPr>
            <a:spLocks xmlns:a="http://schemas.openxmlformats.org/drawingml/2006/main" noGrp="1"/>
          </p:cNvSpPr>
          <p:nvPr/>
        </p:nvSpPr>
        <p:spPr>
          <a:xfrm xmlns:a="http://schemas.openxmlformats.org/drawingml/2006/main">
            <a:off x="8858250" y="3152775"/>
            <a:ext cx="1752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10243A"/>
                </a:solidFill>
              </a:defRPr>
            </a:defPPr>
            <a:lvl1pPr>
              <a:defRPr sz="1500" b="1">
                <a:solidFill>
                  <a:srgbClr val="10243A"/>
                </a:solidFill>
              </a:defRPr>
            </a:lvl1pPr>
            <a:lvl2pPr>
              <a:defRPr sz="1500" b="1">
                <a:solidFill>
                  <a:srgbClr val="10243A"/>
                </a:solidFill>
              </a:defRPr>
            </a:lvl2pPr>
            <a:lvl3pPr>
              <a:defRPr sz="1500" b="1">
                <a:solidFill>
                  <a:srgbClr val="10243A"/>
                </a:solidFill>
              </a:defRPr>
            </a:lvl3pPr>
            <a:lvl4pPr>
              <a:defRPr sz="1500" b="1">
                <a:solidFill>
                  <a:srgbClr val="10243A"/>
                </a:solidFill>
              </a:defRPr>
            </a:lvl4pPr>
            <a:lvl5pPr>
              <a:defRPr sz="1500" b="1">
                <a:solidFill>
                  <a:srgbClr val="10243A"/>
                </a:solidFill>
              </a:defRPr>
            </a:lvl5pPr>
            <a:lvl6pPr>
              <a:defRPr sz="1500" b="1">
                <a:solidFill>
                  <a:srgbClr val="10243A"/>
                </a:solidFill>
              </a:defRPr>
            </a:lvl6pPr>
            <a:lvl7pPr>
              <a:defRPr sz="1500" b="1">
                <a:solidFill>
                  <a:srgbClr val="10243A"/>
                </a:solidFill>
              </a:defRPr>
            </a:lvl7pPr>
            <a:lvl8pPr>
              <a:defRPr sz="1500" b="1">
                <a:solidFill>
                  <a:srgbClr val="10243A"/>
                </a:solidFill>
              </a:defRPr>
            </a:lvl8pPr>
            <a:lvl9pPr>
              <a:defRPr sz="1500" b="1">
                <a:solidFill>
                  <a:srgbClr val="10243A"/>
                </a:solidFill>
              </a:defRPr>
            </a:lvl9pPr>
          </a:lstStyle>
          <a:p xmlns:a="http://schemas.openxmlformats.org/drawingml/2006/main">
            <a:pPr>
              <a:buNone/>
              <a:defRPr sz="1500" b="1">
                <a:solidFill>
                  <a:srgbClr val="10243A"/>
                </a:solidFill>
              </a:defRPr>
            </a:pPr>
            <a:r>
              <a:rPr sz="1500" b="1">
                <a:solidFill>
                  <a:srgbClr val="10243A"/>
                </a:solidFill>
              </a:rPr>
              <a:t>Report</a:t>
            </a:r>
          </a:p>
        </p:txBody>
      </p:sp>
      <p:sp>
        <p:nvSpPr>
          <p:cNvPr id="23" name="">
            <a:extLst xmlns:a="http://schemas.openxmlformats.org/drawingml/2006/main">
              <a:ext uri="{FF2B5EF4-FFF2-40B4-BE49-F238E27FC236}">
                <a16:creationId xmlns:a16="http://schemas.microsoft.com/office/drawing/2014/main" id="{90C9D6B7-D86D-432D-804B-88F78738CC33}"/>
              </a:ext>
            </a:extLst>
          </p:cNvPr>
          <p:cNvSpPr>
            <a:spLocks xmlns:a="http://schemas.openxmlformats.org/drawingml/2006/main" noGrp="1"/>
          </p:cNvSpPr>
          <p:nvPr/>
        </p:nvSpPr>
        <p:spPr>
          <a:xfrm xmlns:a="http://schemas.openxmlformats.org/drawingml/2006/main">
            <a:off x="2619375" y="3190875"/>
            <a:ext cx="7905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007E78"/>
                </a:solidFill>
              </a:defRPr>
            </a:defPPr>
            <a:lvl1pPr>
              <a:defRPr sz="2850" b="1">
                <a:solidFill>
                  <a:srgbClr val="007E78"/>
                </a:solidFill>
              </a:defRPr>
            </a:lvl1pPr>
            <a:lvl2pPr>
              <a:defRPr sz="2850" b="1">
                <a:solidFill>
                  <a:srgbClr val="007E78"/>
                </a:solidFill>
              </a:defRPr>
            </a:lvl2pPr>
            <a:lvl3pPr>
              <a:defRPr sz="2850" b="1">
                <a:solidFill>
                  <a:srgbClr val="007E78"/>
                </a:solidFill>
              </a:defRPr>
            </a:lvl3pPr>
            <a:lvl4pPr>
              <a:defRPr sz="2850" b="1">
                <a:solidFill>
                  <a:srgbClr val="007E78"/>
                </a:solidFill>
              </a:defRPr>
            </a:lvl4pPr>
            <a:lvl5pPr>
              <a:defRPr sz="2850" b="1">
                <a:solidFill>
                  <a:srgbClr val="007E78"/>
                </a:solidFill>
              </a:defRPr>
            </a:lvl5pPr>
            <a:lvl6pPr>
              <a:defRPr sz="2850" b="1">
                <a:solidFill>
                  <a:srgbClr val="007E78"/>
                </a:solidFill>
              </a:defRPr>
            </a:lvl6pPr>
            <a:lvl7pPr>
              <a:defRPr sz="2850" b="1">
                <a:solidFill>
                  <a:srgbClr val="007E78"/>
                </a:solidFill>
              </a:defRPr>
            </a:lvl7pPr>
            <a:lvl8pPr>
              <a:defRPr sz="2850" b="1">
                <a:solidFill>
                  <a:srgbClr val="007E78"/>
                </a:solidFill>
              </a:defRPr>
            </a:lvl8pPr>
            <a:lvl9pPr>
              <a:defRPr sz="2850" b="1">
                <a:solidFill>
                  <a:srgbClr val="007E78"/>
                </a:solidFill>
              </a:defRPr>
            </a:lvl9pPr>
          </a:lstStyle>
          <a:p xmlns:a="http://schemas.openxmlformats.org/drawingml/2006/main">
            <a:pPr>
              <a:buNone/>
              <a:defRPr sz="2850" b="1">
                <a:solidFill>
                  <a:srgbClr val="007E78"/>
                </a:solidFill>
              </a:defRPr>
            </a:pPr>
            <a:r>
              <a:rPr sz="2850" b="1">
                <a:solidFill>
                  <a:srgbClr val="007E78"/>
                </a:solidFill>
              </a:rPr>
              <a:t>→</a:t>
            </a:r>
          </a:p>
        </p:txBody>
      </p:sp>
      <p:sp>
        <p:nvSpPr>
          <p:cNvPr id="24" name="">
            <a:extLst xmlns:a="http://schemas.openxmlformats.org/drawingml/2006/main">
              <a:ext uri="{FF2B5EF4-FFF2-40B4-BE49-F238E27FC236}">
                <a16:creationId xmlns:a16="http://schemas.microsoft.com/office/drawing/2014/main" id="{629F9120-2343-48D8-878D-64F9F77A2606}"/>
              </a:ext>
            </a:extLst>
          </p:cNvPr>
          <p:cNvSpPr>
            <a:spLocks xmlns:a="http://schemas.openxmlformats.org/drawingml/2006/main" noGrp="1"/>
          </p:cNvSpPr>
          <p:nvPr/>
        </p:nvSpPr>
        <p:spPr>
          <a:xfrm xmlns:a="http://schemas.openxmlformats.org/drawingml/2006/main">
            <a:off x="6553200" y="3190875"/>
            <a:ext cx="7905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007E78"/>
                </a:solidFill>
              </a:defRPr>
            </a:defPPr>
            <a:lvl1pPr>
              <a:defRPr sz="2850" b="1">
                <a:solidFill>
                  <a:srgbClr val="007E78"/>
                </a:solidFill>
              </a:defRPr>
            </a:lvl1pPr>
            <a:lvl2pPr>
              <a:defRPr sz="2850" b="1">
                <a:solidFill>
                  <a:srgbClr val="007E78"/>
                </a:solidFill>
              </a:defRPr>
            </a:lvl2pPr>
            <a:lvl3pPr>
              <a:defRPr sz="2850" b="1">
                <a:solidFill>
                  <a:srgbClr val="007E78"/>
                </a:solidFill>
              </a:defRPr>
            </a:lvl3pPr>
            <a:lvl4pPr>
              <a:defRPr sz="2850" b="1">
                <a:solidFill>
                  <a:srgbClr val="007E78"/>
                </a:solidFill>
              </a:defRPr>
            </a:lvl4pPr>
            <a:lvl5pPr>
              <a:defRPr sz="2850" b="1">
                <a:solidFill>
                  <a:srgbClr val="007E78"/>
                </a:solidFill>
              </a:defRPr>
            </a:lvl5pPr>
            <a:lvl6pPr>
              <a:defRPr sz="2850" b="1">
                <a:solidFill>
                  <a:srgbClr val="007E78"/>
                </a:solidFill>
              </a:defRPr>
            </a:lvl6pPr>
            <a:lvl7pPr>
              <a:defRPr sz="2850" b="1">
                <a:solidFill>
                  <a:srgbClr val="007E78"/>
                </a:solidFill>
              </a:defRPr>
            </a:lvl7pPr>
            <a:lvl8pPr>
              <a:defRPr sz="2850" b="1">
                <a:solidFill>
                  <a:srgbClr val="007E78"/>
                </a:solidFill>
              </a:defRPr>
            </a:lvl8pPr>
            <a:lvl9pPr>
              <a:defRPr sz="2850" b="1">
                <a:solidFill>
                  <a:srgbClr val="007E78"/>
                </a:solidFill>
              </a:defRPr>
            </a:lvl9pPr>
          </a:lstStyle>
          <a:p xmlns:a="http://schemas.openxmlformats.org/drawingml/2006/main">
            <a:pPr>
              <a:buNone/>
              <a:defRPr sz="2850" b="1">
                <a:solidFill>
                  <a:srgbClr val="007E78"/>
                </a:solidFill>
              </a:defRPr>
            </a:pPr>
            <a:r>
              <a:rPr sz="2850" b="1">
                <a:solidFill>
                  <a:srgbClr val="007E78"/>
                </a:solidFill>
              </a:rPr>
              <a:t>→</a:t>
            </a:r>
          </a:p>
        </p:txBody>
      </p:sp>
      <p:sp>
        <p:nvSpPr>
          <p:cNvPr id="25" name="">
            <a:extLst xmlns:a="http://schemas.openxmlformats.org/drawingml/2006/main">
              <a:ext uri="{FF2B5EF4-FFF2-40B4-BE49-F238E27FC236}">
                <a16:creationId xmlns:a16="http://schemas.microsoft.com/office/drawing/2014/main" id="{05E8E8DF-55B9-4621-A76D-60FAC6C76616}"/>
              </a:ext>
            </a:extLst>
          </p:cNvPr>
          <p:cNvSpPr>
            <a:spLocks xmlns:a="http://schemas.openxmlformats.org/drawingml/2006/main" noGrp="1"/>
          </p:cNvSpPr>
          <p:nvPr/>
        </p:nvSpPr>
        <p:spPr>
          <a:xfrm xmlns:a="http://schemas.openxmlformats.org/drawingml/2006/main">
            <a:off x="685800" y="5429250"/>
            <a:ext cx="10782300" cy="457200"/>
          </a:xfrm>
          <a:prstGeom xmlns:a="http://schemas.openxmlformats.org/drawingml/2006/main" prst="rect">
            <a:avLst/>
          </a:prstGeom>
          <a:solidFill xmlns:a="http://schemas.openxmlformats.org/drawingml/2006/main">
            <a:srgbClr val="E5F3F1"/>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36F9DC7F-F4CE-45E8-8F87-28C201737A47}"/>
              </a:ext>
            </a:extLst>
          </p:cNvPr>
          <p:cNvSpPr>
            <a:spLocks xmlns:a="http://schemas.openxmlformats.org/drawingml/2006/main" noGrp="1"/>
          </p:cNvSpPr>
          <p:nvPr/>
        </p:nvSpPr>
        <p:spPr>
          <a:xfrm xmlns:a="http://schemas.openxmlformats.org/drawingml/2006/main">
            <a:off x="838200" y="5505450"/>
            <a:ext cx="10458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1">
                <a:solidFill>
                  <a:srgbClr val="10243A"/>
                </a:solidFill>
              </a:defRPr>
            </a:defPPr>
            <a:lvl1pPr>
              <a:defRPr sz="1425" b="1">
                <a:solidFill>
                  <a:srgbClr val="10243A"/>
                </a:solidFill>
              </a:defRPr>
            </a:lvl1pPr>
            <a:lvl2pPr>
              <a:defRPr sz="1425" b="1">
                <a:solidFill>
                  <a:srgbClr val="10243A"/>
                </a:solidFill>
              </a:defRPr>
            </a:lvl2pPr>
            <a:lvl3pPr>
              <a:defRPr sz="1425" b="1">
                <a:solidFill>
                  <a:srgbClr val="10243A"/>
                </a:solidFill>
              </a:defRPr>
            </a:lvl3pPr>
            <a:lvl4pPr>
              <a:defRPr sz="1425" b="1">
                <a:solidFill>
                  <a:srgbClr val="10243A"/>
                </a:solidFill>
              </a:defRPr>
            </a:lvl4pPr>
            <a:lvl5pPr>
              <a:defRPr sz="1425" b="1">
                <a:solidFill>
                  <a:srgbClr val="10243A"/>
                </a:solidFill>
              </a:defRPr>
            </a:lvl5pPr>
            <a:lvl6pPr>
              <a:defRPr sz="1425" b="1">
                <a:solidFill>
                  <a:srgbClr val="10243A"/>
                </a:solidFill>
              </a:defRPr>
            </a:lvl6pPr>
            <a:lvl7pPr>
              <a:defRPr sz="1425" b="1">
                <a:solidFill>
                  <a:srgbClr val="10243A"/>
                </a:solidFill>
              </a:defRPr>
            </a:lvl7pPr>
            <a:lvl8pPr>
              <a:defRPr sz="1425" b="1">
                <a:solidFill>
                  <a:srgbClr val="10243A"/>
                </a:solidFill>
              </a:defRPr>
            </a:lvl8pPr>
            <a:lvl9pPr>
              <a:defRPr sz="1425" b="1">
                <a:solidFill>
                  <a:srgbClr val="10243A"/>
                </a:solidFill>
              </a:defRPr>
            </a:lvl9pPr>
          </a:lstStyle>
          <a:p xmlns:a="http://schemas.openxmlformats.org/drawingml/2006/main">
            <a:pPr>
              <a:buNone/>
              <a:defRPr sz="1425" b="1">
                <a:solidFill>
                  <a:srgbClr val="10243A"/>
                </a:solidFill>
              </a:defRPr>
            </a:pPr>
            <a:r>
              <a:rPr sz="1425" b="1">
                <a:solidFill>
                  <a:srgbClr val="10243A"/>
                </a:solidFill>
              </a:rPr>
              <a:t>All earlier tasks must be direct parents of the final report.</a:t>
            </a:r>
          </a:p>
        </p:txBody>
      </p:sp>
    </p:spTree>
    <p:extLst>
      <p:ext uri="{BB962C8B-B14F-4D97-AF65-F5344CB8AC3E}">
        <p14:creationId xmlns:p14="http://schemas.microsoft.com/office/powerpoint/2010/main" val="22790063"/>
      </p:ext>
    </p:extLst>
  </p:cSld>
</p:sld>
</file>

<file path=ppt/slides/slide24.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07FDE39-92CC-4DE2-9336-39C7FED8A3A9}"/>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E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ADE576B-7080-49DD-838D-6724CBFA0CF4}"/>
              </a:ext>
            </a:extLst>
          </p:cNvPr>
          <p:cNvSpPr>
            <a:spLocks xmlns:a="http://schemas.openxmlformats.org/drawingml/2006/main" noGrp="1"/>
          </p:cNvSpPr>
          <p:nvPr/>
        </p:nvSpPr>
        <p:spPr>
          <a:xfrm xmlns:a="http://schemas.openxmlformats.org/drawingml/2006/main">
            <a:off x="609600" y="323850"/>
            <a:ext cx="1009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07E78"/>
                </a:solidFill>
              </a:defRPr>
            </a:defPPr>
            <a:lvl1pPr>
              <a:defRPr sz="1125" b="1">
                <a:solidFill>
                  <a:srgbClr val="007E78"/>
                </a:solidFill>
              </a:defRPr>
            </a:lvl1pPr>
            <a:lvl2pPr>
              <a:defRPr sz="1125" b="1">
                <a:solidFill>
                  <a:srgbClr val="007E78"/>
                </a:solidFill>
              </a:defRPr>
            </a:lvl2pPr>
            <a:lvl3pPr>
              <a:defRPr sz="1125" b="1">
                <a:solidFill>
                  <a:srgbClr val="007E78"/>
                </a:solidFill>
              </a:defRPr>
            </a:lvl3pPr>
            <a:lvl4pPr>
              <a:defRPr sz="1125" b="1">
                <a:solidFill>
                  <a:srgbClr val="007E78"/>
                </a:solidFill>
              </a:defRPr>
            </a:lvl4pPr>
            <a:lvl5pPr>
              <a:defRPr sz="1125" b="1">
                <a:solidFill>
                  <a:srgbClr val="007E78"/>
                </a:solidFill>
              </a:defRPr>
            </a:lvl5pPr>
            <a:lvl6pPr>
              <a:defRPr sz="1125" b="1">
                <a:solidFill>
                  <a:srgbClr val="007E78"/>
                </a:solidFill>
              </a:defRPr>
            </a:lvl6pPr>
            <a:lvl7pPr>
              <a:defRPr sz="1125" b="1">
                <a:solidFill>
                  <a:srgbClr val="007E78"/>
                </a:solidFill>
              </a:defRPr>
            </a:lvl7pPr>
            <a:lvl8pPr>
              <a:defRPr sz="1125" b="1">
                <a:solidFill>
                  <a:srgbClr val="007E78"/>
                </a:solidFill>
              </a:defRPr>
            </a:lvl8pPr>
            <a:lvl9pPr>
              <a:defRPr sz="1125" b="1">
                <a:solidFill>
                  <a:srgbClr val="007E78"/>
                </a:solidFill>
              </a:defRPr>
            </a:lvl9pPr>
          </a:lstStyle>
          <a:p xmlns:a="http://schemas.openxmlformats.org/drawingml/2006/main">
            <a:pPr>
              <a:buNone/>
              <a:defRPr sz="1125" b="1">
                <a:solidFill>
                  <a:srgbClr val="007E78"/>
                </a:solidFill>
              </a:defRPr>
            </a:pPr>
            <a:r>
              <a:rPr sz="1125" b="1">
                <a:solidFill>
                  <a:srgbClr val="007E78"/>
                </a:solidFill>
              </a:rPr>
              <a:t>23  WORKED EXAMPLE</a:t>
            </a:r>
          </a:p>
        </p:txBody>
      </p:sp>
      <p:sp>
        <p:nvSpPr>
          <p:cNvPr id="3" name="">
            <a:extLst xmlns:a="http://schemas.openxmlformats.org/drawingml/2006/main">
              <a:ext uri="{FF2B5EF4-FFF2-40B4-BE49-F238E27FC236}">
                <a16:creationId xmlns:a16="http://schemas.microsoft.com/office/drawing/2014/main" id="{142C3598-A779-4B55-AF40-39EB1B3FB592}"/>
              </a:ext>
            </a:extLst>
          </p:cNvPr>
          <p:cNvSpPr>
            <a:spLocks xmlns:a="http://schemas.openxmlformats.org/drawingml/2006/main" noGrp="1"/>
          </p:cNvSpPr>
          <p:nvPr/>
        </p:nvSpPr>
        <p:spPr>
          <a:xfrm xmlns:a="http://schemas.openxmlformats.org/drawingml/2006/main">
            <a:off x="609600" y="685800"/>
            <a:ext cx="10858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10243A"/>
                </a:solidFill>
              </a:defRPr>
            </a:defPPr>
            <a:lvl1pPr>
              <a:defRPr sz="2850" b="1">
                <a:solidFill>
                  <a:srgbClr val="10243A"/>
                </a:solidFill>
              </a:defRPr>
            </a:lvl1pPr>
            <a:lvl2pPr>
              <a:defRPr sz="2850" b="1">
                <a:solidFill>
                  <a:srgbClr val="10243A"/>
                </a:solidFill>
              </a:defRPr>
            </a:lvl2pPr>
            <a:lvl3pPr>
              <a:defRPr sz="2850" b="1">
                <a:solidFill>
                  <a:srgbClr val="10243A"/>
                </a:solidFill>
              </a:defRPr>
            </a:lvl3pPr>
            <a:lvl4pPr>
              <a:defRPr sz="2850" b="1">
                <a:solidFill>
                  <a:srgbClr val="10243A"/>
                </a:solidFill>
              </a:defRPr>
            </a:lvl4pPr>
            <a:lvl5pPr>
              <a:defRPr sz="2850" b="1">
                <a:solidFill>
                  <a:srgbClr val="10243A"/>
                </a:solidFill>
              </a:defRPr>
            </a:lvl5pPr>
            <a:lvl6pPr>
              <a:defRPr sz="2850" b="1">
                <a:solidFill>
                  <a:srgbClr val="10243A"/>
                </a:solidFill>
              </a:defRPr>
            </a:lvl6pPr>
            <a:lvl7pPr>
              <a:defRPr sz="2850" b="1">
                <a:solidFill>
                  <a:srgbClr val="10243A"/>
                </a:solidFill>
              </a:defRPr>
            </a:lvl7pPr>
            <a:lvl8pPr>
              <a:defRPr sz="2850" b="1">
                <a:solidFill>
                  <a:srgbClr val="10243A"/>
                </a:solidFill>
              </a:defRPr>
            </a:lvl8pPr>
            <a:lvl9pPr>
              <a:defRPr sz="2850" b="1">
                <a:solidFill>
                  <a:srgbClr val="10243A"/>
                </a:solidFill>
              </a:defRPr>
            </a:lvl9pPr>
          </a:lstStyle>
          <a:p xmlns:a="http://schemas.openxmlformats.org/drawingml/2006/main">
            <a:pPr>
              <a:buNone/>
              <a:defRPr sz="2850" b="1">
                <a:solidFill>
                  <a:srgbClr val="10243A"/>
                </a:solidFill>
              </a:defRPr>
            </a:pPr>
            <a:r>
              <a:rPr sz="2850" b="1">
                <a:solidFill>
                  <a:srgbClr val="10243A"/>
                </a:solidFill>
              </a:rPr>
              <a:t>Stage 4: plan validation</a:t>
            </a:r>
          </a:p>
        </p:txBody>
      </p:sp>
      <p:sp>
        <p:nvSpPr>
          <p:cNvPr id="4" name="">
            <a:extLst xmlns:a="http://schemas.openxmlformats.org/drawingml/2006/main">
              <a:ext uri="{FF2B5EF4-FFF2-40B4-BE49-F238E27FC236}">
                <a16:creationId xmlns:a16="http://schemas.microsoft.com/office/drawing/2014/main" id="{C21CBAE4-547B-4EB9-8195-8AF2FFF1CAD0}"/>
              </a:ext>
            </a:extLst>
          </p:cNvPr>
          <p:cNvSpPr>
            <a:spLocks xmlns:a="http://schemas.openxmlformats.org/drawingml/2006/main" noGrp="1"/>
          </p:cNvSpPr>
          <p:nvPr/>
        </p:nvSpPr>
        <p:spPr>
          <a:xfrm xmlns:a="http://schemas.openxmlformats.org/drawingml/2006/main">
            <a:off x="609600" y="6324600"/>
            <a:ext cx="10972800" cy="9525"/>
          </a:xfrm>
          <a:prstGeom xmlns:a="http://schemas.openxmlformats.org/drawingml/2006/main" prst="rect">
            <a:avLst/>
          </a:prstGeom>
          <a:solidFill xmlns:a="http://schemas.openxmlformats.org/drawingml/2006/main">
            <a:srgbClr val="D7E3E9"/>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A3C789E-62F2-4150-9FA2-806796F99016}"/>
              </a:ext>
            </a:extLst>
          </p:cNvPr>
          <p:cNvSpPr>
            <a:spLocks xmlns:a="http://schemas.openxmlformats.org/drawingml/2006/main" noGrp="1"/>
          </p:cNvSpPr>
          <p:nvPr/>
        </p:nvSpPr>
        <p:spPr>
          <a:xfrm xmlns:a="http://schemas.openxmlformats.org/drawingml/2006/main">
            <a:off x="609600" y="6429375"/>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AgentFlow  |  Final Review</a:t>
            </a:r>
          </a:p>
        </p:txBody>
      </p:sp>
      <p:sp>
        <p:nvSpPr>
          <p:cNvPr id="6" name="">
            <a:extLst xmlns:a="http://schemas.openxmlformats.org/drawingml/2006/main">
              <a:ext uri="{FF2B5EF4-FFF2-40B4-BE49-F238E27FC236}">
                <a16:creationId xmlns:a16="http://schemas.microsoft.com/office/drawing/2014/main" id="{9FF19887-DC41-4004-A752-5382F32826D0}"/>
              </a:ext>
            </a:extLst>
          </p:cNvPr>
          <p:cNvSpPr>
            <a:spLocks xmlns:a="http://schemas.openxmlformats.org/drawingml/2006/main" noGrp="1"/>
          </p:cNvSpPr>
          <p:nvPr/>
        </p:nvSpPr>
        <p:spPr>
          <a:xfrm xmlns:a="http://schemas.openxmlformats.org/drawingml/2006/main">
            <a:off x="11029950" y="642937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24</a:t>
            </a:r>
          </a:p>
        </p:txBody>
      </p:sp>
      <p:sp>
        <p:nvSpPr>
          <p:cNvPr id="7" name="">
            <a:extLst xmlns:a="http://schemas.openxmlformats.org/drawingml/2006/main">
              <a:ext uri="{FF2B5EF4-FFF2-40B4-BE49-F238E27FC236}">
                <a16:creationId xmlns:a16="http://schemas.microsoft.com/office/drawing/2014/main" id="{D0F00045-98B2-4D1E-BE4B-AF73F895B625}"/>
              </a:ext>
            </a:extLst>
          </p:cNvPr>
          <p:cNvSpPr>
            <a:spLocks xmlns:a="http://schemas.openxmlformats.org/drawingml/2006/main" noGrp="1"/>
          </p:cNvSpPr>
          <p:nvPr/>
        </p:nvSpPr>
        <p:spPr>
          <a:xfrm xmlns:a="http://schemas.openxmlformats.org/drawingml/2006/main">
            <a:off x="704850" y="171450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007E78"/>
                </a:solidFill>
              </a:defRPr>
            </a:defPPr>
            <a:lvl1pPr>
              <a:defRPr sz="1500" b="1">
                <a:solidFill>
                  <a:srgbClr val="007E78"/>
                </a:solidFill>
              </a:defRPr>
            </a:lvl1pPr>
            <a:lvl2pPr>
              <a:defRPr sz="1500" b="1">
                <a:solidFill>
                  <a:srgbClr val="007E78"/>
                </a:solidFill>
              </a:defRPr>
            </a:lvl2pPr>
            <a:lvl3pPr>
              <a:defRPr sz="1500" b="1">
                <a:solidFill>
                  <a:srgbClr val="007E78"/>
                </a:solidFill>
              </a:defRPr>
            </a:lvl3pPr>
            <a:lvl4pPr>
              <a:defRPr sz="1500" b="1">
                <a:solidFill>
                  <a:srgbClr val="007E78"/>
                </a:solidFill>
              </a:defRPr>
            </a:lvl4pPr>
            <a:lvl5pPr>
              <a:defRPr sz="1500" b="1">
                <a:solidFill>
                  <a:srgbClr val="007E78"/>
                </a:solidFill>
              </a:defRPr>
            </a:lvl5pPr>
            <a:lvl6pPr>
              <a:defRPr sz="1500" b="1">
                <a:solidFill>
                  <a:srgbClr val="007E78"/>
                </a:solidFill>
              </a:defRPr>
            </a:lvl6pPr>
            <a:lvl7pPr>
              <a:defRPr sz="1500" b="1">
                <a:solidFill>
                  <a:srgbClr val="007E78"/>
                </a:solidFill>
              </a:defRPr>
            </a:lvl7pPr>
            <a:lvl8pPr>
              <a:defRPr sz="1500" b="1">
                <a:solidFill>
                  <a:srgbClr val="007E78"/>
                </a:solidFill>
              </a:defRPr>
            </a:lvl8pPr>
            <a:lvl9pPr>
              <a:defRPr sz="1500" b="1">
                <a:solidFill>
                  <a:srgbClr val="007E78"/>
                </a:solidFill>
              </a:defRPr>
            </a:lvl9pPr>
          </a:lstStyle>
          <a:p xmlns:a="http://schemas.openxmlformats.org/drawingml/2006/main">
            <a:pPr>
              <a:buNone/>
              <a:defRPr sz="1500" b="1">
                <a:solidFill>
                  <a:srgbClr val="007E78"/>
                </a:solidFill>
              </a:defRPr>
            </a:pPr>
            <a:r>
              <a:rPr sz="1500" b="1">
                <a:solidFill>
                  <a:srgbClr val="007E78"/>
                </a:solidFill>
              </a:rPr>
              <a:t>File access</a:t>
            </a:r>
          </a:p>
        </p:txBody>
      </p:sp>
      <p:sp>
        <p:nvSpPr>
          <p:cNvPr id="8" name="">
            <a:extLst xmlns:a="http://schemas.openxmlformats.org/drawingml/2006/main">
              <a:ext uri="{FF2B5EF4-FFF2-40B4-BE49-F238E27FC236}">
                <a16:creationId xmlns:a16="http://schemas.microsoft.com/office/drawing/2014/main" id="{01FF45F9-E38B-413F-8EFC-64EA7D37657E}"/>
              </a:ext>
            </a:extLst>
          </p:cNvPr>
          <p:cNvSpPr>
            <a:spLocks xmlns:a="http://schemas.openxmlformats.org/drawingml/2006/main" noGrp="1"/>
          </p:cNvSpPr>
          <p:nvPr/>
        </p:nvSpPr>
        <p:spPr>
          <a:xfrm xmlns:a="http://schemas.openxmlformats.org/drawingml/2006/main">
            <a:off x="3352800" y="1714500"/>
            <a:ext cx="7924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153047"/>
                </a:solidFill>
              </a:defRPr>
            </a:defPPr>
            <a:lvl1pPr>
              <a:defRPr sz="1500" b="0">
                <a:solidFill>
                  <a:srgbClr val="153047"/>
                </a:solidFill>
              </a:defRPr>
            </a:lvl1pPr>
            <a:lvl2pPr>
              <a:defRPr sz="1500" b="0">
                <a:solidFill>
                  <a:srgbClr val="153047"/>
                </a:solidFill>
              </a:defRPr>
            </a:lvl2pPr>
            <a:lvl3pPr>
              <a:defRPr sz="1500" b="0">
                <a:solidFill>
                  <a:srgbClr val="153047"/>
                </a:solidFill>
              </a:defRPr>
            </a:lvl3pPr>
            <a:lvl4pPr>
              <a:defRPr sz="1500" b="0">
                <a:solidFill>
                  <a:srgbClr val="153047"/>
                </a:solidFill>
              </a:defRPr>
            </a:lvl4pPr>
            <a:lvl5pPr>
              <a:defRPr sz="1500" b="0">
                <a:solidFill>
                  <a:srgbClr val="153047"/>
                </a:solidFill>
              </a:defRPr>
            </a:lvl5pPr>
            <a:lvl6pPr>
              <a:defRPr sz="1500" b="0">
                <a:solidFill>
                  <a:srgbClr val="153047"/>
                </a:solidFill>
              </a:defRPr>
            </a:lvl6pPr>
            <a:lvl7pPr>
              <a:defRPr sz="1500" b="0">
                <a:solidFill>
                  <a:srgbClr val="153047"/>
                </a:solidFill>
              </a:defRPr>
            </a:lvl7pPr>
            <a:lvl8pPr>
              <a:defRPr sz="1500" b="0">
                <a:solidFill>
                  <a:srgbClr val="153047"/>
                </a:solidFill>
              </a:defRPr>
            </a:lvl8pPr>
            <a:lvl9pPr>
              <a:defRPr sz="1500" b="0">
                <a:solidFill>
                  <a:srgbClr val="153047"/>
                </a:solidFill>
              </a:defRPr>
            </a:lvl9pPr>
          </a:lstStyle>
          <a:p xmlns:a="http://schemas.openxmlformats.org/drawingml/2006/main">
            <a:pPr>
              <a:buNone/>
              <a:defRPr sz="1500" b="0">
                <a:solidFill>
                  <a:srgbClr val="153047"/>
                </a:solidFill>
              </a:defRPr>
            </a:pPr>
            <a:r>
              <a:rPr sz="1500" b="0">
                <a:solidFill>
                  <a:srgbClr val="153047"/>
                </a:solidFill>
              </a:rPr>
              <a:t>Exactly one read task must reference each of fA, fB, fC, and fData; unknown IDs fail.</a:t>
            </a:r>
          </a:p>
        </p:txBody>
      </p:sp>
      <p:sp>
        <p:nvSpPr>
          <p:cNvPr id="9" name="">
            <a:extLst xmlns:a="http://schemas.openxmlformats.org/drawingml/2006/main">
              <a:ext uri="{FF2B5EF4-FFF2-40B4-BE49-F238E27FC236}">
                <a16:creationId xmlns:a16="http://schemas.microsoft.com/office/drawing/2014/main" id="{BBFE9136-037A-4BE9-8F09-B878E23F6A82}"/>
              </a:ext>
            </a:extLst>
          </p:cNvPr>
          <p:cNvSpPr>
            <a:spLocks xmlns:a="http://schemas.openxmlformats.org/drawingml/2006/main" noGrp="1"/>
          </p:cNvSpPr>
          <p:nvPr/>
        </p:nvSpPr>
        <p:spPr>
          <a:xfrm xmlns:a="http://schemas.openxmlformats.org/drawingml/2006/main">
            <a:off x="704850" y="255270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007E78"/>
                </a:solidFill>
              </a:defRPr>
            </a:defPPr>
            <a:lvl1pPr>
              <a:defRPr sz="1500" b="1">
                <a:solidFill>
                  <a:srgbClr val="007E78"/>
                </a:solidFill>
              </a:defRPr>
            </a:lvl1pPr>
            <a:lvl2pPr>
              <a:defRPr sz="1500" b="1">
                <a:solidFill>
                  <a:srgbClr val="007E78"/>
                </a:solidFill>
              </a:defRPr>
            </a:lvl2pPr>
            <a:lvl3pPr>
              <a:defRPr sz="1500" b="1">
                <a:solidFill>
                  <a:srgbClr val="007E78"/>
                </a:solidFill>
              </a:defRPr>
            </a:lvl3pPr>
            <a:lvl4pPr>
              <a:defRPr sz="1500" b="1">
                <a:solidFill>
                  <a:srgbClr val="007E78"/>
                </a:solidFill>
              </a:defRPr>
            </a:lvl4pPr>
            <a:lvl5pPr>
              <a:defRPr sz="1500" b="1">
                <a:solidFill>
                  <a:srgbClr val="007E78"/>
                </a:solidFill>
              </a:defRPr>
            </a:lvl5pPr>
            <a:lvl6pPr>
              <a:defRPr sz="1500" b="1">
                <a:solidFill>
                  <a:srgbClr val="007E78"/>
                </a:solidFill>
              </a:defRPr>
            </a:lvl6pPr>
            <a:lvl7pPr>
              <a:defRPr sz="1500" b="1">
                <a:solidFill>
                  <a:srgbClr val="007E78"/>
                </a:solidFill>
              </a:defRPr>
            </a:lvl7pPr>
            <a:lvl8pPr>
              <a:defRPr sz="1500" b="1">
                <a:solidFill>
                  <a:srgbClr val="007E78"/>
                </a:solidFill>
              </a:defRPr>
            </a:lvl8pPr>
            <a:lvl9pPr>
              <a:defRPr sz="1500" b="1">
                <a:solidFill>
                  <a:srgbClr val="007E78"/>
                </a:solidFill>
              </a:defRPr>
            </a:lvl9pPr>
          </a:lstStyle>
          <a:p xmlns:a="http://schemas.openxmlformats.org/drawingml/2006/main">
            <a:pPr>
              <a:buNone/>
              <a:defRPr sz="1500" b="1">
                <a:solidFill>
                  <a:srgbClr val="007E78"/>
                </a:solidFill>
              </a:defRPr>
            </a:pPr>
            <a:r>
              <a:rPr sz="1500" b="1">
                <a:solidFill>
                  <a:srgbClr val="007E78"/>
                </a:solidFill>
              </a:rPr>
              <a:t>Dependencies</a:t>
            </a:r>
          </a:p>
        </p:txBody>
      </p:sp>
      <p:sp>
        <p:nvSpPr>
          <p:cNvPr id="10" name="">
            <a:extLst xmlns:a="http://schemas.openxmlformats.org/drawingml/2006/main">
              <a:ext uri="{FF2B5EF4-FFF2-40B4-BE49-F238E27FC236}">
                <a16:creationId xmlns:a16="http://schemas.microsoft.com/office/drawing/2014/main" id="{AAA46DAC-770A-4F79-89F6-345FB716DB51}"/>
              </a:ext>
            </a:extLst>
          </p:cNvPr>
          <p:cNvSpPr>
            <a:spLocks xmlns:a="http://schemas.openxmlformats.org/drawingml/2006/main" noGrp="1"/>
          </p:cNvSpPr>
          <p:nvPr/>
        </p:nvSpPr>
        <p:spPr>
          <a:xfrm xmlns:a="http://schemas.openxmlformats.org/drawingml/2006/main">
            <a:off x="3352800" y="2552700"/>
            <a:ext cx="7924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153047"/>
                </a:solidFill>
              </a:defRPr>
            </a:defPPr>
            <a:lvl1pPr>
              <a:defRPr sz="1500" b="0">
                <a:solidFill>
                  <a:srgbClr val="153047"/>
                </a:solidFill>
              </a:defRPr>
            </a:lvl1pPr>
            <a:lvl2pPr>
              <a:defRPr sz="1500" b="0">
                <a:solidFill>
                  <a:srgbClr val="153047"/>
                </a:solidFill>
              </a:defRPr>
            </a:lvl2pPr>
            <a:lvl3pPr>
              <a:defRPr sz="1500" b="0">
                <a:solidFill>
                  <a:srgbClr val="153047"/>
                </a:solidFill>
              </a:defRPr>
            </a:lvl3pPr>
            <a:lvl4pPr>
              <a:defRPr sz="1500" b="0">
                <a:solidFill>
                  <a:srgbClr val="153047"/>
                </a:solidFill>
              </a:defRPr>
            </a:lvl4pPr>
            <a:lvl5pPr>
              <a:defRPr sz="1500" b="0">
                <a:solidFill>
                  <a:srgbClr val="153047"/>
                </a:solidFill>
              </a:defRPr>
            </a:lvl5pPr>
            <a:lvl6pPr>
              <a:defRPr sz="1500" b="0">
                <a:solidFill>
                  <a:srgbClr val="153047"/>
                </a:solidFill>
              </a:defRPr>
            </a:lvl6pPr>
            <a:lvl7pPr>
              <a:defRPr sz="1500" b="0">
                <a:solidFill>
                  <a:srgbClr val="153047"/>
                </a:solidFill>
              </a:defRPr>
            </a:lvl7pPr>
            <a:lvl8pPr>
              <a:defRPr sz="1500" b="0">
                <a:solidFill>
                  <a:srgbClr val="153047"/>
                </a:solidFill>
              </a:defRPr>
            </a:lvl8pPr>
            <a:lvl9pPr>
              <a:defRPr sz="1500" b="0">
                <a:solidFill>
                  <a:srgbClr val="153047"/>
                </a:solidFill>
              </a:defRPr>
            </a:lvl9pPr>
          </a:lstStyle>
          <a:p xmlns:a="http://schemas.openxmlformats.org/drawingml/2006/main">
            <a:pPr>
              <a:buNone/>
              <a:defRPr sz="1500" b="0">
                <a:solidFill>
                  <a:srgbClr val="153047"/>
                </a:solidFill>
              </a:defRPr>
            </a:pPr>
            <a:r>
              <a:rPr sz="1500" b="0">
                <a:solidFill>
                  <a:srgbClr val="153047"/>
                </a:solidFill>
              </a:rPr>
              <a:t>The comparison directly depends on document reads; the chart directly depends on the CSV read.</a:t>
            </a:r>
          </a:p>
        </p:txBody>
      </p:sp>
      <p:sp>
        <p:nvSpPr>
          <p:cNvPr id="11" name="">
            <a:extLst xmlns:a="http://schemas.openxmlformats.org/drawingml/2006/main">
              <a:ext uri="{FF2B5EF4-FFF2-40B4-BE49-F238E27FC236}">
                <a16:creationId xmlns:a16="http://schemas.microsoft.com/office/drawing/2014/main" id="{4DB80E8E-6CB5-4D4C-8C4D-BEE78A5AA917}"/>
              </a:ext>
            </a:extLst>
          </p:cNvPr>
          <p:cNvSpPr>
            <a:spLocks xmlns:a="http://schemas.openxmlformats.org/drawingml/2006/main" noGrp="1"/>
          </p:cNvSpPr>
          <p:nvPr/>
        </p:nvSpPr>
        <p:spPr>
          <a:xfrm xmlns:a="http://schemas.openxmlformats.org/drawingml/2006/main">
            <a:off x="704850" y="339090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007E78"/>
                </a:solidFill>
              </a:defRPr>
            </a:defPPr>
            <a:lvl1pPr>
              <a:defRPr sz="1500" b="1">
                <a:solidFill>
                  <a:srgbClr val="007E78"/>
                </a:solidFill>
              </a:defRPr>
            </a:lvl1pPr>
            <a:lvl2pPr>
              <a:defRPr sz="1500" b="1">
                <a:solidFill>
                  <a:srgbClr val="007E78"/>
                </a:solidFill>
              </a:defRPr>
            </a:lvl2pPr>
            <a:lvl3pPr>
              <a:defRPr sz="1500" b="1">
                <a:solidFill>
                  <a:srgbClr val="007E78"/>
                </a:solidFill>
              </a:defRPr>
            </a:lvl3pPr>
            <a:lvl4pPr>
              <a:defRPr sz="1500" b="1">
                <a:solidFill>
                  <a:srgbClr val="007E78"/>
                </a:solidFill>
              </a:defRPr>
            </a:lvl4pPr>
            <a:lvl5pPr>
              <a:defRPr sz="1500" b="1">
                <a:solidFill>
                  <a:srgbClr val="007E78"/>
                </a:solidFill>
              </a:defRPr>
            </a:lvl5pPr>
            <a:lvl6pPr>
              <a:defRPr sz="1500" b="1">
                <a:solidFill>
                  <a:srgbClr val="007E78"/>
                </a:solidFill>
              </a:defRPr>
            </a:lvl6pPr>
            <a:lvl7pPr>
              <a:defRPr sz="1500" b="1">
                <a:solidFill>
                  <a:srgbClr val="007E78"/>
                </a:solidFill>
              </a:defRPr>
            </a:lvl7pPr>
            <a:lvl8pPr>
              <a:defRPr sz="1500" b="1">
                <a:solidFill>
                  <a:srgbClr val="007E78"/>
                </a:solidFill>
              </a:defRPr>
            </a:lvl8pPr>
            <a:lvl9pPr>
              <a:defRPr sz="1500" b="1">
                <a:solidFill>
                  <a:srgbClr val="007E78"/>
                </a:solidFill>
              </a:defRPr>
            </a:lvl9pPr>
          </a:lstStyle>
          <a:p xmlns:a="http://schemas.openxmlformats.org/drawingml/2006/main">
            <a:pPr>
              <a:buNone/>
              <a:defRPr sz="1500" b="1">
                <a:solidFill>
                  <a:srgbClr val="007E78"/>
                </a:solidFill>
              </a:defRPr>
            </a:pPr>
            <a:r>
              <a:rPr sz="1500" b="1">
                <a:solidFill>
                  <a:srgbClr val="007E78"/>
                </a:solidFill>
              </a:rPr>
              <a:t>Search permission</a:t>
            </a:r>
          </a:p>
        </p:txBody>
      </p:sp>
      <p:sp>
        <p:nvSpPr>
          <p:cNvPr id="12" name="">
            <a:extLst xmlns:a="http://schemas.openxmlformats.org/drawingml/2006/main">
              <a:ext uri="{FF2B5EF4-FFF2-40B4-BE49-F238E27FC236}">
                <a16:creationId xmlns:a16="http://schemas.microsoft.com/office/drawing/2014/main" id="{6A64A91F-0ACB-45CB-A89A-2CC795F6AC14}"/>
              </a:ext>
            </a:extLst>
          </p:cNvPr>
          <p:cNvSpPr>
            <a:spLocks xmlns:a="http://schemas.openxmlformats.org/drawingml/2006/main" noGrp="1"/>
          </p:cNvSpPr>
          <p:nvPr/>
        </p:nvSpPr>
        <p:spPr>
          <a:xfrm xmlns:a="http://schemas.openxmlformats.org/drawingml/2006/main">
            <a:off x="3352800" y="3390900"/>
            <a:ext cx="7924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153047"/>
                </a:solidFill>
              </a:defRPr>
            </a:defPPr>
            <a:lvl1pPr>
              <a:defRPr sz="1500" b="0">
                <a:solidFill>
                  <a:srgbClr val="153047"/>
                </a:solidFill>
              </a:defRPr>
            </a:lvl1pPr>
            <a:lvl2pPr>
              <a:defRPr sz="1500" b="0">
                <a:solidFill>
                  <a:srgbClr val="153047"/>
                </a:solidFill>
              </a:defRPr>
            </a:lvl2pPr>
            <a:lvl3pPr>
              <a:defRPr sz="1500" b="0">
                <a:solidFill>
                  <a:srgbClr val="153047"/>
                </a:solidFill>
              </a:defRPr>
            </a:lvl3pPr>
            <a:lvl4pPr>
              <a:defRPr sz="1500" b="0">
                <a:solidFill>
                  <a:srgbClr val="153047"/>
                </a:solidFill>
              </a:defRPr>
            </a:lvl4pPr>
            <a:lvl5pPr>
              <a:defRPr sz="1500" b="0">
                <a:solidFill>
                  <a:srgbClr val="153047"/>
                </a:solidFill>
              </a:defRPr>
            </a:lvl5pPr>
            <a:lvl6pPr>
              <a:defRPr sz="1500" b="0">
                <a:solidFill>
                  <a:srgbClr val="153047"/>
                </a:solidFill>
              </a:defRPr>
            </a:lvl6pPr>
            <a:lvl7pPr>
              <a:defRPr sz="1500" b="0">
                <a:solidFill>
                  <a:srgbClr val="153047"/>
                </a:solidFill>
              </a:defRPr>
            </a:lvl7pPr>
            <a:lvl8pPr>
              <a:defRPr sz="1500" b="0">
                <a:solidFill>
                  <a:srgbClr val="153047"/>
                </a:solidFill>
              </a:defRPr>
            </a:lvl8pPr>
            <a:lvl9pPr>
              <a:defRPr sz="1500" b="0">
                <a:solidFill>
                  <a:srgbClr val="153047"/>
                </a:solidFill>
              </a:defRPr>
            </a:lvl9pPr>
          </a:lstStyle>
          <a:p xmlns:a="http://schemas.openxmlformats.org/drawingml/2006/main">
            <a:pPr>
              <a:buNone/>
              <a:defRPr sz="1500" b="0">
                <a:solidFill>
                  <a:srgbClr val="153047"/>
                </a:solidFill>
              </a:defRPr>
            </a:pPr>
            <a:r>
              <a:rPr sz="1500" b="0">
                <a:solidFill>
                  <a:srgbClr val="153047"/>
                </a:solidFill>
              </a:rPr>
              <a:t>A search task is allowed because the user selected Crossref. The option cannot be added by prompt text.</a:t>
            </a:r>
          </a:p>
        </p:txBody>
      </p:sp>
      <p:sp>
        <p:nvSpPr>
          <p:cNvPr id="13" name="">
            <a:extLst xmlns:a="http://schemas.openxmlformats.org/drawingml/2006/main">
              <a:ext uri="{FF2B5EF4-FFF2-40B4-BE49-F238E27FC236}">
                <a16:creationId xmlns:a16="http://schemas.microsoft.com/office/drawing/2014/main" id="{A7A9CE7C-E262-425E-BCED-B64E0461287C}"/>
              </a:ext>
            </a:extLst>
          </p:cNvPr>
          <p:cNvSpPr>
            <a:spLocks xmlns:a="http://schemas.openxmlformats.org/drawingml/2006/main" noGrp="1"/>
          </p:cNvSpPr>
          <p:nvPr/>
        </p:nvSpPr>
        <p:spPr>
          <a:xfrm xmlns:a="http://schemas.openxmlformats.org/drawingml/2006/main">
            <a:off x="704850" y="422910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007E78"/>
                </a:solidFill>
              </a:defRPr>
            </a:defPPr>
            <a:lvl1pPr>
              <a:defRPr sz="1500" b="1">
                <a:solidFill>
                  <a:srgbClr val="007E78"/>
                </a:solidFill>
              </a:defRPr>
            </a:lvl1pPr>
            <a:lvl2pPr>
              <a:defRPr sz="1500" b="1">
                <a:solidFill>
                  <a:srgbClr val="007E78"/>
                </a:solidFill>
              </a:defRPr>
            </a:lvl2pPr>
            <a:lvl3pPr>
              <a:defRPr sz="1500" b="1">
                <a:solidFill>
                  <a:srgbClr val="007E78"/>
                </a:solidFill>
              </a:defRPr>
            </a:lvl3pPr>
            <a:lvl4pPr>
              <a:defRPr sz="1500" b="1">
                <a:solidFill>
                  <a:srgbClr val="007E78"/>
                </a:solidFill>
              </a:defRPr>
            </a:lvl4pPr>
            <a:lvl5pPr>
              <a:defRPr sz="1500" b="1">
                <a:solidFill>
                  <a:srgbClr val="007E78"/>
                </a:solidFill>
              </a:defRPr>
            </a:lvl5pPr>
            <a:lvl6pPr>
              <a:defRPr sz="1500" b="1">
                <a:solidFill>
                  <a:srgbClr val="007E78"/>
                </a:solidFill>
              </a:defRPr>
            </a:lvl6pPr>
            <a:lvl7pPr>
              <a:defRPr sz="1500" b="1">
                <a:solidFill>
                  <a:srgbClr val="007E78"/>
                </a:solidFill>
              </a:defRPr>
            </a:lvl7pPr>
            <a:lvl8pPr>
              <a:defRPr sz="1500" b="1">
                <a:solidFill>
                  <a:srgbClr val="007E78"/>
                </a:solidFill>
              </a:defRPr>
            </a:lvl8pPr>
            <a:lvl9pPr>
              <a:defRPr sz="1500" b="1">
                <a:solidFill>
                  <a:srgbClr val="007E78"/>
                </a:solidFill>
              </a:defRPr>
            </a:lvl9pPr>
          </a:lstStyle>
          <a:p xmlns:a="http://schemas.openxmlformats.org/drawingml/2006/main">
            <a:pPr>
              <a:buNone/>
              <a:defRPr sz="1500" b="1">
                <a:solidFill>
                  <a:srgbClr val="007E78"/>
                </a:solidFill>
              </a:defRPr>
            </a:pPr>
            <a:r>
              <a:rPr sz="1500" b="1">
                <a:solidFill>
                  <a:srgbClr val="007E78"/>
                </a:solidFill>
              </a:rPr>
              <a:t>Final task</a:t>
            </a:r>
          </a:p>
        </p:txBody>
      </p:sp>
      <p:sp>
        <p:nvSpPr>
          <p:cNvPr id="14" name="">
            <a:extLst xmlns:a="http://schemas.openxmlformats.org/drawingml/2006/main">
              <a:ext uri="{FF2B5EF4-FFF2-40B4-BE49-F238E27FC236}">
                <a16:creationId xmlns:a16="http://schemas.microsoft.com/office/drawing/2014/main" id="{5F029C57-F0E4-4BD4-AEC0-234392CFCF9B}"/>
              </a:ext>
            </a:extLst>
          </p:cNvPr>
          <p:cNvSpPr>
            <a:spLocks xmlns:a="http://schemas.openxmlformats.org/drawingml/2006/main" noGrp="1"/>
          </p:cNvSpPr>
          <p:nvPr/>
        </p:nvSpPr>
        <p:spPr>
          <a:xfrm xmlns:a="http://schemas.openxmlformats.org/drawingml/2006/main">
            <a:off x="3352800" y="4229100"/>
            <a:ext cx="7924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153047"/>
                </a:solidFill>
              </a:defRPr>
            </a:defPPr>
            <a:lvl1pPr>
              <a:defRPr sz="1500" b="0">
                <a:solidFill>
                  <a:srgbClr val="153047"/>
                </a:solidFill>
              </a:defRPr>
            </a:lvl1pPr>
            <a:lvl2pPr>
              <a:defRPr sz="1500" b="0">
                <a:solidFill>
                  <a:srgbClr val="153047"/>
                </a:solidFill>
              </a:defRPr>
            </a:lvl2pPr>
            <a:lvl3pPr>
              <a:defRPr sz="1500" b="0">
                <a:solidFill>
                  <a:srgbClr val="153047"/>
                </a:solidFill>
              </a:defRPr>
            </a:lvl3pPr>
            <a:lvl4pPr>
              <a:defRPr sz="1500" b="0">
                <a:solidFill>
                  <a:srgbClr val="153047"/>
                </a:solidFill>
              </a:defRPr>
            </a:lvl4pPr>
            <a:lvl5pPr>
              <a:defRPr sz="1500" b="0">
                <a:solidFill>
                  <a:srgbClr val="153047"/>
                </a:solidFill>
              </a:defRPr>
            </a:lvl5pPr>
            <a:lvl6pPr>
              <a:defRPr sz="1500" b="0">
                <a:solidFill>
                  <a:srgbClr val="153047"/>
                </a:solidFill>
              </a:defRPr>
            </a:lvl6pPr>
            <a:lvl7pPr>
              <a:defRPr sz="1500" b="0">
                <a:solidFill>
                  <a:srgbClr val="153047"/>
                </a:solidFill>
              </a:defRPr>
            </a:lvl7pPr>
            <a:lvl8pPr>
              <a:defRPr sz="1500" b="0">
                <a:solidFill>
                  <a:srgbClr val="153047"/>
                </a:solidFill>
              </a:defRPr>
            </a:lvl8pPr>
            <a:lvl9pPr>
              <a:defRPr sz="1500" b="0">
                <a:solidFill>
                  <a:srgbClr val="153047"/>
                </a:solidFill>
              </a:defRPr>
            </a:lvl9pPr>
          </a:lstStyle>
          <a:p xmlns:a="http://schemas.openxmlformats.org/drawingml/2006/main">
            <a:pPr>
              <a:buNone/>
              <a:defRPr sz="1500" b="0">
                <a:solidFill>
                  <a:srgbClr val="153047"/>
                </a:solidFill>
              </a:defRPr>
            </a:pPr>
            <a:r>
              <a:rPr sz="1500" b="0">
                <a:solidFill>
                  <a:srgbClr val="153047"/>
                </a:solidFill>
              </a:rPr>
              <a:t>One report appears last and directly depends on every earlier task.</a:t>
            </a:r>
          </a:p>
        </p:txBody>
      </p:sp>
      <p:sp>
        <p:nvSpPr>
          <p:cNvPr id="15" name="">
            <a:extLst xmlns:a="http://schemas.openxmlformats.org/drawingml/2006/main">
              <a:ext uri="{FF2B5EF4-FFF2-40B4-BE49-F238E27FC236}">
                <a16:creationId xmlns:a16="http://schemas.microsoft.com/office/drawing/2014/main" id="{AFB57A52-4DE0-451C-82B3-A8F0DCFC02C5}"/>
              </a:ext>
            </a:extLst>
          </p:cNvPr>
          <p:cNvSpPr>
            <a:spLocks xmlns:a="http://schemas.openxmlformats.org/drawingml/2006/main" noGrp="1"/>
          </p:cNvSpPr>
          <p:nvPr/>
        </p:nvSpPr>
        <p:spPr>
          <a:xfrm xmlns:a="http://schemas.openxmlformats.org/drawingml/2006/main">
            <a:off x="704850" y="506730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007E78"/>
                </a:solidFill>
              </a:defRPr>
            </a:defPPr>
            <a:lvl1pPr>
              <a:defRPr sz="1500" b="1">
                <a:solidFill>
                  <a:srgbClr val="007E78"/>
                </a:solidFill>
              </a:defRPr>
            </a:lvl1pPr>
            <a:lvl2pPr>
              <a:defRPr sz="1500" b="1">
                <a:solidFill>
                  <a:srgbClr val="007E78"/>
                </a:solidFill>
              </a:defRPr>
            </a:lvl2pPr>
            <a:lvl3pPr>
              <a:defRPr sz="1500" b="1">
                <a:solidFill>
                  <a:srgbClr val="007E78"/>
                </a:solidFill>
              </a:defRPr>
            </a:lvl3pPr>
            <a:lvl4pPr>
              <a:defRPr sz="1500" b="1">
                <a:solidFill>
                  <a:srgbClr val="007E78"/>
                </a:solidFill>
              </a:defRPr>
            </a:lvl4pPr>
            <a:lvl5pPr>
              <a:defRPr sz="1500" b="1">
                <a:solidFill>
                  <a:srgbClr val="007E78"/>
                </a:solidFill>
              </a:defRPr>
            </a:lvl5pPr>
            <a:lvl6pPr>
              <a:defRPr sz="1500" b="1">
                <a:solidFill>
                  <a:srgbClr val="007E78"/>
                </a:solidFill>
              </a:defRPr>
            </a:lvl6pPr>
            <a:lvl7pPr>
              <a:defRPr sz="1500" b="1">
                <a:solidFill>
                  <a:srgbClr val="007E78"/>
                </a:solidFill>
              </a:defRPr>
            </a:lvl7pPr>
            <a:lvl8pPr>
              <a:defRPr sz="1500" b="1">
                <a:solidFill>
                  <a:srgbClr val="007E78"/>
                </a:solidFill>
              </a:defRPr>
            </a:lvl8pPr>
            <a:lvl9pPr>
              <a:defRPr sz="1500" b="1">
                <a:solidFill>
                  <a:srgbClr val="007E78"/>
                </a:solidFill>
              </a:defRPr>
            </a:lvl9pPr>
          </a:lstStyle>
          <a:p xmlns:a="http://schemas.openxmlformats.org/drawingml/2006/main">
            <a:pPr>
              <a:buNone/>
              <a:defRPr sz="1500" b="1">
                <a:solidFill>
                  <a:srgbClr val="007E78"/>
                </a:solidFill>
              </a:defRPr>
            </a:pPr>
            <a:r>
              <a:rPr sz="1500" b="1">
                <a:solidFill>
                  <a:srgbClr val="007E78"/>
                </a:solidFill>
              </a:rPr>
              <a:t>Safety</a:t>
            </a:r>
          </a:p>
        </p:txBody>
      </p:sp>
      <p:sp>
        <p:nvSpPr>
          <p:cNvPr id="16" name="">
            <a:extLst xmlns:a="http://schemas.openxmlformats.org/drawingml/2006/main">
              <a:ext uri="{FF2B5EF4-FFF2-40B4-BE49-F238E27FC236}">
                <a16:creationId xmlns:a16="http://schemas.microsoft.com/office/drawing/2014/main" id="{34B2AAB2-4B42-4D23-8745-3DEE93E59C68}"/>
              </a:ext>
            </a:extLst>
          </p:cNvPr>
          <p:cNvSpPr>
            <a:spLocks xmlns:a="http://schemas.openxmlformats.org/drawingml/2006/main" noGrp="1"/>
          </p:cNvSpPr>
          <p:nvPr/>
        </p:nvSpPr>
        <p:spPr>
          <a:xfrm xmlns:a="http://schemas.openxmlformats.org/drawingml/2006/main">
            <a:off x="3352800" y="5067300"/>
            <a:ext cx="7924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153047"/>
                </a:solidFill>
              </a:defRPr>
            </a:defPPr>
            <a:lvl1pPr>
              <a:defRPr sz="1500" b="0">
                <a:solidFill>
                  <a:srgbClr val="153047"/>
                </a:solidFill>
              </a:defRPr>
            </a:lvl1pPr>
            <a:lvl2pPr>
              <a:defRPr sz="1500" b="0">
                <a:solidFill>
                  <a:srgbClr val="153047"/>
                </a:solidFill>
              </a:defRPr>
            </a:lvl2pPr>
            <a:lvl3pPr>
              <a:defRPr sz="1500" b="0">
                <a:solidFill>
                  <a:srgbClr val="153047"/>
                </a:solidFill>
              </a:defRPr>
            </a:lvl3pPr>
            <a:lvl4pPr>
              <a:defRPr sz="1500" b="0">
                <a:solidFill>
                  <a:srgbClr val="153047"/>
                </a:solidFill>
              </a:defRPr>
            </a:lvl4pPr>
            <a:lvl5pPr>
              <a:defRPr sz="1500" b="0">
                <a:solidFill>
                  <a:srgbClr val="153047"/>
                </a:solidFill>
              </a:defRPr>
            </a:lvl5pPr>
            <a:lvl6pPr>
              <a:defRPr sz="1500" b="0">
                <a:solidFill>
                  <a:srgbClr val="153047"/>
                </a:solidFill>
              </a:defRPr>
            </a:lvl6pPr>
            <a:lvl7pPr>
              <a:defRPr sz="1500" b="0">
                <a:solidFill>
                  <a:srgbClr val="153047"/>
                </a:solidFill>
              </a:defRPr>
            </a:lvl7pPr>
            <a:lvl8pPr>
              <a:defRPr sz="1500" b="0">
                <a:solidFill>
                  <a:srgbClr val="153047"/>
                </a:solidFill>
              </a:defRPr>
            </a:lvl8pPr>
            <a:lvl9pPr>
              <a:defRPr sz="1500" b="0">
                <a:solidFill>
                  <a:srgbClr val="153047"/>
                </a:solidFill>
              </a:defRPr>
            </a:lvl9pPr>
          </a:lstStyle>
          <a:p xmlns:a="http://schemas.openxmlformats.org/drawingml/2006/main">
            <a:pPr>
              <a:buNone/>
              <a:defRPr sz="1500" b="0">
                <a:solidFill>
                  <a:srgbClr val="153047"/>
                </a:solidFill>
              </a:defRPr>
            </a:pPr>
            <a:r>
              <a:rPr sz="1500" b="0">
                <a:solidFill>
                  <a:srgbClr val="153047"/>
                </a:solidFill>
              </a:rPr>
              <a:t>Cycles, missing parents, unsupported tools, and arbitrary Python execution fail validation.</a:t>
            </a:r>
          </a:p>
        </p:txBody>
      </p:sp>
    </p:spTree>
    <p:extLst>
      <p:ext uri="{BB962C8B-B14F-4D97-AF65-F5344CB8AC3E}">
        <p14:creationId xmlns:p14="http://schemas.microsoft.com/office/powerpoint/2010/main" val="709582639"/>
      </p:ext>
    </p:extLst>
  </p:cSld>
</p:sld>
</file>

<file path=ppt/slides/slide25.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8908A2A-E9D8-4E6E-99DB-A617E9878488}"/>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E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33919A7-F5EE-41F8-8B1C-65B8CF5E298B}"/>
              </a:ext>
            </a:extLst>
          </p:cNvPr>
          <p:cNvSpPr>
            <a:spLocks xmlns:a="http://schemas.openxmlformats.org/drawingml/2006/main" noGrp="1"/>
          </p:cNvSpPr>
          <p:nvPr/>
        </p:nvSpPr>
        <p:spPr>
          <a:xfrm xmlns:a="http://schemas.openxmlformats.org/drawingml/2006/main">
            <a:off x="609600" y="323850"/>
            <a:ext cx="1009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07E78"/>
                </a:solidFill>
              </a:defRPr>
            </a:defPPr>
            <a:lvl1pPr>
              <a:defRPr sz="1125" b="1">
                <a:solidFill>
                  <a:srgbClr val="007E78"/>
                </a:solidFill>
              </a:defRPr>
            </a:lvl1pPr>
            <a:lvl2pPr>
              <a:defRPr sz="1125" b="1">
                <a:solidFill>
                  <a:srgbClr val="007E78"/>
                </a:solidFill>
              </a:defRPr>
            </a:lvl2pPr>
            <a:lvl3pPr>
              <a:defRPr sz="1125" b="1">
                <a:solidFill>
                  <a:srgbClr val="007E78"/>
                </a:solidFill>
              </a:defRPr>
            </a:lvl3pPr>
            <a:lvl4pPr>
              <a:defRPr sz="1125" b="1">
                <a:solidFill>
                  <a:srgbClr val="007E78"/>
                </a:solidFill>
              </a:defRPr>
            </a:lvl4pPr>
            <a:lvl5pPr>
              <a:defRPr sz="1125" b="1">
                <a:solidFill>
                  <a:srgbClr val="007E78"/>
                </a:solidFill>
              </a:defRPr>
            </a:lvl5pPr>
            <a:lvl6pPr>
              <a:defRPr sz="1125" b="1">
                <a:solidFill>
                  <a:srgbClr val="007E78"/>
                </a:solidFill>
              </a:defRPr>
            </a:lvl6pPr>
            <a:lvl7pPr>
              <a:defRPr sz="1125" b="1">
                <a:solidFill>
                  <a:srgbClr val="007E78"/>
                </a:solidFill>
              </a:defRPr>
            </a:lvl7pPr>
            <a:lvl8pPr>
              <a:defRPr sz="1125" b="1">
                <a:solidFill>
                  <a:srgbClr val="007E78"/>
                </a:solidFill>
              </a:defRPr>
            </a:lvl8pPr>
            <a:lvl9pPr>
              <a:defRPr sz="1125" b="1">
                <a:solidFill>
                  <a:srgbClr val="007E78"/>
                </a:solidFill>
              </a:defRPr>
            </a:lvl9pPr>
          </a:lstStyle>
          <a:p xmlns:a="http://schemas.openxmlformats.org/drawingml/2006/main">
            <a:pPr>
              <a:buNone/>
              <a:defRPr sz="1125" b="1">
                <a:solidFill>
                  <a:srgbClr val="007E78"/>
                </a:solidFill>
              </a:defRPr>
            </a:pPr>
            <a:r>
              <a:rPr sz="1125" b="1">
                <a:solidFill>
                  <a:srgbClr val="007E78"/>
                </a:solidFill>
              </a:rPr>
              <a:t>24  WORKED EXAMPLE</a:t>
            </a:r>
          </a:p>
        </p:txBody>
      </p:sp>
      <p:sp>
        <p:nvSpPr>
          <p:cNvPr id="3" name="">
            <a:extLst xmlns:a="http://schemas.openxmlformats.org/drawingml/2006/main">
              <a:ext uri="{FF2B5EF4-FFF2-40B4-BE49-F238E27FC236}">
                <a16:creationId xmlns:a16="http://schemas.microsoft.com/office/drawing/2014/main" id="{A986CA40-629C-4C9B-B2F7-889619B83D54}"/>
              </a:ext>
            </a:extLst>
          </p:cNvPr>
          <p:cNvSpPr>
            <a:spLocks xmlns:a="http://schemas.openxmlformats.org/drawingml/2006/main" noGrp="1"/>
          </p:cNvSpPr>
          <p:nvPr/>
        </p:nvSpPr>
        <p:spPr>
          <a:xfrm xmlns:a="http://schemas.openxmlformats.org/drawingml/2006/main">
            <a:off x="609600" y="685800"/>
            <a:ext cx="10858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10243A"/>
                </a:solidFill>
              </a:defRPr>
            </a:defPPr>
            <a:lvl1pPr>
              <a:defRPr sz="2850" b="1">
                <a:solidFill>
                  <a:srgbClr val="10243A"/>
                </a:solidFill>
              </a:defRPr>
            </a:lvl1pPr>
            <a:lvl2pPr>
              <a:defRPr sz="2850" b="1">
                <a:solidFill>
                  <a:srgbClr val="10243A"/>
                </a:solidFill>
              </a:defRPr>
            </a:lvl2pPr>
            <a:lvl3pPr>
              <a:defRPr sz="2850" b="1">
                <a:solidFill>
                  <a:srgbClr val="10243A"/>
                </a:solidFill>
              </a:defRPr>
            </a:lvl3pPr>
            <a:lvl4pPr>
              <a:defRPr sz="2850" b="1">
                <a:solidFill>
                  <a:srgbClr val="10243A"/>
                </a:solidFill>
              </a:defRPr>
            </a:lvl4pPr>
            <a:lvl5pPr>
              <a:defRPr sz="2850" b="1">
                <a:solidFill>
                  <a:srgbClr val="10243A"/>
                </a:solidFill>
              </a:defRPr>
            </a:lvl5pPr>
            <a:lvl6pPr>
              <a:defRPr sz="2850" b="1">
                <a:solidFill>
                  <a:srgbClr val="10243A"/>
                </a:solidFill>
              </a:defRPr>
            </a:lvl6pPr>
            <a:lvl7pPr>
              <a:defRPr sz="2850" b="1">
                <a:solidFill>
                  <a:srgbClr val="10243A"/>
                </a:solidFill>
              </a:defRPr>
            </a:lvl7pPr>
            <a:lvl8pPr>
              <a:defRPr sz="2850" b="1">
                <a:solidFill>
                  <a:srgbClr val="10243A"/>
                </a:solidFill>
              </a:defRPr>
            </a:lvl8pPr>
            <a:lvl9pPr>
              <a:defRPr sz="2850" b="1">
                <a:solidFill>
                  <a:srgbClr val="10243A"/>
                </a:solidFill>
              </a:defRPr>
            </a:lvl9pPr>
          </a:lstStyle>
          <a:p xmlns:a="http://schemas.openxmlformats.org/drawingml/2006/main">
            <a:pPr>
              <a:buNone/>
              <a:defRPr sz="2850" b="1">
                <a:solidFill>
                  <a:srgbClr val="10243A"/>
                </a:solidFill>
              </a:defRPr>
            </a:pPr>
            <a:r>
              <a:rPr sz="2850" b="1">
                <a:solidFill>
                  <a:srgbClr val="10243A"/>
                </a:solidFill>
              </a:rPr>
              <a:t>Stage 5: runtime agent configuration</a:t>
            </a:r>
          </a:p>
        </p:txBody>
      </p:sp>
      <p:sp>
        <p:nvSpPr>
          <p:cNvPr id="4" name="">
            <a:extLst xmlns:a="http://schemas.openxmlformats.org/drawingml/2006/main">
              <a:ext uri="{FF2B5EF4-FFF2-40B4-BE49-F238E27FC236}">
                <a16:creationId xmlns:a16="http://schemas.microsoft.com/office/drawing/2014/main" id="{2783BC59-D75F-443D-84A5-3E67351F64F9}"/>
              </a:ext>
            </a:extLst>
          </p:cNvPr>
          <p:cNvSpPr>
            <a:spLocks xmlns:a="http://schemas.openxmlformats.org/drawingml/2006/main" noGrp="1"/>
          </p:cNvSpPr>
          <p:nvPr/>
        </p:nvSpPr>
        <p:spPr>
          <a:xfrm xmlns:a="http://schemas.openxmlformats.org/drawingml/2006/main">
            <a:off x="609600" y="6324600"/>
            <a:ext cx="10972800" cy="9525"/>
          </a:xfrm>
          <a:prstGeom xmlns:a="http://schemas.openxmlformats.org/drawingml/2006/main" prst="rect">
            <a:avLst/>
          </a:prstGeom>
          <a:solidFill xmlns:a="http://schemas.openxmlformats.org/drawingml/2006/main">
            <a:srgbClr val="D7E3E9"/>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BC3B2FE-7C8B-42EF-AE81-6B33FA70144A}"/>
              </a:ext>
            </a:extLst>
          </p:cNvPr>
          <p:cNvSpPr>
            <a:spLocks xmlns:a="http://schemas.openxmlformats.org/drawingml/2006/main" noGrp="1"/>
          </p:cNvSpPr>
          <p:nvPr/>
        </p:nvSpPr>
        <p:spPr>
          <a:xfrm xmlns:a="http://schemas.openxmlformats.org/drawingml/2006/main">
            <a:off x="609600" y="6429375"/>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AgentFlow  |  Final Review</a:t>
            </a:r>
          </a:p>
        </p:txBody>
      </p:sp>
      <p:sp>
        <p:nvSpPr>
          <p:cNvPr id="6" name="">
            <a:extLst xmlns:a="http://schemas.openxmlformats.org/drawingml/2006/main">
              <a:ext uri="{FF2B5EF4-FFF2-40B4-BE49-F238E27FC236}">
                <a16:creationId xmlns:a16="http://schemas.microsoft.com/office/drawing/2014/main" id="{B48E7730-56DC-4DDC-B332-0D37D0A01051}"/>
              </a:ext>
            </a:extLst>
          </p:cNvPr>
          <p:cNvSpPr>
            <a:spLocks xmlns:a="http://schemas.openxmlformats.org/drawingml/2006/main" noGrp="1"/>
          </p:cNvSpPr>
          <p:nvPr/>
        </p:nvSpPr>
        <p:spPr>
          <a:xfrm xmlns:a="http://schemas.openxmlformats.org/drawingml/2006/main">
            <a:off x="11029950" y="642937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25</a:t>
            </a:r>
          </a:p>
        </p:txBody>
      </p:sp>
      <p:sp>
        <p:nvSpPr>
          <p:cNvPr id="7" name="">
            <a:extLst xmlns:a="http://schemas.openxmlformats.org/drawingml/2006/main">
              <a:ext uri="{FF2B5EF4-FFF2-40B4-BE49-F238E27FC236}">
                <a16:creationId xmlns:a16="http://schemas.microsoft.com/office/drawing/2014/main" id="{F03C5DA4-15DF-4F59-AE78-F7CC922D3BA5}"/>
              </a:ext>
            </a:extLst>
          </p:cNvPr>
          <p:cNvSpPr>
            <a:spLocks xmlns:a="http://schemas.openxmlformats.org/drawingml/2006/main" noGrp="1"/>
          </p:cNvSpPr>
          <p:nvPr/>
        </p:nvSpPr>
        <p:spPr>
          <a:xfrm xmlns:a="http://schemas.openxmlformats.org/drawingml/2006/main">
            <a:off x="704850" y="180975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07E78"/>
                </a:solidFill>
              </a:defRPr>
            </a:defPPr>
            <a:lvl1pPr>
              <a:defRPr sz="1725" b="1">
                <a:solidFill>
                  <a:srgbClr val="007E78"/>
                </a:solidFill>
              </a:defRPr>
            </a:lvl1pPr>
            <a:lvl2pPr>
              <a:defRPr sz="1725" b="1">
                <a:solidFill>
                  <a:srgbClr val="007E78"/>
                </a:solidFill>
              </a:defRPr>
            </a:lvl2pPr>
            <a:lvl3pPr>
              <a:defRPr sz="1725" b="1">
                <a:solidFill>
                  <a:srgbClr val="007E78"/>
                </a:solidFill>
              </a:defRPr>
            </a:lvl3pPr>
            <a:lvl4pPr>
              <a:defRPr sz="1725" b="1">
                <a:solidFill>
                  <a:srgbClr val="007E78"/>
                </a:solidFill>
              </a:defRPr>
            </a:lvl4pPr>
            <a:lvl5pPr>
              <a:defRPr sz="1725" b="1">
                <a:solidFill>
                  <a:srgbClr val="007E78"/>
                </a:solidFill>
              </a:defRPr>
            </a:lvl5pPr>
            <a:lvl6pPr>
              <a:defRPr sz="1725" b="1">
                <a:solidFill>
                  <a:srgbClr val="007E78"/>
                </a:solidFill>
              </a:defRPr>
            </a:lvl6pPr>
            <a:lvl7pPr>
              <a:defRPr sz="1725" b="1">
                <a:solidFill>
                  <a:srgbClr val="007E78"/>
                </a:solidFill>
              </a:defRPr>
            </a:lvl7pPr>
            <a:lvl8pPr>
              <a:defRPr sz="1725" b="1">
                <a:solidFill>
                  <a:srgbClr val="007E78"/>
                </a:solidFill>
              </a:defRPr>
            </a:lvl8pPr>
            <a:lvl9pPr>
              <a:defRPr sz="1725" b="1">
                <a:solidFill>
                  <a:srgbClr val="007E78"/>
                </a:solidFill>
              </a:defRPr>
            </a:lvl9pPr>
          </a:lstStyle>
          <a:p xmlns:a="http://schemas.openxmlformats.org/drawingml/2006/main">
            <a:pPr>
              <a:buNone/>
              <a:defRPr sz="1725" b="1">
                <a:solidFill>
                  <a:srgbClr val="007E78"/>
                </a:solidFill>
              </a:defRPr>
            </a:pPr>
            <a:r>
              <a:rPr sz="1725" b="1">
                <a:solidFill>
                  <a:srgbClr val="007E78"/>
                </a:solidFill>
              </a:rPr>
              <a:t>Document roles</a:t>
            </a:r>
          </a:p>
        </p:txBody>
      </p:sp>
      <p:sp>
        <p:nvSpPr>
          <p:cNvPr id="8" name="">
            <a:extLst xmlns:a="http://schemas.openxmlformats.org/drawingml/2006/main">
              <a:ext uri="{FF2B5EF4-FFF2-40B4-BE49-F238E27FC236}">
                <a16:creationId xmlns:a16="http://schemas.microsoft.com/office/drawing/2014/main" id="{8EE3E8E6-AB55-4B01-8E37-2B3ECAAAF33F}"/>
              </a:ext>
            </a:extLst>
          </p:cNvPr>
          <p:cNvSpPr>
            <a:spLocks xmlns:a="http://schemas.openxmlformats.org/drawingml/2006/main" noGrp="1"/>
          </p:cNvSpPr>
          <p:nvPr/>
        </p:nvSpPr>
        <p:spPr>
          <a:xfrm xmlns:a="http://schemas.openxmlformats.org/drawingml/2006/main">
            <a:off x="3352800" y="1809750"/>
            <a:ext cx="7924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153047"/>
                </a:solidFill>
              </a:defRPr>
            </a:defPPr>
            <a:lvl1pPr>
              <a:defRPr sz="1725" b="0">
                <a:solidFill>
                  <a:srgbClr val="153047"/>
                </a:solidFill>
              </a:defRPr>
            </a:lvl1pPr>
            <a:lvl2pPr>
              <a:defRPr sz="1725" b="0">
                <a:solidFill>
                  <a:srgbClr val="153047"/>
                </a:solidFill>
              </a:defRPr>
            </a:lvl2pPr>
            <a:lvl3pPr>
              <a:defRPr sz="1725" b="0">
                <a:solidFill>
                  <a:srgbClr val="153047"/>
                </a:solidFill>
              </a:defRPr>
            </a:lvl3pPr>
            <a:lvl4pPr>
              <a:defRPr sz="1725" b="0">
                <a:solidFill>
                  <a:srgbClr val="153047"/>
                </a:solidFill>
              </a:defRPr>
            </a:lvl4pPr>
            <a:lvl5pPr>
              <a:defRPr sz="1725" b="0">
                <a:solidFill>
                  <a:srgbClr val="153047"/>
                </a:solidFill>
              </a:defRPr>
            </a:lvl5pPr>
            <a:lvl6pPr>
              <a:defRPr sz="1725" b="0">
                <a:solidFill>
                  <a:srgbClr val="153047"/>
                </a:solidFill>
              </a:defRPr>
            </a:lvl6pPr>
            <a:lvl7pPr>
              <a:defRPr sz="1725" b="0">
                <a:solidFill>
                  <a:srgbClr val="153047"/>
                </a:solidFill>
              </a:defRPr>
            </a:lvl7pPr>
            <a:lvl8pPr>
              <a:defRPr sz="1725" b="0">
                <a:solidFill>
                  <a:srgbClr val="153047"/>
                </a:solidFill>
              </a:defRPr>
            </a:lvl8pPr>
            <a:lvl9pPr>
              <a:defRPr sz="1725" b="0">
                <a:solidFill>
                  <a:srgbClr val="153047"/>
                </a:solidFill>
              </a:defRPr>
            </a:lvl9pPr>
          </a:lstStyle>
          <a:p xmlns:a="http://schemas.openxmlformats.org/drawingml/2006/main">
            <a:pPr>
              <a:buNone/>
              <a:defRPr sz="1725" b="0">
                <a:solidFill>
                  <a:srgbClr val="153047"/>
                </a:solidFill>
              </a:defRPr>
            </a:pPr>
            <a:r>
              <a:rPr sz="1725" b="0">
                <a:solidFill>
                  <a:srgbClr val="153047"/>
                </a:solidFill>
              </a:rPr>
              <a:t>Three document-reader instances, each linked to one uploaded PDF and its read tool.</a:t>
            </a:r>
          </a:p>
        </p:txBody>
      </p:sp>
      <p:sp>
        <p:nvSpPr>
          <p:cNvPr id="9" name="">
            <a:extLst xmlns:a="http://schemas.openxmlformats.org/drawingml/2006/main">
              <a:ext uri="{FF2B5EF4-FFF2-40B4-BE49-F238E27FC236}">
                <a16:creationId xmlns:a16="http://schemas.microsoft.com/office/drawing/2014/main" id="{7570EC41-5FA4-4492-AC23-5E91086E02DE}"/>
              </a:ext>
            </a:extLst>
          </p:cNvPr>
          <p:cNvSpPr>
            <a:spLocks xmlns:a="http://schemas.openxmlformats.org/drawingml/2006/main" noGrp="1"/>
          </p:cNvSpPr>
          <p:nvPr/>
        </p:nvSpPr>
        <p:spPr>
          <a:xfrm xmlns:a="http://schemas.openxmlformats.org/drawingml/2006/main">
            <a:off x="704850" y="285750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07E78"/>
                </a:solidFill>
              </a:defRPr>
            </a:defPPr>
            <a:lvl1pPr>
              <a:defRPr sz="1725" b="1">
                <a:solidFill>
                  <a:srgbClr val="007E78"/>
                </a:solidFill>
              </a:defRPr>
            </a:lvl1pPr>
            <a:lvl2pPr>
              <a:defRPr sz="1725" b="1">
                <a:solidFill>
                  <a:srgbClr val="007E78"/>
                </a:solidFill>
              </a:defRPr>
            </a:lvl2pPr>
            <a:lvl3pPr>
              <a:defRPr sz="1725" b="1">
                <a:solidFill>
                  <a:srgbClr val="007E78"/>
                </a:solidFill>
              </a:defRPr>
            </a:lvl3pPr>
            <a:lvl4pPr>
              <a:defRPr sz="1725" b="1">
                <a:solidFill>
                  <a:srgbClr val="007E78"/>
                </a:solidFill>
              </a:defRPr>
            </a:lvl4pPr>
            <a:lvl5pPr>
              <a:defRPr sz="1725" b="1">
                <a:solidFill>
                  <a:srgbClr val="007E78"/>
                </a:solidFill>
              </a:defRPr>
            </a:lvl5pPr>
            <a:lvl6pPr>
              <a:defRPr sz="1725" b="1">
                <a:solidFill>
                  <a:srgbClr val="007E78"/>
                </a:solidFill>
              </a:defRPr>
            </a:lvl6pPr>
            <a:lvl7pPr>
              <a:defRPr sz="1725" b="1">
                <a:solidFill>
                  <a:srgbClr val="007E78"/>
                </a:solidFill>
              </a:defRPr>
            </a:lvl7pPr>
            <a:lvl8pPr>
              <a:defRPr sz="1725" b="1">
                <a:solidFill>
                  <a:srgbClr val="007E78"/>
                </a:solidFill>
              </a:defRPr>
            </a:lvl8pPr>
            <a:lvl9pPr>
              <a:defRPr sz="1725" b="1">
                <a:solidFill>
                  <a:srgbClr val="007E78"/>
                </a:solidFill>
              </a:defRPr>
            </a:lvl9pPr>
          </a:lstStyle>
          <a:p xmlns:a="http://schemas.openxmlformats.org/drawingml/2006/main">
            <a:pPr>
              <a:buNone/>
              <a:defRPr sz="1725" b="1">
                <a:solidFill>
                  <a:srgbClr val="007E78"/>
                </a:solidFill>
              </a:defRPr>
            </a:pPr>
            <a:r>
              <a:rPr sz="1725" b="1">
                <a:solidFill>
                  <a:srgbClr val="007E78"/>
                </a:solidFill>
              </a:rPr>
              <a:t>Data role</a:t>
            </a:r>
          </a:p>
        </p:txBody>
      </p:sp>
      <p:sp>
        <p:nvSpPr>
          <p:cNvPr id="10" name="">
            <a:extLst xmlns:a="http://schemas.openxmlformats.org/drawingml/2006/main">
              <a:ext uri="{FF2B5EF4-FFF2-40B4-BE49-F238E27FC236}">
                <a16:creationId xmlns:a16="http://schemas.microsoft.com/office/drawing/2014/main" id="{D9F7E567-E40B-4D10-8F28-AF5B510218D9}"/>
              </a:ext>
            </a:extLst>
          </p:cNvPr>
          <p:cNvSpPr>
            <a:spLocks xmlns:a="http://schemas.openxmlformats.org/drawingml/2006/main" noGrp="1"/>
          </p:cNvSpPr>
          <p:nvPr/>
        </p:nvSpPr>
        <p:spPr>
          <a:xfrm xmlns:a="http://schemas.openxmlformats.org/drawingml/2006/main">
            <a:off x="3352800" y="2857500"/>
            <a:ext cx="7924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153047"/>
                </a:solidFill>
              </a:defRPr>
            </a:defPPr>
            <a:lvl1pPr>
              <a:defRPr sz="1725" b="0">
                <a:solidFill>
                  <a:srgbClr val="153047"/>
                </a:solidFill>
              </a:defRPr>
            </a:lvl1pPr>
            <a:lvl2pPr>
              <a:defRPr sz="1725" b="0">
                <a:solidFill>
                  <a:srgbClr val="153047"/>
                </a:solidFill>
              </a:defRPr>
            </a:lvl2pPr>
            <a:lvl3pPr>
              <a:defRPr sz="1725" b="0">
                <a:solidFill>
                  <a:srgbClr val="153047"/>
                </a:solidFill>
              </a:defRPr>
            </a:lvl3pPr>
            <a:lvl4pPr>
              <a:defRPr sz="1725" b="0">
                <a:solidFill>
                  <a:srgbClr val="153047"/>
                </a:solidFill>
              </a:defRPr>
            </a:lvl4pPr>
            <a:lvl5pPr>
              <a:defRPr sz="1725" b="0">
                <a:solidFill>
                  <a:srgbClr val="153047"/>
                </a:solidFill>
              </a:defRPr>
            </a:lvl5pPr>
            <a:lvl6pPr>
              <a:defRPr sz="1725" b="0">
                <a:solidFill>
                  <a:srgbClr val="153047"/>
                </a:solidFill>
              </a:defRPr>
            </a:lvl6pPr>
            <a:lvl7pPr>
              <a:defRPr sz="1725" b="0">
                <a:solidFill>
                  <a:srgbClr val="153047"/>
                </a:solidFill>
              </a:defRPr>
            </a:lvl7pPr>
            <a:lvl8pPr>
              <a:defRPr sz="1725" b="0">
                <a:solidFill>
                  <a:srgbClr val="153047"/>
                </a:solidFill>
              </a:defRPr>
            </a:lvl8pPr>
            <a:lvl9pPr>
              <a:defRPr sz="1725" b="0">
                <a:solidFill>
                  <a:srgbClr val="153047"/>
                </a:solidFill>
              </a:defRPr>
            </a:lvl9pPr>
          </a:lstStyle>
          <a:p xmlns:a="http://schemas.openxmlformats.org/drawingml/2006/main">
            <a:pPr>
              <a:buNone/>
              <a:defRPr sz="1725" b="0">
                <a:solidFill>
                  <a:srgbClr val="153047"/>
                </a:solidFill>
              </a:defRPr>
            </a:pPr>
            <a:r>
              <a:rPr sz="1725" b="0">
                <a:solidFill>
                  <a:srgbClr val="153047"/>
                </a:solidFill>
              </a:rPr>
              <a:t>One analyst instance linked to fData; the chart role later consumes its completed summary.</a:t>
            </a:r>
          </a:p>
        </p:txBody>
      </p:sp>
      <p:sp>
        <p:nvSpPr>
          <p:cNvPr id="11" name="">
            <a:extLst xmlns:a="http://schemas.openxmlformats.org/drawingml/2006/main">
              <a:ext uri="{FF2B5EF4-FFF2-40B4-BE49-F238E27FC236}">
                <a16:creationId xmlns:a16="http://schemas.microsoft.com/office/drawing/2014/main" id="{1E48E0AA-198C-41A9-8070-6933191139BE}"/>
              </a:ext>
            </a:extLst>
          </p:cNvPr>
          <p:cNvSpPr>
            <a:spLocks xmlns:a="http://schemas.openxmlformats.org/drawingml/2006/main" noGrp="1"/>
          </p:cNvSpPr>
          <p:nvPr/>
        </p:nvSpPr>
        <p:spPr>
          <a:xfrm xmlns:a="http://schemas.openxmlformats.org/drawingml/2006/main">
            <a:off x="704850" y="390525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07E78"/>
                </a:solidFill>
              </a:defRPr>
            </a:defPPr>
            <a:lvl1pPr>
              <a:defRPr sz="1725" b="1">
                <a:solidFill>
                  <a:srgbClr val="007E78"/>
                </a:solidFill>
              </a:defRPr>
            </a:lvl1pPr>
            <a:lvl2pPr>
              <a:defRPr sz="1725" b="1">
                <a:solidFill>
                  <a:srgbClr val="007E78"/>
                </a:solidFill>
              </a:defRPr>
            </a:lvl2pPr>
            <a:lvl3pPr>
              <a:defRPr sz="1725" b="1">
                <a:solidFill>
                  <a:srgbClr val="007E78"/>
                </a:solidFill>
              </a:defRPr>
            </a:lvl3pPr>
            <a:lvl4pPr>
              <a:defRPr sz="1725" b="1">
                <a:solidFill>
                  <a:srgbClr val="007E78"/>
                </a:solidFill>
              </a:defRPr>
            </a:lvl4pPr>
            <a:lvl5pPr>
              <a:defRPr sz="1725" b="1">
                <a:solidFill>
                  <a:srgbClr val="007E78"/>
                </a:solidFill>
              </a:defRPr>
            </a:lvl5pPr>
            <a:lvl6pPr>
              <a:defRPr sz="1725" b="1">
                <a:solidFill>
                  <a:srgbClr val="007E78"/>
                </a:solidFill>
              </a:defRPr>
            </a:lvl6pPr>
            <a:lvl7pPr>
              <a:defRPr sz="1725" b="1">
                <a:solidFill>
                  <a:srgbClr val="007E78"/>
                </a:solidFill>
              </a:defRPr>
            </a:lvl7pPr>
            <a:lvl8pPr>
              <a:defRPr sz="1725" b="1">
                <a:solidFill>
                  <a:srgbClr val="007E78"/>
                </a:solidFill>
              </a:defRPr>
            </a:lvl8pPr>
            <a:lvl9pPr>
              <a:defRPr sz="1725" b="1">
                <a:solidFill>
                  <a:srgbClr val="007E78"/>
                </a:solidFill>
              </a:defRPr>
            </a:lvl9pPr>
          </a:lstStyle>
          <a:p xmlns:a="http://schemas.openxmlformats.org/drawingml/2006/main">
            <a:pPr>
              <a:buNone/>
              <a:defRPr sz="1725" b="1">
                <a:solidFill>
                  <a:srgbClr val="007E78"/>
                </a:solidFill>
              </a:defRPr>
            </a:pPr>
            <a:r>
              <a:rPr sz="1725" b="1">
                <a:solidFill>
                  <a:srgbClr val="007E78"/>
                </a:solidFill>
              </a:rPr>
              <a:t>Reasoning roles</a:t>
            </a:r>
          </a:p>
        </p:txBody>
      </p:sp>
      <p:sp>
        <p:nvSpPr>
          <p:cNvPr id="12" name="">
            <a:extLst xmlns:a="http://schemas.openxmlformats.org/drawingml/2006/main">
              <a:ext uri="{FF2B5EF4-FFF2-40B4-BE49-F238E27FC236}">
                <a16:creationId xmlns:a16="http://schemas.microsoft.com/office/drawing/2014/main" id="{6071FE3A-AFE4-414A-B7D4-A9C49C63EF59}"/>
              </a:ext>
            </a:extLst>
          </p:cNvPr>
          <p:cNvSpPr>
            <a:spLocks xmlns:a="http://schemas.openxmlformats.org/drawingml/2006/main" noGrp="1"/>
          </p:cNvSpPr>
          <p:nvPr/>
        </p:nvSpPr>
        <p:spPr>
          <a:xfrm xmlns:a="http://schemas.openxmlformats.org/drawingml/2006/main">
            <a:off x="3352800" y="3905250"/>
            <a:ext cx="7924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153047"/>
                </a:solidFill>
              </a:defRPr>
            </a:defPPr>
            <a:lvl1pPr>
              <a:defRPr sz="1725" b="0">
                <a:solidFill>
                  <a:srgbClr val="153047"/>
                </a:solidFill>
              </a:defRPr>
            </a:lvl1pPr>
            <a:lvl2pPr>
              <a:defRPr sz="1725" b="0">
                <a:solidFill>
                  <a:srgbClr val="153047"/>
                </a:solidFill>
              </a:defRPr>
            </a:lvl2pPr>
            <a:lvl3pPr>
              <a:defRPr sz="1725" b="0">
                <a:solidFill>
                  <a:srgbClr val="153047"/>
                </a:solidFill>
              </a:defRPr>
            </a:lvl3pPr>
            <a:lvl4pPr>
              <a:defRPr sz="1725" b="0">
                <a:solidFill>
                  <a:srgbClr val="153047"/>
                </a:solidFill>
              </a:defRPr>
            </a:lvl4pPr>
            <a:lvl5pPr>
              <a:defRPr sz="1725" b="0">
                <a:solidFill>
                  <a:srgbClr val="153047"/>
                </a:solidFill>
              </a:defRPr>
            </a:lvl5pPr>
            <a:lvl6pPr>
              <a:defRPr sz="1725" b="0">
                <a:solidFill>
                  <a:srgbClr val="153047"/>
                </a:solidFill>
              </a:defRPr>
            </a:lvl6pPr>
            <a:lvl7pPr>
              <a:defRPr sz="1725" b="0">
                <a:solidFill>
                  <a:srgbClr val="153047"/>
                </a:solidFill>
              </a:defRPr>
            </a:lvl7pPr>
            <a:lvl8pPr>
              <a:defRPr sz="1725" b="0">
                <a:solidFill>
                  <a:srgbClr val="153047"/>
                </a:solidFill>
              </a:defRPr>
            </a:lvl8pPr>
            <a:lvl9pPr>
              <a:defRPr sz="1725" b="0">
                <a:solidFill>
                  <a:srgbClr val="153047"/>
                </a:solidFill>
              </a:defRPr>
            </a:lvl9pPr>
          </a:lstStyle>
          <a:p xmlns:a="http://schemas.openxmlformats.org/drawingml/2006/main">
            <a:pPr>
              <a:buNone/>
              <a:defRPr sz="1725" b="0">
                <a:solidFill>
                  <a:srgbClr val="153047"/>
                </a:solidFill>
              </a:defRPr>
            </a:pPr>
            <a:r>
              <a:rPr sz="1725" b="0">
                <a:solidFill>
                  <a:srgbClr val="153047"/>
                </a:solidFill>
              </a:rPr>
              <a:t>Comparator and writer call the selected Gemini adapter with bounded evidence.</a:t>
            </a:r>
          </a:p>
        </p:txBody>
      </p:sp>
      <p:sp>
        <p:nvSpPr>
          <p:cNvPr id="13" name="">
            <a:extLst xmlns:a="http://schemas.openxmlformats.org/drawingml/2006/main">
              <a:ext uri="{FF2B5EF4-FFF2-40B4-BE49-F238E27FC236}">
                <a16:creationId xmlns:a16="http://schemas.microsoft.com/office/drawing/2014/main" id="{6FC2347D-0CFB-4FD1-9359-D89C59C3AEFC}"/>
              </a:ext>
            </a:extLst>
          </p:cNvPr>
          <p:cNvSpPr>
            <a:spLocks xmlns:a="http://schemas.openxmlformats.org/drawingml/2006/main" noGrp="1"/>
          </p:cNvSpPr>
          <p:nvPr/>
        </p:nvSpPr>
        <p:spPr>
          <a:xfrm xmlns:a="http://schemas.openxmlformats.org/drawingml/2006/main">
            <a:off x="704850" y="495300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07E78"/>
                </a:solidFill>
              </a:defRPr>
            </a:defPPr>
            <a:lvl1pPr>
              <a:defRPr sz="1725" b="1">
                <a:solidFill>
                  <a:srgbClr val="007E78"/>
                </a:solidFill>
              </a:defRPr>
            </a:lvl1pPr>
            <a:lvl2pPr>
              <a:defRPr sz="1725" b="1">
                <a:solidFill>
                  <a:srgbClr val="007E78"/>
                </a:solidFill>
              </a:defRPr>
            </a:lvl2pPr>
            <a:lvl3pPr>
              <a:defRPr sz="1725" b="1">
                <a:solidFill>
                  <a:srgbClr val="007E78"/>
                </a:solidFill>
              </a:defRPr>
            </a:lvl3pPr>
            <a:lvl4pPr>
              <a:defRPr sz="1725" b="1">
                <a:solidFill>
                  <a:srgbClr val="007E78"/>
                </a:solidFill>
              </a:defRPr>
            </a:lvl4pPr>
            <a:lvl5pPr>
              <a:defRPr sz="1725" b="1">
                <a:solidFill>
                  <a:srgbClr val="007E78"/>
                </a:solidFill>
              </a:defRPr>
            </a:lvl5pPr>
            <a:lvl6pPr>
              <a:defRPr sz="1725" b="1">
                <a:solidFill>
                  <a:srgbClr val="007E78"/>
                </a:solidFill>
              </a:defRPr>
            </a:lvl6pPr>
            <a:lvl7pPr>
              <a:defRPr sz="1725" b="1">
                <a:solidFill>
                  <a:srgbClr val="007E78"/>
                </a:solidFill>
              </a:defRPr>
            </a:lvl7pPr>
            <a:lvl8pPr>
              <a:defRPr sz="1725" b="1">
                <a:solidFill>
                  <a:srgbClr val="007E78"/>
                </a:solidFill>
              </a:defRPr>
            </a:lvl8pPr>
            <a:lvl9pPr>
              <a:defRPr sz="1725" b="1">
                <a:solidFill>
                  <a:srgbClr val="007E78"/>
                </a:solidFill>
              </a:defRPr>
            </a:lvl9pPr>
          </a:lstStyle>
          <a:p xmlns:a="http://schemas.openxmlformats.org/drawingml/2006/main">
            <a:pPr>
              <a:buNone/>
              <a:defRPr sz="1725" b="1">
                <a:solidFill>
                  <a:srgbClr val="007E78"/>
                </a:solidFill>
              </a:defRPr>
            </a:pPr>
            <a:r>
              <a:rPr sz="1725" b="1">
                <a:solidFill>
                  <a:srgbClr val="007E78"/>
                </a:solidFill>
              </a:rPr>
              <a:t>Control roles</a:t>
            </a:r>
          </a:p>
        </p:txBody>
      </p:sp>
      <p:sp>
        <p:nvSpPr>
          <p:cNvPr id="14" name="">
            <a:extLst xmlns:a="http://schemas.openxmlformats.org/drawingml/2006/main">
              <a:ext uri="{FF2B5EF4-FFF2-40B4-BE49-F238E27FC236}">
                <a16:creationId xmlns:a16="http://schemas.microsoft.com/office/drawing/2014/main" id="{5DD461C6-8120-4A49-B203-2784CE2A5F3E}"/>
              </a:ext>
            </a:extLst>
          </p:cNvPr>
          <p:cNvSpPr>
            <a:spLocks xmlns:a="http://schemas.openxmlformats.org/drawingml/2006/main" noGrp="1"/>
          </p:cNvSpPr>
          <p:nvPr/>
        </p:nvSpPr>
        <p:spPr>
          <a:xfrm xmlns:a="http://schemas.openxmlformats.org/drawingml/2006/main">
            <a:off x="3352800" y="4953000"/>
            <a:ext cx="7924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153047"/>
                </a:solidFill>
              </a:defRPr>
            </a:defPPr>
            <a:lvl1pPr>
              <a:defRPr sz="1725" b="0">
                <a:solidFill>
                  <a:srgbClr val="153047"/>
                </a:solidFill>
              </a:defRPr>
            </a:lvl1pPr>
            <a:lvl2pPr>
              <a:defRPr sz="1725" b="0">
                <a:solidFill>
                  <a:srgbClr val="153047"/>
                </a:solidFill>
              </a:defRPr>
            </a:lvl2pPr>
            <a:lvl3pPr>
              <a:defRPr sz="1725" b="0">
                <a:solidFill>
                  <a:srgbClr val="153047"/>
                </a:solidFill>
              </a:defRPr>
            </a:lvl3pPr>
            <a:lvl4pPr>
              <a:defRPr sz="1725" b="0">
                <a:solidFill>
                  <a:srgbClr val="153047"/>
                </a:solidFill>
              </a:defRPr>
            </a:lvl4pPr>
            <a:lvl5pPr>
              <a:defRPr sz="1725" b="0">
                <a:solidFill>
                  <a:srgbClr val="153047"/>
                </a:solidFill>
              </a:defRPr>
            </a:lvl5pPr>
            <a:lvl6pPr>
              <a:defRPr sz="1725" b="0">
                <a:solidFill>
                  <a:srgbClr val="153047"/>
                </a:solidFill>
              </a:defRPr>
            </a:lvl6pPr>
            <a:lvl7pPr>
              <a:defRPr sz="1725" b="0">
                <a:solidFill>
                  <a:srgbClr val="153047"/>
                </a:solidFill>
              </a:defRPr>
            </a:lvl7pPr>
            <a:lvl8pPr>
              <a:defRPr sz="1725" b="0">
                <a:solidFill>
                  <a:srgbClr val="153047"/>
                </a:solidFill>
              </a:defRPr>
            </a:lvl8pPr>
            <a:lvl9pPr>
              <a:defRPr sz="1725" b="0">
                <a:solidFill>
                  <a:srgbClr val="153047"/>
                </a:solidFill>
              </a:defRPr>
            </a:lvl9pPr>
          </a:lstStyle>
          <a:p xmlns:a="http://schemas.openxmlformats.org/drawingml/2006/main">
            <a:pPr>
              <a:buNone/>
              <a:defRPr sz="1725" b="0">
                <a:solidFill>
                  <a:srgbClr val="153047"/>
                </a:solidFill>
              </a:defRPr>
            </a:pPr>
            <a:r>
              <a:rPr sz="1725" b="0">
                <a:solidFill>
                  <a:srgbClr val="153047"/>
                </a:solidFill>
              </a:rPr>
              <a:t>Planner creates the graph; reviewer checks the draft; replanner appears only on repairable failure.</a:t>
            </a:r>
          </a:p>
        </p:txBody>
      </p:sp>
    </p:spTree>
    <p:extLst>
      <p:ext uri="{BB962C8B-B14F-4D97-AF65-F5344CB8AC3E}">
        <p14:creationId xmlns:p14="http://schemas.microsoft.com/office/powerpoint/2010/main" val="2091730094"/>
      </p:ext>
    </p:extLst>
  </p:cSld>
</p:sld>
</file>

<file path=ppt/slides/slide26.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21E3B16-F7D6-489E-A152-70F739E8B30D}"/>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E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F7AABE9-E744-4F1F-A2DE-DA03B57FAE05}"/>
              </a:ext>
            </a:extLst>
          </p:cNvPr>
          <p:cNvSpPr>
            <a:spLocks xmlns:a="http://schemas.openxmlformats.org/drawingml/2006/main" noGrp="1"/>
          </p:cNvSpPr>
          <p:nvPr/>
        </p:nvSpPr>
        <p:spPr>
          <a:xfrm xmlns:a="http://schemas.openxmlformats.org/drawingml/2006/main">
            <a:off x="609600" y="323850"/>
            <a:ext cx="1009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07E78"/>
                </a:solidFill>
              </a:defRPr>
            </a:defPPr>
            <a:lvl1pPr>
              <a:defRPr sz="1125" b="1">
                <a:solidFill>
                  <a:srgbClr val="007E78"/>
                </a:solidFill>
              </a:defRPr>
            </a:lvl1pPr>
            <a:lvl2pPr>
              <a:defRPr sz="1125" b="1">
                <a:solidFill>
                  <a:srgbClr val="007E78"/>
                </a:solidFill>
              </a:defRPr>
            </a:lvl2pPr>
            <a:lvl3pPr>
              <a:defRPr sz="1125" b="1">
                <a:solidFill>
                  <a:srgbClr val="007E78"/>
                </a:solidFill>
              </a:defRPr>
            </a:lvl3pPr>
            <a:lvl4pPr>
              <a:defRPr sz="1125" b="1">
                <a:solidFill>
                  <a:srgbClr val="007E78"/>
                </a:solidFill>
              </a:defRPr>
            </a:lvl4pPr>
            <a:lvl5pPr>
              <a:defRPr sz="1125" b="1">
                <a:solidFill>
                  <a:srgbClr val="007E78"/>
                </a:solidFill>
              </a:defRPr>
            </a:lvl5pPr>
            <a:lvl6pPr>
              <a:defRPr sz="1125" b="1">
                <a:solidFill>
                  <a:srgbClr val="007E78"/>
                </a:solidFill>
              </a:defRPr>
            </a:lvl6pPr>
            <a:lvl7pPr>
              <a:defRPr sz="1125" b="1">
                <a:solidFill>
                  <a:srgbClr val="007E78"/>
                </a:solidFill>
              </a:defRPr>
            </a:lvl7pPr>
            <a:lvl8pPr>
              <a:defRPr sz="1125" b="1">
                <a:solidFill>
                  <a:srgbClr val="007E78"/>
                </a:solidFill>
              </a:defRPr>
            </a:lvl8pPr>
            <a:lvl9pPr>
              <a:defRPr sz="1125" b="1">
                <a:solidFill>
                  <a:srgbClr val="007E78"/>
                </a:solidFill>
              </a:defRPr>
            </a:lvl9pPr>
          </a:lstStyle>
          <a:p xmlns:a="http://schemas.openxmlformats.org/drawingml/2006/main">
            <a:pPr>
              <a:buNone/>
              <a:defRPr sz="1125" b="1">
                <a:solidFill>
                  <a:srgbClr val="007E78"/>
                </a:solidFill>
              </a:defRPr>
            </a:pPr>
            <a:r>
              <a:rPr sz="1125" b="1">
                <a:solidFill>
                  <a:srgbClr val="007E78"/>
                </a:solidFill>
              </a:rPr>
              <a:t>25  WORKED EXAMPLE</a:t>
            </a:r>
          </a:p>
        </p:txBody>
      </p:sp>
      <p:sp>
        <p:nvSpPr>
          <p:cNvPr id="3" name="">
            <a:extLst xmlns:a="http://schemas.openxmlformats.org/drawingml/2006/main">
              <a:ext uri="{FF2B5EF4-FFF2-40B4-BE49-F238E27FC236}">
                <a16:creationId xmlns:a16="http://schemas.microsoft.com/office/drawing/2014/main" id="{34D7D170-80BD-410F-8671-FAD2C031A7DA}"/>
              </a:ext>
            </a:extLst>
          </p:cNvPr>
          <p:cNvSpPr>
            <a:spLocks xmlns:a="http://schemas.openxmlformats.org/drawingml/2006/main" noGrp="1"/>
          </p:cNvSpPr>
          <p:nvPr/>
        </p:nvSpPr>
        <p:spPr>
          <a:xfrm xmlns:a="http://schemas.openxmlformats.org/drawingml/2006/main">
            <a:off x="609600" y="685800"/>
            <a:ext cx="10858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10243A"/>
                </a:solidFill>
              </a:defRPr>
            </a:defPPr>
            <a:lvl1pPr>
              <a:defRPr sz="2850" b="1">
                <a:solidFill>
                  <a:srgbClr val="10243A"/>
                </a:solidFill>
              </a:defRPr>
            </a:lvl1pPr>
            <a:lvl2pPr>
              <a:defRPr sz="2850" b="1">
                <a:solidFill>
                  <a:srgbClr val="10243A"/>
                </a:solidFill>
              </a:defRPr>
            </a:lvl2pPr>
            <a:lvl3pPr>
              <a:defRPr sz="2850" b="1">
                <a:solidFill>
                  <a:srgbClr val="10243A"/>
                </a:solidFill>
              </a:defRPr>
            </a:lvl3pPr>
            <a:lvl4pPr>
              <a:defRPr sz="2850" b="1">
                <a:solidFill>
                  <a:srgbClr val="10243A"/>
                </a:solidFill>
              </a:defRPr>
            </a:lvl4pPr>
            <a:lvl5pPr>
              <a:defRPr sz="2850" b="1">
                <a:solidFill>
                  <a:srgbClr val="10243A"/>
                </a:solidFill>
              </a:defRPr>
            </a:lvl5pPr>
            <a:lvl6pPr>
              <a:defRPr sz="2850" b="1">
                <a:solidFill>
                  <a:srgbClr val="10243A"/>
                </a:solidFill>
              </a:defRPr>
            </a:lvl6pPr>
            <a:lvl7pPr>
              <a:defRPr sz="2850" b="1">
                <a:solidFill>
                  <a:srgbClr val="10243A"/>
                </a:solidFill>
              </a:defRPr>
            </a:lvl7pPr>
            <a:lvl8pPr>
              <a:defRPr sz="2850" b="1">
                <a:solidFill>
                  <a:srgbClr val="10243A"/>
                </a:solidFill>
              </a:defRPr>
            </a:lvl8pPr>
            <a:lvl9pPr>
              <a:defRPr sz="2850" b="1">
                <a:solidFill>
                  <a:srgbClr val="10243A"/>
                </a:solidFill>
              </a:defRPr>
            </a:lvl9pPr>
          </a:lstStyle>
          <a:p xmlns:a="http://schemas.openxmlformats.org/drawingml/2006/main">
            <a:pPr>
              <a:buNone/>
              <a:defRPr sz="2850" b="1">
                <a:solidFill>
                  <a:srgbClr val="10243A"/>
                </a:solidFill>
              </a:defRPr>
            </a:pPr>
            <a:r>
              <a:rPr sz="2850" b="1">
                <a:solidFill>
                  <a:srgbClr val="10243A"/>
                </a:solidFill>
              </a:rPr>
              <a:t>Stage 6: ready tasks and hand-offs</a:t>
            </a:r>
          </a:p>
        </p:txBody>
      </p:sp>
      <p:sp>
        <p:nvSpPr>
          <p:cNvPr id="4" name="">
            <a:extLst xmlns:a="http://schemas.openxmlformats.org/drawingml/2006/main">
              <a:ext uri="{FF2B5EF4-FFF2-40B4-BE49-F238E27FC236}">
                <a16:creationId xmlns:a16="http://schemas.microsoft.com/office/drawing/2014/main" id="{67BC7955-2E98-47F8-A58E-CE16692FB6F7}"/>
              </a:ext>
            </a:extLst>
          </p:cNvPr>
          <p:cNvSpPr>
            <a:spLocks xmlns:a="http://schemas.openxmlformats.org/drawingml/2006/main" noGrp="1"/>
          </p:cNvSpPr>
          <p:nvPr/>
        </p:nvSpPr>
        <p:spPr>
          <a:xfrm xmlns:a="http://schemas.openxmlformats.org/drawingml/2006/main">
            <a:off x="609600" y="6324600"/>
            <a:ext cx="10972800" cy="9525"/>
          </a:xfrm>
          <a:prstGeom xmlns:a="http://schemas.openxmlformats.org/drawingml/2006/main" prst="rect">
            <a:avLst/>
          </a:prstGeom>
          <a:solidFill xmlns:a="http://schemas.openxmlformats.org/drawingml/2006/main">
            <a:srgbClr val="D7E3E9"/>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7BA5F75-6964-4C10-BCE5-C091DCFA26C4}"/>
              </a:ext>
            </a:extLst>
          </p:cNvPr>
          <p:cNvSpPr>
            <a:spLocks xmlns:a="http://schemas.openxmlformats.org/drawingml/2006/main" noGrp="1"/>
          </p:cNvSpPr>
          <p:nvPr/>
        </p:nvSpPr>
        <p:spPr>
          <a:xfrm xmlns:a="http://schemas.openxmlformats.org/drawingml/2006/main">
            <a:off x="609600" y="6429375"/>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AgentFlow  |  Final Review</a:t>
            </a:r>
          </a:p>
        </p:txBody>
      </p:sp>
      <p:sp>
        <p:nvSpPr>
          <p:cNvPr id="6" name="">
            <a:extLst xmlns:a="http://schemas.openxmlformats.org/drawingml/2006/main">
              <a:ext uri="{FF2B5EF4-FFF2-40B4-BE49-F238E27FC236}">
                <a16:creationId xmlns:a16="http://schemas.microsoft.com/office/drawing/2014/main" id="{55E18C70-60FF-483A-91AA-148939E9CFA3}"/>
              </a:ext>
            </a:extLst>
          </p:cNvPr>
          <p:cNvSpPr>
            <a:spLocks xmlns:a="http://schemas.openxmlformats.org/drawingml/2006/main" noGrp="1"/>
          </p:cNvSpPr>
          <p:nvPr/>
        </p:nvSpPr>
        <p:spPr>
          <a:xfrm xmlns:a="http://schemas.openxmlformats.org/drawingml/2006/main">
            <a:off x="11029950" y="642937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26</a:t>
            </a:r>
          </a:p>
        </p:txBody>
      </p:sp>
      <p:sp>
        <p:nvSpPr>
          <p:cNvPr id="7" name="">
            <a:extLst xmlns:a="http://schemas.openxmlformats.org/drawingml/2006/main">
              <a:ext uri="{FF2B5EF4-FFF2-40B4-BE49-F238E27FC236}">
                <a16:creationId xmlns:a16="http://schemas.microsoft.com/office/drawing/2014/main" id="{EDED2C2F-9E07-4F1E-A84F-ADF153BE846F}"/>
              </a:ext>
            </a:extLst>
          </p:cNvPr>
          <p:cNvSpPr>
            <a:spLocks xmlns:a="http://schemas.openxmlformats.org/drawingml/2006/main" noGrp="1"/>
          </p:cNvSpPr>
          <p:nvPr/>
        </p:nvSpPr>
        <p:spPr>
          <a:xfrm xmlns:a="http://schemas.openxmlformats.org/drawingml/2006/main">
            <a:off x="714375" y="2028825"/>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007E78"/>
                </a:solidFill>
              </a:defRPr>
            </a:defPPr>
            <a:lvl1pPr>
              <a:defRPr sz="2100" b="1">
                <a:solidFill>
                  <a:srgbClr val="007E78"/>
                </a:solidFill>
              </a:defRPr>
            </a:lvl1pPr>
            <a:lvl2pPr>
              <a:defRPr sz="2100" b="1">
                <a:solidFill>
                  <a:srgbClr val="007E78"/>
                </a:solidFill>
              </a:defRPr>
            </a:lvl2pPr>
            <a:lvl3pPr>
              <a:defRPr sz="2100" b="1">
                <a:solidFill>
                  <a:srgbClr val="007E78"/>
                </a:solidFill>
              </a:defRPr>
            </a:lvl3pPr>
            <a:lvl4pPr>
              <a:defRPr sz="2100" b="1">
                <a:solidFill>
                  <a:srgbClr val="007E78"/>
                </a:solidFill>
              </a:defRPr>
            </a:lvl4pPr>
            <a:lvl5pPr>
              <a:defRPr sz="2100" b="1">
                <a:solidFill>
                  <a:srgbClr val="007E78"/>
                </a:solidFill>
              </a:defRPr>
            </a:lvl5pPr>
            <a:lvl6pPr>
              <a:defRPr sz="2100" b="1">
                <a:solidFill>
                  <a:srgbClr val="007E78"/>
                </a:solidFill>
              </a:defRPr>
            </a:lvl6pPr>
            <a:lvl7pPr>
              <a:defRPr sz="2100" b="1">
                <a:solidFill>
                  <a:srgbClr val="007E78"/>
                </a:solidFill>
              </a:defRPr>
            </a:lvl7pPr>
            <a:lvl8pPr>
              <a:defRPr sz="2100" b="1">
                <a:solidFill>
                  <a:srgbClr val="007E78"/>
                </a:solidFill>
              </a:defRPr>
            </a:lvl8pPr>
            <a:lvl9pPr>
              <a:defRPr sz="2100" b="1">
                <a:solidFill>
                  <a:srgbClr val="007E78"/>
                </a:solidFill>
              </a:defRPr>
            </a:lvl9pPr>
          </a:lstStyle>
          <a:p xmlns:a="http://schemas.openxmlformats.org/drawingml/2006/main">
            <a:pPr>
              <a:buNone/>
              <a:defRPr sz="2100" b="1">
                <a:solidFill>
                  <a:srgbClr val="007E78"/>
                </a:solidFill>
              </a:defRPr>
            </a:pPr>
            <a:r>
              <a:rPr sz="2100" b="1">
                <a:solidFill>
                  <a:srgbClr val="007E78"/>
                </a:solidFill>
              </a:rPr>
              <a:t>PDF A · PDF B · PDF C · CSV · Crossref</a:t>
            </a:r>
          </a:p>
        </p:txBody>
      </p:sp>
      <p:sp>
        <p:nvSpPr>
          <p:cNvPr id="8" name="">
            <a:extLst xmlns:a="http://schemas.openxmlformats.org/drawingml/2006/main">
              <a:ext uri="{FF2B5EF4-FFF2-40B4-BE49-F238E27FC236}">
                <a16:creationId xmlns:a16="http://schemas.microsoft.com/office/drawing/2014/main" id="{B8338AD1-51E3-42A3-8A9B-CEFC80679412}"/>
              </a:ext>
            </a:extLst>
          </p:cNvPr>
          <p:cNvSpPr>
            <a:spLocks xmlns:a="http://schemas.openxmlformats.org/drawingml/2006/main" noGrp="1"/>
          </p:cNvSpPr>
          <p:nvPr/>
        </p:nvSpPr>
        <p:spPr>
          <a:xfrm xmlns:a="http://schemas.openxmlformats.org/drawingml/2006/main">
            <a:off x="714375" y="2600325"/>
            <a:ext cx="10382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10243A"/>
                </a:solidFill>
              </a:defRPr>
            </a:defPPr>
            <a:lvl1pPr>
              <a:defRPr sz="1875" b="0">
                <a:solidFill>
                  <a:srgbClr val="10243A"/>
                </a:solidFill>
              </a:defRPr>
            </a:lvl1pPr>
            <a:lvl2pPr>
              <a:defRPr sz="1875" b="0">
                <a:solidFill>
                  <a:srgbClr val="10243A"/>
                </a:solidFill>
              </a:defRPr>
            </a:lvl2pPr>
            <a:lvl3pPr>
              <a:defRPr sz="1875" b="0">
                <a:solidFill>
                  <a:srgbClr val="10243A"/>
                </a:solidFill>
              </a:defRPr>
            </a:lvl3pPr>
            <a:lvl4pPr>
              <a:defRPr sz="1875" b="0">
                <a:solidFill>
                  <a:srgbClr val="10243A"/>
                </a:solidFill>
              </a:defRPr>
            </a:lvl4pPr>
            <a:lvl5pPr>
              <a:defRPr sz="1875" b="0">
                <a:solidFill>
                  <a:srgbClr val="10243A"/>
                </a:solidFill>
              </a:defRPr>
            </a:lvl5pPr>
            <a:lvl6pPr>
              <a:defRPr sz="1875" b="0">
                <a:solidFill>
                  <a:srgbClr val="10243A"/>
                </a:solidFill>
              </a:defRPr>
            </a:lvl6pPr>
            <a:lvl7pPr>
              <a:defRPr sz="1875" b="0">
                <a:solidFill>
                  <a:srgbClr val="10243A"/>
                </a:solidFill>
              </a:defRPr>
            </a:lvl7pPr>
            <a:lvl8pPr>
              <a:defRPr sz="1875" b="0">
                <a:solidFill>
                  <a:srgbClr val="10243A"/>
                </a:solidFill>
              </a:defRPr>
            </a:lvl8pPr>
            <a:lvl9pPr>
              <a:defRPr sz="1875" b="0">
                <a:solidFill>
                  <a:srgbClr val="10243A"/>
                </a:solidFill>
              </a:defRPr>
            </a:lvl9pPr>
          </a:lstStyle>
          <a:p xmlns:a="http://schemas.openxmlformats.org/drawingml/2006/main">
            <a:pPr>
              <a:buNone/>
              <a:defRPr sz="1875" b="0">
                <a:solidFill>
                  <a:srgbClr val="10243A"/>
                </a:solidFill>
              </a:defRPr>
            </a:pPr>
            <a:r>
              <a:rPr sz="1875" b="0">
                <a:solidFill>
                  <a:srgbClr val="10243A"/>
                </a:solidFill>
              </a:rPr>
              <a:t>These tasks have no dependencies. Their completion unlocks comparison and chart tasks.</a:t>
            </a:r>
          </a:p>
        </p:txBody>
      </p:sp>
      <p:sp>
        <p:nvSpPr>
          <p:cNvPr id="9" name="">
            <a:extLst xmlns:a="http://schemas.openxmlformats.org/drawingml/2006/main">
              <a:ext uri="{FF2B5EF4-FFF2-40B4-BE49-F238E27FC236}">
                <a16:creationId xmlns:a16="http://schemas.microsoft.com/office/drawing/2014/main" id="{0B08D1CA-D6B9-4278-9872-B10BC34F32F6}"/>
              </a:ext>
            </a:extLst>
          </p:cNvPr>
          <p:cNvSpPr>
            <a:spLocks xmlns:a="http://schemas.openxmlformats.org/drawingml/2006/main" noGrp="1"/>
          </p:cNvSpPr>
          <p:nvPr/>
        </p:nvSpPr>
        <p:spPr>
          <a:xfrm xmlns:a="http://schemas.openxmlformats.org/drawingml/2006/main">
            <a:off x="714375" y="3790950"/>
            <a:ext cx="10382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10243A"/>
                </a:solidFill>
              </a:defRPr>
            </a:defPPr>
            <a:lvl1pPr>
              <a:defRPr sz="1875" b="0">
                <a:solidFill>
                  <a:srgbClr val="10243A"/>
                </a:solidFill>
              </a:defRPr>
            </a:lvl1pPr>
            <a:lvl2pPr>
              <a:defRPr sz="1875" b="0">
                <a:solidFill>
                  <a:srgbClr val="10243A"/>
                </a:solidFill>
              </a:defRPr>
            </a:lvl2pPr>
            <a:lvl3pPr>
              <a:defRPr sz="1875" b="0">
                <a:solidFill>
                  <a:srgbClr val="10243A"/>
                </a:solidFill>
              </a:defRPr>
            </a:lvl3pPr>
            <a:lvl4pPr>
              <a:defRPr sz="1875" b="0">
                <a:solidFill>
                  <a:srgbClr val="10243A"/>
                </a:solidFill>
              </a:defRPr>
            </a:lvl4pPr>
            <a:lvl5pPr>
              <a:defRPr sz="1875" b="0">
                <a:solidFill>
                  <a:srgbClr val="10243A"/>
                </a:solidFill>
              </a:defRPr>
            </a:lvl5pPr>
            <a:lvl6pPr>
              <a:defRPr sz="1875" b="0">
                <a:solidFill>
                  <a:srgbClr val="10243A"/>
                </a:solidFill>
              </a:defRPr>
            </a:lvl6pPr>
            <a:lvl7pPr>
              <a:defRPr sz="1875" b="0">
                <a:solidFill>
                  <a:srgbClr val="10243A"/>
                </a:solidFill>
              </a:defRPr>
            </a:lvl7pPr>
            <a:lvl8pPr>
              <a:defRPr sz="1875" b="0">
                <a:solidFill>
                  <a:srgbClr val="10243A"/>
                </a:solidFill>
              </a:defRPr>
            </a:lvl8pPr>
            <a:lvl9pPr>
              <a:defRPr sz="1875" b="0">
                <a:solidFill>
                  <a:srgbClr val="10243A"/>
                </a:solidFill>
              </a:defRPr>
            </a:lvl9pPr>
          </a:lstStyle>
          <a:p xmlns:a="http://schemas.openxmlformats.org/drawingml/2006/main">
            <a:pPr>
              <a:buNone/>
              <a:defRPr sz="1875" b="0">
                <a:solidFill>
                  <a:srgbClr val="10243A"/>
                </a:solidFill>
              </a:defRPr>
            </a:pPr>
            <a:r>
              <a:rPr sz="1875" b="0">
                <a:solidFill>
                  <a:srgbClr val="10243A"/>
                </a:solidFill>
              </a:rPr>
              <a:t>The hand-off log records, for example, “reader A supplied validated document evidence to comparator.”</a:t>
            </a:r>
          </a:p>
        </p:txBody>
      </p:sp>
      <p:sp>
        <p:nvSpPr>
          <p:cNvPr id="10" name="">
            <a:extLst xmlns:a="http://schemas.openxmlformats.org/drawingml/2006/main">
              <a:ext uri="{FF2B5EF4-FFF2-40B4-BE49-F238E27FC236}">
                <a16:creationId xmlns:a16="http://schemas.microsoft.com/office/drawing/2014/main" id="{EA7A0C9C-128B-45A0-A3EC-0F646431CB54}"/>
              </a:ext>
            </a:extLst>
          </p:cNvPr>
          <p:cNvSpPr>
            <a:spLocks xmlns:a="http://schemas.openxmlformats.org/drawingml/2006/main" noGrp="1"/>
          </p:cNvSpPr>
          <p:nvPr/>
        </p:nvSpPr>
        <p:spPr>
          <a:xfrm xmlns:a="http://schemas.openxmlformats.org/drawingml/2006/main">
            <a:off x="685800" y="5238750"/>
            <a:ext cx="10782300" cy="457200"/>
          </a:xfrm>
          <a:prstGeom xmlns:a="http://schemas.openxmlformats.org/drawingml/2006/main" prst="rect">
            <a:avLst/>
          </a:prstGeom>
          <a:solidFill xmlns:a="http://schemas.openxmlformats.org/drawingml/2006/main">
            <a:srgbClr val="E5F3F1"/>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E2BA230-80F7-4DD5-9F88-79A4A86BF639}"/>
              </a:ext>
            </a:extLst>
          </p:cNvPr>
          <p:cNvSpPr>
            <a:spLocks xmlns:a="http://schemas.openxmlformats.org/drawingml/2006/main" noGrp="1"/>
          </p:cNvSpPr>
          <p:nvPr/>
        </p:nvSpPr>
        <p:spPr>
          <a:xfrm xmlns:a="http://schemas.openxmlformats.org/drawingml/2006/main">
            <a:off x="838200" y="5314950"/>
            <a:ext cx="10458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1">
                <a:solidFill>
                  <a:srgbClr val="10243A"/>
                </a:solidFill>
              </a:defRPr>
            </a:defPPr>
            <a:lvl1pPr>
              <a:defRPr sz="1425" b="1">
                <a:solidFill>
                  <a:srgbClr val="10243A"/>
                </a:solidFill>
              </a:defRPr>
            </a:lvl1pPr>
            <a:lvl2pPr>
              <a:defRPr sz="1425" b="1">
                <a:solidFill>
                  <a:srgbClr val="10243A"/>
                </a:solidFill>
              </a:defRPr>
            </a:lvl2pPr>
            <a:lvl3pPr>
              <a:defRPr sz="1425" b="1">
                <a:solidFill>
                  <a:srgbClr val="10243A"/>
                </a:solidFill>
              </a:defRPr>
            </a:lvl3pPr>
            <a:lvl4pPr>
              <a:defRPr sz="1425" b="1">
                <a:solidFill>
                  <a:srgbClr val="10243A"/>
                </a:solidFill>
              </a:defRPr>
            </a:lvl4pPr>
            <a:lvl5pPr>
              <a:defRPr sz="1425" b="1">
                <a:solidFill>
                  <a:srgbClr val="10243A"/>
                </a:solidFill>
              </a:defRPr>
            </a:lvl5pPr>
            <a:lvl6pPr>
              <a:defRPr sz="1425" b="1">
                <a:solidFill>
                  <a:srgbClr val="10243A"/>
                </a:solidFill>
              </a:defRPr>
            </a:lvl6pPr>
            <a:lvl7pPr>
              <a:defRPr sz="1425" b="1">
                <a:solidFill>
                  <a:srgbClr val="10243A"/>
                </a:solidFill>
              </a:defRPr>
            </a:lvl7pPr>
            <a:lvl8pPr>
              <a:defRPr sz="1425" b="1">
                <a:solidFill>
                  <a:srgbClr val="10243A"/>
                </a:solidFill>
              </a:defRPr>
            </a:lvl8pPr>
            <a:lvl9pPr>
              <a:defRPr sz="1425" b="1">
                <a:solidFill>
                  <a:srgbClr val="10243A"/>
                </a:solidFill>
              </a:defRPr>
            </a:lvl9pPr>
          </a:lstStyle>
          <a:p xmlns:a="http://schemas.openxmlformats.org/drawingml/2006/main">
            <a:pPr>
              <a:buNone/>
              <a:defRPr sz="1425" b="1">
                <a:solidFill>
                  <a:srgbClr val="10243A"/>
                </a:solidFill>
              </a:defRPr>
            </a:pPr>
            <a:r>
              <a:rPr sz="1425" b="1">
                <a:solidFill>
                  <a:srgbClr val="10243A"/>
                </a:solidFill>
              </a:rPr>
              <a:t>The dependency graph shows required data flow; it is not a record of parallel execution.</a:t>
            </a:r>
          </a:p>
        </p:txBody>
      </p:sp>
    </p:spTree>
    <p:extLst>
      <p:ext uri="{BB962C8B-B14F-4D97-AF65-F5344CB8AC3E}">
        <p14:creationId xmlns:p14="http://schemas.microsoft.com/office/powerpoint/2010/main" val="2002941506"/>
      </p:ext>
    </p:extLst>
  </p:cSld>
</p:sld>
</file>

<file path=ppt/slides/slide27.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553239B-B1F7-48DF-8D5E-390F95A3DF59}"/>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E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FDF1C07-7AA6-4381-907D-9C76EB2B3A34}"/>
              </a:ext>
            </a:extLst>
          </p:cNvPr>
          <p:cNvSpPr>
            <a:spLocks xmlns:a="http://schemas.openxmlformats.org/drawingml/2006/main" noGrp="1"/>
          </p:cNvSpPr>
          <p:nvPr/>
        </p:nvSpPr>
        <p:spPr>
          <a:xfrm xmlns:a="http://schemas.openxmlformats.org/drawingml/2006/main">
            <a:off x="609600" y="323850"/>
            <a:ext cx="1009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07E78"/>
                </a:solidFill>
              </a:defRPr>
            </a:defPPr>
            <a:lvl1pPr>
              <a:defRPr sz="1125" b="1">
                <a:solidFill>
                  <a:srgbClr val="007E78"/>
                </a:solidFill>
              </a:defRPr>
            </a:lvl1pPr>
            <a:lvl2pPr>
              <a:defRPr sz="1125" b="1">
                <a:solidFill>
                  <a:srgbClr val="007E78"/>
                </a:solidFill>
              </a:defRPr>
            </a:lvl2pPr>
            <a:lvl3pPr>
              <a:defRPr sz="1125" b="1">
                <a:solidFill>
                  <a:srgbClr val="007E78"/>
                </a:solidFill>
              </a:defRPr>
            </a:lvl3pPr>
            <a:lvl4pPr>
              <a:defRPr sz="1125" b="1">
                <a:solidFill>
                  <a:srgbClr val="007E78"/>
                </a:solidFill>
              </a:defRPr>
            </a:lvl4pPr>
            <a:lvl5pPr>
              <a:defRPr sz="1125" b="1">
                <a:solidFill>
                  <a:srgbClr val="007E78"/>
                </a:solidFill>
              </a:defRPr>
            </a:lvl5pPr>
            <a:lvl6pPr>
              <a:defRPr sz="1125" b="1">
                <a:solidFill>
                  <a:srgbClr val="007E78"/>
                </a:solidFill>
              </a:defRPr>
            </a:lvl6pPr>
            <a:lvl7pPr>
              <a:defRPr sz="1125" b="1">
                <a:solidFill>
                  <a:srgbClr val="007E78"/>
                </a:solidFill>
              </a:defRPr>
            </a:lvl7pPr>
            <a:lvl8pPr>
              <a:defRPr sz="1125" b="1">
                <a:solidFill>
                  <a:srgbClr val="007E78"/>
                </a:solidFill>
              </a:defRPr>
            </a:lvl8pPr>
            <a:lvl9pPr>
              <a:defRPr sz="1125" b="1">
                <a:solidFill>
                  <a:srgbClr val="007E78"/>
                </a:solidFill>
              </a:defRPr>
            </a:lvl9pPr>
          </a:lstStyle>
          <a:p xmlns:a="http://schemas.openxmlformats.org/drawingml/2006/main">
            <a:pPr>
              <a:buNone/>
              <a:defRPr sz="1125" b="1">
                <a:solidFill>
                  <a:srgbClr val="007E78"/>
                </a:solidFill>
              </a:defRPr>
            </a:pPr>
            <a:r>
              <a:rPr sz="1125" b="1">
                <a:solidFill>
                  <a:srgbClr val="007E78"/>
                </a:solidFill>
              </a:rPr>
              <a:t>26  WORKED EXAMPLE</a:t>
            </a:r>
          </a:p>
        </p:txBody>
      </p:sp>
      <p:sp>
        <p:nvSpPr>
          <p:cNvPr id="3" name="">
            <a:extLst xmlns:a="http://schemas.openxmlformats.org/drawingml/2006/main">
              <a:ext uri="{FF2B5EF4-FFF2-40B4-BE49-F238E27FC236}">
                <a16:creationId xmlns:a16="http://schemas.microsoft.com/office/drawing/2014/main" id="{B1EB503D-6072-41C4-A656-A60D683BD9BF}"/>
              </a:ext>
            </a:extLst>
          </p:cNvPr>
          <p:cNvSpPr>
            <a:spLocks xmlns:a="http://schemas.openxmlformats.org/drawingml/2006/main" noGrp="1"/>
          </p:cNvSpPr>
          <p:nvPr/>
        </p:nvSpPr>
        <p:spPr>
          <a:xfrm xmlns:a="http://schemas.openxmlformats.org/drawingml/2006/main">
            <a:off x="609600" y="685800"/>
            <a:ext cx="10858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10243A"/>
                </a:solidFill>
              </a:defRPr>
            </a:defPPr>
            <a:lvl1pPr>
              <a:defRPr sz="2850" b="1">
                <a:solidFill>
                  <a:srgbClr val="10243A"/>
                </a:solidFill>
              </a:defRPr>
            </a:lvl1pPr>
            <a:lvl2pPr>
              <a:defRPr sz="2850" b="1">
                <a:solidFill>
                  <a:srgbClr val="10243A"/>
                </a:solidFill>
              </a:defRPr>
            </a:lvl2pPr>
            <a:lvl3pPr>
              <a:defRPr sz="2850" b="1">
                <a:solidFill>
                  <a:srgbClr val="10243A"/>
                </a:solidFill>
              </a:defRPr>
            </a:lvl3pPr>
            <a:lvl4pPr>
              <a:defRPr sz="2850" b="1">
                <a:solidFill>
                  <a:srgbClr val="10243A"/>
                </a:solidFill>
              </a:defRPr>
            </a:lvl4pPr>
            <a:lvl5pPr>
              <a:defRPr sz="2850" b="1">
                <a:solidFill>
                  <a:srgbClr val="10243A"/>
                </a:solidFill>
              </a:defRPr>
            </a:lvl5pPr>
            <a:lvl6pPr>
              <a:defRPr sz="2850" b="1">
                <a:solidFill>
                  <a:srgbClr val="10243A"/>
                </a:solidFill>
              </a:defRPr>
            </a:lvl6pPr>
            <a:lvl7pPr>
              <a:defRPr sz="2850" b="1">
                <a:solidFill>
                  <a:srgbClr val="10243A"/>
                </a:solidFill>
              </a:defRPr>
            </a:lvl7pPr>
            <a:lvl8pPr>
              <a:defRPr sz="2850" b="1">
                <a:solidFill>
                  <a:srgbClr val="10243A"/>
                </a:solidFill>
              </a:defRPr>
            </a:lvl8pPr>
            <a:lvl9pPr>
              <a:defRPr sz="2850" b="1">
                <a:solidFill>
                  <a:srgbClr val="10243A"/>
                </a:solidFill>
              </a:defRPr>
            </a:lvl9pPr>
          </a:lstStyle>
          <a:p xmlns:a="http://schemas.openxmlformats.org/drawingml/2006/main">
            <a:pPr>
              <a:buNone/>
              <a:defRPr sz="2850" b="1">
                <a:solidFill>
                  <a:srgbClr val="10243A"/>
                </a:solidFill>
              </a:defRPr>
            </a:pPr>
            <a:r>
              <a:rPr sz="2850" b="1">
                <a:solidFill>
                  <a:srgbClr val="10243A"/>
                </a:solidFill>
              </a:rPr>
              <a:t>Stage 7: document and data evidence</a:t>
            </a:r>
          </a:p>
        </p:txBody>
      </p:sp>
      <p:sp>
        <p:nvSpPr>
          <p:cNvPr id="4" name="">
            <a:extLst xmlns:a="http://schemas.openxmlformats.org/drawingml/2006/main">
              <a:ext uri="{FF2B5EF4-FFF2-40B4-BE49-F238E27FC236}">
                <a16:creationId xmlns:a16="http://schemas.microsoft.com/office/drawing/2014/main" id="{FEBB4523-CB4D-4E64-8FA0-F3339F731832}"/>
              </a:ext>
            </a:extLst>
          </p:cNvPr>
          <p:cNvSpPr>
            <a:spLocks xmlns:a="http://schemas.openxmlformats.org/drawingml/2006/main" noGrp="1"/>
          </p:cNvSpPr>
          <p:nvPr/>
        </p:nvSpPr>
        <p:spPr>
          <a:xfrm xmlns:a="http://schemas.openxmlformats.org/drawingml/2006/main">
            <a:off x="609600" y="6324600"/>
            <a:ext cx="10972800" cy="9525"/>
          </a:xfrm>
          <a:prstGeom xmlns:a="http://schemas.openxmlformats.org/drawingml/2006/main" prst="rect">
            <a:avLst/>
          </a:prstGeom>
          <a:solidFill xmlns:a="http://schemas.openxmlformats.org/drawingml/2006/main">
            <a:srgbClr val="D7E3E9"/>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E45BC31-5392-4105-A8CE-62D9C547AD67}"/>
              </a:ext>
            </a:extLst>
          </p:cNvPr>
          <p:cNvSpPr>
            <a:spLocks xmlns:a="http://schemas.openxmlformats.org/drawingml/2006/main" noGrp="1"/>
          </p:cNvSpPr>
          <p:nvPr/>
        </p:nvSpPr>
        <p:spPr>
          <a:xfrm xmlns:a="http://schemas.openxmlformats.org/drawingml/2006/main">
            <a:off x="609600" y="6429375"/>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AgentFlow  |  Final Review</a:t>
            </a:r>
          </a:p>
        </p:txBody>
      </p:sp>
      <p:sp>
        <p:nvSpPr>
          <p:cNvPr id="6" name="">
            <a:extLst xmlns:a="http://schemas.openxmlformats.org/drawingml/2006/main">
              <a:ext uri="{FF2B5EF4-FFF2-40B4-BE49-F238E27FC236}">
                <a16:creationId xmlns:a16="http://schemas.microsoft.com/office/drawing/2014/main" id="{7EDD480A-F159-4721-9496-0D0BB334520D}"/>
              </a:ext>
            </a:extLst>
          </p:cNvPr>
          <p:cNvSpPr>
            <a:spLocks xmlns:a="http://schemas.openxmlformats.org/drawingml/2006/main" noGrp="1"/>
          </p:cNvSpPr>
          <p:nvPr/>
        </p:nvSpPr>
        <p:spPr>
          <a:xfrm xmlns:a="http://schemas.openxmlformats.org/drawingml/2006/main">
            <a:off x="11029950" y="642937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27</a:t>
            </a:r>
          </a:p>
        </p:txBody>
      </p:sp>
      <p:sp>
        <p:nvSpPr>
          <p:cNvPr id="7" name="">
            <a:extLst xmlns:a="http://schemas.openxmlformats.org/drawingml/2006/main">
              <a:ext uri="{FF2B5EF4-FFF2-40B4-BE49-F238E27FC236}">
                <a16:creationId xmlns:a16="http://schemas.microsoft.com/office/drawing/2014/main" id="{27F79C85-E6C8-4B9D-BF2B-A380BB1BB803}"/>
              </a:ext>
            </a:extLst>
          </p:cNvPr>
          <p:cNvSpPr>
            <a:spLocks xmlns:a="http://schemas.openxmlformats.org/drawingml/2006/main" noGrp="1"/>
          </p:cNvSpPr>
          <p:nvPr/>
        </p:nvSpPr>
        <p:spPr>
          <a:xfrm xmlns:a="http://schemas.openxmlformats.org/drawingml/2006/main">
            <a:off x="704850" y="180975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07E78"/>
                </a:solidFill>
              </a:defRPr>
            </a:defPPr>
            <a:lvl1pPr>
              <a:defRPr sz="1725" b="1">
                <a:solidFill>
                  <a:srgbClr val="007E78"/>
                </a:solidFill>
              </a:defRPr>
            </a:lvl1pPr>
            <a:lvl2pPr>
              <a:defRPr sz="1725" b="1">
                <a:solidFill>
                  <a:srgbClr val="007E78"/>
                </a:solidFill>
              </a:defRPr>
            </a:lvl2pPr>
            <a:lvl3pPr>
              <a:defRPr sz="1725" b="1">
                <a:solidFill>
                  <a:srgbClr val="007E78"/>
                </a:solidFill>
              </a:defRPr>
            </a:lvl3pPr>
            <a:lvl4pPr>
              <a:defRPr sz="1725" b="1">
                <a:solidFill>
                  <a:srgbClr val="007E78"/>
                </a:solidFill>
              </a:defRPr>
            </a:lvl4pPr>
            <a:lvl5pPr>
              <a:defRPr sz="1725" b="1">
                <a:solidFill>
                  <a:srgbClr val="007E78"/>
                </a:solidFill>
              </a:defRPr>
            </a:lvl5pPr>
            <a:lvl6pPr>
              <a:defRPr sz="1725" b="1">
                <a:solidFill>
                  <a:srgbClr val="007E78"/>
                </a:solidFill>
              </a:defRPr>
            </a:lvl6pPr>
            <a:lvl7pPr>
              <a:defRPr sz="1725" b="1">
                <a:solidFill>
                  <a:srgbClr val="007E78"/>
                </a:solidFill>
              </a:defRPr>
            </a:lvl7pPr>
            <a:lvl8pPr>
              <a:defRPr sz="1725" b="1">
                <a:solidFill>
                  <a:srgbClr val="007E78"/>
                </a:solidFill>
              </a:defRPr>
            </a:lvl8pPr>
            <a:lvl9pPr>
              <a:defRPr sz="1725" b="1">
                <a:solidFill>
                  <a:srgbClr val="007E78"/>
                </a:solidFill>
              </a:defRPr>
            </a:lvl9pPr>
          </a:lstStyle>
          <a:p xmlns:a="http://schemas.openxmlformats.org/drawingml/2006/main">
            <a:pPr>
              <a:buNone/>
              <a:defRPr sz="1725" b="1">
                <a:solidFill>
                  <a:srgbClr val="007E78"/>
                </a:solidFill>
              </a:defRPr>
            </a:pPr>
            <a:r>
              <a:rPr sz="1725" b="1">
                <a:solidFill>
                  <a:srgbClr val="007E78"/>
                </a:solidFill>
              </a:rPr>
              <a:t>PDF output</a:t>
            </a:r>
          </a:p>
        </p:txBody>
      </p:sp>
      <p:sp>
        <p:nvSpPr>
          <p:cNvPr id="8" name="">
            <a:extLst xmlns:a="http://schemas.openxmlformats.org/drawingml/2006/main">
              <a:ext uri="{FF2B5EF4-FFF2-40B4-BE49-F238E27FC236}">
                <a16:creationId xmlns:a16="http://schemas.microsoft.com/office/drawing/2014/main" id="{8C5D77CB-4C44-487D-9CC3-C1ACA72E7107}"/>
              </a:ext>
            </a:extLst>
          </p:cNvPr>
          <p:cNvSpPr>
            <a:spLocks xmlns:a="http://schemas.openxmlformats.org/drawingml/2006/main" noGrp="1"/>
          </p:cNvSpPr>
          <p:nvPr/>
        </p:nvSpPr>
        <p:spPr>
          <a:xfrm xmlns:a="http://schemas.openxmlformats.org/drawingml/2006/main">
            <a:off x="3352800" y="1809750"/>
            <a:ext cx="7924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153047"/>
                </a:solidFill>
              </a:defRPr>
            </a:defPPr>
            <a:lvl1pPr>
              <a:defRPr sz="1725" b="0">
                <a:solidFill>
                  <a:srgbClr val="153047"/>
                </a:solidFill>
              </a:defRPr>
            </a:lvl1pPr>
            <a:lvl2pPr>
              <a:defRPr sz="1725" b="0">
                <a:solidFill>
                  <a:srgbClr val="153047"/>
                </a:solidFill>
              </a:defRPr>
            </a:lvl2pPr>
            <a:lvl3pPr>
              <a:defRPr sz="1725" b="0">
                <a:solidFill>
                  <a:srgbClr val="153047"/>
                </a:solidFill>
              </a:defRPr>
            </a:lvl3pPr>
            <a:lvl4pPr>
              <a:defRPr sz="1725" b="0">
                <a:solidFill>
                  <a:srgbClr val="153047"/>
                </a:solidFill>
              </a:defRPr>
            </a:lvl4pPr>
            <a:lvl5pPr>
              <a:defRPr sz="1725" b="0">
                <a:solidFill>
                  <a:srgbClr val="153047"/>
                </a:solidFill>
              </a:defRPr>
            </a:lvl5pPr>
            <a:lvl6pPr>
              <a:defRPr sz="1725" b="0">
                <a:solidFill>
                  <a:srgbClr val="153047"/>
                </a:solidFill>
              </a:defRPr>
            </a:lvl6pPr>
            <a:lvl7pPr>
              <a:defRPr sz="1725" b="0">
                <a:solidFill>
                  <a:srgbClr val="153047"/>
                </a:solidFill>
              </a:defRPr>
            </a:lvl7pPr>
            <a:lvl8pPr>
              <a:defRPr sz="1725" b="0">
                <a:solidFill>
                  <a:srgbClr val="153047"/>
                </a:solidFill>
              </a:defRPr>
            </a:lvl8pPr>
            <a:lvl9pPr>
              <a:defRPr sz="1725" b="0">
                <a:solidFill>
                  <a:srgbClr val="153047"/>
                </a:solidFill>
              </a:defRPr>
            </a:lvl9pPr>
          </a:lstStyle>
          <a:p xmlns:a="http://schemas.openxmlformats.org/drawingml/2006/main">
            <a:pPr>
              <a:buNone/>
              <a:defRPr sz="1725" b="0">
                <a:solidFill>
                  <a:srgbClr val="153047"/>
                </a:solidFill>
              </a:defRPr>
            </a:pPr>
            <a:r>
              <a:rPr sz="1725" b="0">
                <a:solidFill>
                  <a:srgbClr val="153047"/>
                </a:solidFill>
              </a:rPr>
              <a:t>kind=document; filename; full extracted text; pages such as {page: 1, text: ...}.</a:t>
            </a:r>
          </a:p>
        </p:txBody>
      </p:sp>
      <p:sp>
        <p:nvSpPr>
          <p:cNvPr id="9" name="">
            <a:extLst xmlns:a="http://schemas.openxmlformats.org/drawingml/2006/main">
              <a:ext uri="{FF2B5EF4-FFF2-40B4-BE49-F238E27FC236}">
                <a16:creationId xmlns:a16="http://schemas.microsoft.com/office/drawing/2014/main" id="{2E459B03-2E66-46BD-88BC-7A54DABE0A78}"/>
              </a:ext>
            </a:extLst>
          </p:cNvPr>
          <p:cNvSpPr>
            <a:spLocks xmlns:a="http://schemas.openxmlformats.org/drawingml/2006/main" noGrp="1"/>
          </p:cNvSpPr>
          <p:nvPr/>
        </p:nvSpPr>
        <p:spPr>
          <a:xfrm xmlns:a="http://schemas.openxmlformats.org/drawingml/2006/main">
            <a:off x="704850" y="285750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07E78"/>
                </a:solidFill>
              </a:defRPr>
            </a:defPPr>
            <a:lvl1pPr>
              <a:defRPr sz="1725" b="1">
                <a:solidFill>
                  <a:srgbClr val="007E78"/>
                </a:solidFill>
              </a:defRPr>
            </a:lvl1pPr>
            <a:lvl2pPr>
              <a:defRPr sz="1725" b="1">
                <a:solidFill>
                  <a:srgbClr val="007E78"/>
                </a:solidFill>
              </a:defRPr>
            </a:lvl2pPr>
            <a:lvl3pPr>
              <a:defRPr sz="1725" b="1">
                <a:solidFill>
                  <a:srgbClr val="007E78"/>
                </a:solidFill>
              </a:defRPr>
            </a:lvl3pPr>
            <a:lvl4pPr>
              <a:defRPr sz="1725" b="1">
                <a:solidFill>
                  <a:srgbClr val="007E78"/>
                </a:solidFill>
              </a:defRPr>
            </a:lvl4pPr>
            <a:lvl5pPr>
              <a:defRPr sz="1725" b="1">
                <a:solidFill>
                  <a:srgbClr val="007E78"/>
                </a:solidFill>
              </a:defRPr>
            </a:lvl5pPr>
            <a:lvl6pPr>
              <a:defRPr sz="1725" b="1">
                <a:solidFill>
                  <a:srgbClr val="007E78"/>
                </a:solidFill>
              </a:defRPr>
            </a:lvl6pPr>
            <a:lvl7pPr>
              <a:defRPr sz="1725" b="1">
                <a:solidFill>
                  <a:srgbClr val="007E78"/>
                </a:solidFill>
              </a:defRPr>
            </a:lvl7pPr>
            <a:lvl8pPr>
              <a:defRPr sz="1725" b="1">
                <a:solidFill>
                  <a:srgbClr val="007E78"/>
                </a:solidFill>
              </a:defRPr>
            </a:lvl8pPr>
            <a:lvl9pPr>
              <a:defRPr sz="1725" b="1">
                <a:solidFill>
                  <a:srgbClr val="007E78"/>
                </a:solidFill>
              </a:defRPr>
            </a:lvl9pPr>
          </a:lstStyle>
          <a:p xmlns:a="http://schemas.openxmlformats.org/drawingml/2006/main">
            <a:pPr>
              <a:buNone/>
              <a:defRPr sz="1725" b="1">
                <a:solidFill>
                  <a:srgbClr val="007E78"/>
                </a:solidFill>
              </a:defRPr>
            </a:pPr>
            <a:r>
              <a:rPr sz="1725" b="1">
                <a:solidFill>
                  <a:srgbClr val="007E78"/>
                </a:solidFill>
              </a:rPr>
              <a:t>CSV output</a:t>
            </a:r>
          </a:p>
        </p:txBody>
      </p:sp>
      <p:sp>
        <p:nvSpPr>
          <p:cNvPr id="10" name="">
            <a:extLst xmlns:a="http://schemas.openxmlformats.org/drawingml/2006/main">
              <a:ext uri="{FF2B5EF4-FFF2-40B4-BE49-F238E27FC236}">
                <a16:creationId xmlns:a16="http://schemas.microsoft.com/office/drawing/2014/main" id="{C2D038CD-8697-41FD-B031-157D4BEF4CEF}"/>
              </a:ext>
            </a:extLst>
          </p:cNvPr>
          <p:cNvSpPr>
            <a:spLocks xmlns:a="http://schemas.openxmlformats.org/drawingml/2006/main" noGrp="1"/>
          </p:cNvSpPr>
          <p:nvPr/>
        </p:nvSpPr>
        <p:spPr>
          <a:xfrm xmlns:a="http://schemas.openxmlformats.org/drawingml/2006/main">
            <a:off x="3352800" y="2857500"/>
            <a:ext cx="7924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153047"/>
                </a:solidFill>
              </a:defRPr>
            </a:defPPr>
            <a:lvl1pPr>
              <a:defRPr sz="1725" b="0">
                <a:solidFill>
                  <a:srgbClr val="153047"/>
                </a:solidFill>
              </a:defRPr>
            </a:lvl1pPr>
            <a:lvl2pPr>
              <a:defRPr sz="1725" b="0">
                <a:solidFill>
                  <a:srgbClr val="153047"/>
                </a:solidFill>
              </a:defRPr>
            </a:lvl2pPr>
            <a:lvl3pPr>
              <a:defRPr sz="1725" b="0">
                <a:solidFill>
                  <a:srgbClr val="153047"/>
                </a:solidFill>
              </a:defRPr>
            </a:lvl3pPr>
            <a:lvl4pPr>
              <a:defRPr sz="1725" b="0">
                <a:solidFill>
                  <a:srgbClr val="153047"/>
                </a:solidFill>
              </a:defRPr>
            </a:lvl4pPr>
            <a:lvl5pPr>
              <a:defRPr sz="1725" b="0">
                <a:solidFill>
                  <a:srgbClr val="153047"/>
                </a:solidFill>
              </a:defRPr>
            </a:lvl5pPr>
            <a:lvl6pPr>
              <a:defRPr sz="1725" b="0">
                <a:solidFill>
                  <a:srgbClr val="153047"/>
                </a:solidFill>
              </a:defRPr>
            </a:lvl6pPr>
            <a:lvl7pPr>
              <a:defRPr sz="1725" b="0">
                <a:solidFill>
                  <a:srgbClr val="153047"/>
                </a:solidFill>
              </a:defRPr>
            </a:lvl7pPr>
            <a:lvl8pPr>
              <a:defRPr sz="1725" b="0">
                <a:solidFill>
                  <a:srgbClr val="153047"/>
                </a:solidFill>
              </a:defRPr>
            </a:lvl8pPr>
            <a:lvl9pPr>
              <a:defRPr sz="1725" b="0">
                <a:solidFill>
                  <a:srgbClr val="153047"/>
                </a:solidFill>
              </a:defRPr>
            </a:lvl9pPr>
          </a:lstStyle>
          <a:p xmlns:a="http://schemas.openxmlformats.org/drawingml/2006/main">
            <a:pPr>
              <a:buNone/>
              <a:defRPr sz="1725" b="0">
                <a:solidFill>
                  <a:srgbClr val="153047"/>
                </a:solidFill>
              </a:defRPr>
            </a:pPr>
            <a:r>
              <a:rPr sz="1725" b="0">
                <a:solidFill>
                  <a:srgbClr val="153047"/>
                </a:solidFill>
              </a:rPr>
              <a:t>kind=data; filename; rows, columns, column types, null counts, and numeric summary.</a:t>
            </a:r>
          </a:p>
        </p:txBody>
      </p:sp>
      <p:sp>
        <p:nvSpPr>
          <p:cNvPr id="11" name="">
            <a:extLst xmlns:a="http://schemas.openxmlformats.org/drawingml/2006/main">
              <a:ext uri="{FF2B5EF4-FFF2-40B4-BE49-F238E27FC236}">
                <a16:creationId xmlns:a16="http://schemas.microsoft.com/office/drawing/2014/main" id="{F12BDFCE-5E31-4213-BE41-EE97F60179A1}"/>
              </a:ext>
            </a:extLst>
          </p:cNvPr>
          <p:cNvSpPr>
            <a:spLocks xmlns:a="http://schemas.openxmlformats.org/drawingml/2006/main" noGrp="1"/>
          </p:cNvSpPr>
          <p:nvPr/>
        </p:nvSpPr>
        <p:spPr>
          <a:xfrm xmlns:a="http://schemas.openxmlformats.org/drawingml/2006/main">
            <a:off x="704850" y="390525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07E78"/>
                </a:solidFill>
              </a:defRPr>
            </a:defPPr>
            <a:lvl1pPr>
              <a:defRPr sz="1725" b="1">
                <a:solidFill>
                  <a:srgbClr val="007E78"/>
                </a:solidFill>
              </a:defRPr>
            </a:lvl1pPr>
            <a:lvl2pPr>
              <a:defRPr sz="1725" b="1">
                <a:solidFill>
                  <a:srgbClr val="007E78"/>
                </a:solidFill>
              </a:defRPr>
            </a:lvl2pPr>
            <a:lvl3pPr>
              <a:defRPr sz="1725" b="1">
                <a:solidFill>
                  <a:srgbClr val="007E78"/>
                </a:solidFill>
              </a:defRPr>
            </a:lvl3pPr>
            <a:lvl4pPr>
              <a:defRPr sz="1725" b="1">
                <a:solidFill>
                  <a:srgbClr val="007E78"/>
                </a:solidFill>
              </a:defRPr>
            </a:lvl4pPr>
            <a:lvl5pPr>
              <a:defRPr sz="1725" b="1">
                <a:solidFill>
                  <a:srgbClr val="007E78"/>
                </a:solidFill>
              </a:defRPr>
            </a:lvl5pPr>
            <a:lvl6pPr>
              <a:defRPr sz="1725" b="1">
                <a:solidFill>
                  <a:srgbClr val="007E78"/>
                </a:solidFill>
              </a:defRPr>
            </a:lvl6pPr>
            <a:lvl7pPr>
              <a:defRPr sz="1725" b="1">
                <a:solidFill>
                  <a:srgbClr val="007E78"/>
                </a:solidFill>
              </a:defRPr>
            </a:lvl7pPr>
            <a:lvl8pPr>
              <a:defRPr sz="1725" b="1">
                <a:solidFill>
                  <a:srgbClr val="007E78"/>
                </a:solidFill>
              </a:defRPr>
            </a:lvl8pPr>
            <a:lvl9pPr>
              <a:defRPr sz="1725" b="1">
                <a:solidFill>
                  <a:srgbClr val="007E78"/>
                </a:solidFill>
              </a:defRPr>
            </a:lvl9pPr>
          </a:lstStyle>
          <a:p xmlns:a="http://schemas.openxmlformats.org/drawingml/2006/main">
            <a:pPr>
              <a:buNone/>
              <a:defRPr sz="1725" b="1">
                <a:solidFill>
                  <a:srgbClr val="007E78"/>
                </a:solidFill>
              </a:defRPr>
            </a:pPr>
            <a:r>
              <a:rPr sz="1725" b="1">
                <a:solidFill>
                  <a:srgbClr val="007E78"/>
                </a:solidFill>
              </a:rPr>
              <a:t>Provenance</a:t>
            </a:r>
          </a:p>
        </p:txBody>
      </p:sp>
      <p:sp>
        <p:nvSpPr>
          <p:cNvPr id="12" name="">
            <a:extLst xmlns:a="http://schemas.openxmlformats.org/drawingml/2006/main">
              <a:ext uri="{FF2B5EF4-FFF2-40B4-BE49-F238E27FC236}">
                <a16:creationId xmlns:a16="http://schemas.microsoft.com/office/drawing/2014/main" id="{8D856C2F-6CCC-4DA8-AB29-A3E73BF1E40C}"/>
              </a:ext>
            </a:extLst>
          </p:cNvPr>
          <p:cNvSpPr>
            <a:spLocks xmlns:a="http://schemas.openxmlformats.org/drawingml/2006/main" noGrp="1"/>
          </p:cNvSpPr>
          <p:nvPr/>
        </p:nvSpPr>
        <p:spPr>
          <a:xfrm xmlns:a="http://schemas.openxmlformats.org/drawingml/2006/main">
            <a:off x="3352800" y="3905250"/>
            <a:ext cx="7924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153047"/>
                </a:solidFill>
              </a:defRPr>
            </a:defPPr>
            <a:lvl1pPr>
              <a:defRPr sz="1725" b="0">
                <a:solidFill>
                  <a:srgbClr val="153047"/>
                </a:solidFill>
              </a:defRPr>
            </a:lvl1pPr>
            <a:lvl2pPr>
              <a:defRPr sz="1725" b="0">
                <a:solidFill>
                  <a:srgbClr val="153047"/>
                </a:solidFill>
              </a:defRPr>
            </a:lvl2pPr>
            <a:lvl3pPr>
              <a:defRPr sz="1725" b="0">
                <a:solidFill>
                  <a:srgbClr val="153047"/>
                </a:solidFill>
              </a:defRPr>
            </a:lvl3pPr>
            <a:lvl4pPr>
              <a:defRPr sz="1725" b="0">
                <a:solidFill>
                  <a:srgbClr val="153047"/>
                </a:solidFill>
              </a:defRPr>
            </a:lvl4pPr>
            <a:lvl5pPr>
              <a:defRPr sz="1725" b="0">
                <a:solidFill>
                  <a:srgbClr val="153047"/>
                </a:solidFill>
              </a:defRPr>
            </a:lvl5pPr>
            <a:lvl6pPr>
              <a:defRPr sz="1725" b="0">
                <a:solidFill>
                  <a:srgbClr val="153047"/>
                </a:solidFill>
              </a:defRPr>
            </a:lvl6pPr>
            <a:lvl7pPr>
              <a:defRPr sz="1725" b="0">
                <a:solidFill>
                  <a:srgbClr val="153047"/>
                </a:solidFill>
              </a:defRPr>
            </a:lvl7pPr>
            <a:lvl8pPr>
              <a:defRPr sz="1725" b="0">
                <a:solidFill>
                  <a:srgbClr val="153047"/>
                </a:solidFill>
              </a:defRPr>
            </a:lvl8pPr>
            <a:lvl9pPr>
              <a:defRPr sz="1725" b="0">
                <a:solidFill>
                  <a:srgbClr val="153047"/>
                </a:solidFill>
              </a:defRPr>
            </a:lvl9pPr>
          </a:lstStyle>
          <a:p xmlns:a="http://schemas.openxmlformats.org/drawingml/2006/main">
            <a:pPr>
              <a:buNone/>
              <a:defRPr sz="1725" b="0">
                <a:solidFill>
                  <a:srgbClr val="153047"/>
                </a:solidFill>
              </a:defRPr>
            </a:pPr>
            <a:r>
              <a:rPr sz="1725" b="0">
                <a:solidFill>
                  <a:srgbClr val="153047"/>
                </a:solidFill>
              </a:rPr>
              <a:t>Later citations must refer to a filename and a valid PDF page number.</a:t>
            </a:r>
          </a:p>
        </p:txBody>
      </p:sp>
      <p:sp>
        <p:nvSpPr>
          <p:cNvPr id="13" name="">
            <a:extLst xmlns:a="http://schemas.openxmlformats.org/drawingml/2006/main">
              <a:ext uri="{FF2B5EF4-FFF2-40B4-BE49-F238E27FC236}">
                <a16:creationId xmlns:a16="http://schemas.microsoft.com/office/drawing/2014/main" id="{544A0E78-1EE0-49ED-A225-F3EB96FAFC0E}"/>
              </a:ext>
            </a:extLst>
          </p:cNvPr>
          <p:cNvSpPr>
            <a:spLocks xmlns:a="http://schemas.openxmlformats.org/drawingml/2006/main" noGrp="1"/>
          </p:cNvSpPr>
          <p:nvPr/>
        </p:nvSpPr>
        <p:spPr>
          <a:xfrm xmlns:a="http://schemas.openxmlformats.org/drawingml/2006/main">
            <a:off x="704850" y="495300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07E78"/>
                </a:solidFill>
              </a:defRPr>
            </a:defPPr>
            <a:lvl1pPr>
              <a:defRPr sz="1725" b="1">
                <a:solidFill>
                  <a:srgbClr val="007E78"/>
                </a:solidFill>
              </a:defRPr>
            </a:lvl1pPr>
            <a:lvl2pPr>
              <a:defRPr sz="1725" b="1">
                <a:solidFill>
                  <a:srgbClr val="007E78"/>
                </a:solidFill>
              </a:defRPr>
            </a:lvl2pPr>
            <a:lvl3pPr>
              <a:defRPr sz="1725" b="1">
                <a:solidFill>
                  <a:srgbClr val="007E78"/>
                </a:solidFill>
              </a:defRPr>
            </a:lvl3pPr>
            <a:lvl4pPr>
              <a:defRPr sz="1725" b="1">
                <a:solidFill>
                  <a:srgbClr val="007E78"/>
                </a:solidFill>
              </a:defRPr>
            </a:lvl4pPr>
            <a:lvl5pPr>
              <a:defRPr sz="1725" b="1">
                <a:solidFill>
                  <a:srgbClr val="007E78"/>
                </a:solidFill>
              </a:defRPr>
            </a:lvl5pPr>
            <a:lvl6pPr>
              <a:defRPr sz="1725" b="1">
                <a:solidFill>
                  <a:srgbClr val="007E78"/>
                </a:solidFill>
              </a:defRPr>
            </a:lvl6pPr>
            <a:lvl7pPr>
              <a:defRPr sz="1725" b="1">
                <a:solidFill>
                  <a:srgbClr val="007E78"/>
                </a:solidFill>
              </a:defRPr>
            </a:lvl7pPr>
            <a:lvl8pPr>
              <a:defRPr sz="1725" b="1">
                <a:solidFill>
                  <a:srgbClr val="007E78"/>
                </a:solidFill>
              </a:defRPr>
            </a:lvl8pPr>
            <a:lvl9pPr>
              <a:defRPr sz="1725" b="1">
                <a:solidFill>
                  <a:srgbClr val="007E78"/>
                </a:solidFill>
              </a:defRPr>
            </a:lvl9pPr>
          </a:lstStyle>
          <a:p xmlns:a="http://schemas.openxmlformats.org/drawingml/2006/main">
            <a:pPr>
              <a:buNone/>
              <a:defRPr sz="1725" b="1">
                <a:solidFill>
                  <a:srgbClr val="007E78"/>
                </a:solidFill>
              </a:defRPr>
            </a:pPr>
            <a:r>
              <a:rPr sz="1725" b="1">
                <a:solidFill>
                  <a:srgbClr val="007E78"/>
                </a:solidFill>
              </a:rPr>
              <a:t>Caveat</a:t>
            </a:r>
          </a:p>
        </p:txBody>
      </p:sp>
      <p:sp>
        <p:nvSpPr>
          <p:cNvPr id="14" name="">
            <a:extLst xmlns:a="http://schemas.openxmlformats.org/drawingml/2006/main">
              <a:ext uri="{FF2B5EF4-FFF2-40B4-BE49-F238E27FC236}">
                <a16:creationId xmlns:a16="http://schemas.microsoft.com/office/drawing/2014/main" id="{8680715C-90FC-4EDA-B34C-B898ABFA63B7}"/>
              </a:ext>
            </a:extLst>
          </p:cNvPr>
          <p:cNvSpPr>
            <a:spLocks xmlns:a="http://schemas.openxmlformats.org/drawingml/2006/main" noGrp="1"/>
          </p:cNvSpPr>
          <p:nvPr/>
        </p:nvSpPr>
        <p:spPr>
          <a:xfrm xmlns:a="http://schemas.openxmlformats.org/drawingml/2006/main">
            <a:off x="3352800" y="4953000"/>
            <a:ext cx="7924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153047"/>
                </a:solidFill>
              </a:defRPr>
            </a:defPPr>
            <a:lvl1pPr>
              <a:defRPr sz="1725" b="0">
                <a:solidFill>
                  <a:srgbClr val="153047"/>
                </a:solidFill>
              </a:defRPr>
            </a:lvl1pPr>
            <a:lvl2pPr>
              <a:defRPr sz="1725" b="0">
                <a:solidFill>
                  <a:srgbClr val="153047"/>
                </a:solidFill>
              </a:defRPr>
            </a:lvl2pPr>
            <a:lvl3pPr>
              <a:defRPr sz="1725" b="0">
                <a:solidFill>
                  <a:srgbClr val="153047"/>
                </a:solidFill>
              </a:defRPr>
            </a:lvl3pPr>
            <a:lvl4pPr>
              <a:defRPr sz="1725" b="0">
                <a:solidFill>
                  <a:srgbClr val="153047"/>
                </a:solidFill>
              </a:defRPr>
            </a:lvl4pPr>
            <a:lvl5pPr>
              <a:defRPr sz="1725" b="0">
                <a:solidFill>
                  <a:srgbClr val="153047"/>
                </a:solidFill>
              </a:defRPr>
            </a:lvl5pPr>
            <a:lvl6pPr>
              <a:defRPr sz="1725" b="0">
                <a:solidFill>
                  <a:srgbClr val="153047"/>
                </a:solidFill>
              </a:defRPr>
            </a:lvl6pPr>
            <a:lvl7pPr>
              <a:defRPr sz="1725" b="0">
                <a:solidFill>
                  <a:srgbClr val="153047"/>
                </a:solidFill>
              </a:defRPr>
            </a:lvl7pPr>
            <a:lvl8pPr>
              <a:defRPr sz="1725" b="0">
                <a:solidFill>
                  <a:srgbClr val="153047"/>
                </a:solidFill>
              </a:defRPr>
            </a:lvl8pPr>
            <a:lvl9pPr>
              <a:defRPr sz="1725" b="0">
                <a:solidFill>
                  <a:srgbClr val="153047"/>
                </a:solidFill>
              </a:defRPr>
            </a:lvl9pPr>
          </a:lstStyle>
          <a:p xmlns:a="http://schemas.openxmlformats.org/drawingml/2006/main">
            <a:pPr>
              <a:buNone/>
              <a:defRPr sz="1725" b="0">
                <a:solidFill>
                  <a:srgbClr val="153047"/>
                </a:solidFill>
              </a:defRPr>
            </a:pPr>
            <a:r>
              <a:rPr sz="1725" b="0">
                <a:solidFill>
                  <a:srgbClr val="153047"/>
                </a:solidFill>
              </a:rPr>
              <a:t>A scanned PDF without selectable text cannot be analyzed reliably because OCR is absent.</a:t>
            </a:r>
          </a:p>
        </p:txBody>
      </p:sp>
    </p:spTree>
    <p:extLst>
      <p:ext uri="{BB962C8B-B14F-4D97-AF65-F5344CB8AC3E}">
        <p14:creationId xmlns:p14="http://schemas.microsoft.com/office/powerpoint/2010/main" val="596953936"/>
      </p:ext>
    </p:extLst>
  </p:cSld>
</p:sld>
</file>

<file path=ppt/slides/slide28.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BD5A8C7-BCD7-4415-ADBB-C0767E05EF7E}"/>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E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ACF5C98-3ABD-4F4D-B82E-F9952C132D6E}"/>
              </a:ext>
            </a:extLst>
          </p:cNvPr>
          <p:cNvSpPr>
            <a:spLocks xmlns:a="http://schemas.openxmlformats.org/drawingml/2006/main" noGrp="1"/>
          </p:cNvSpPr>
          <p:nvPr/>
        </p:nvSpPr>
        <p:spPr>
          <a:xfrm xmlns:a="http://schemas.openxmlformats.org/drawingml/2006/main">
            <a:off x="609600" y="323850"/>
            <a:ext cx="1009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07E78"/>
                </a:solidFill>
              </a:defRPr>
            </a:defPPr>
            <a:lvl1pPr>
              <a:defRPr sz="1125" b="1">
                <a:solidFill>
                  <a:srgbClr val="007E78"/>
                </a:solidFill>
              </a:defRPr>
            </a:lvl1pPr>
            <a:lvl2pPr>
              <a:defRPr sz="1125" b="1">
                <a:solidFill>
                  <a:srgbClr val="007E78"/>
                </a:solidFill>
              </a:defRPr>
            </a:lvl2pPr>
            <a:lvl3pPr>
              <a:defRPr sz="1125" b="1">
                <a:solidFill>
                  <a:srgbClr val="007E78"/>
                </a:solidFill>
              </a:defRPr>
            </a:lvl3pPr>
            <a:lvl4pPr>
              <a:defRPr sz="1125" b="1">
                <a:solidFill>
                  <a:srgbClr val="007E78"/>
                </a:solidFill>
              </a:defRPr>
            </a:lvl4pPr>
            <a:lvl5pPr>
              <a:defRPr sz="1125" b="1">
                <a:solidFill>
                  <a:srgbClr val="007E78"/>
                </a:solidFill>
              </a:defRPr>
            </a:lvl5pPr>
            <a:lvl6pPr>
              <a:defRPr sz="1125" b="1">
                <a:solidFill>
                  <a:srgbClr val="007E78"/>
                </a:solidFill>
              </a:defRPr>
            </a:lvl6pPr>
            <a:lvl7pPr>
              <a:defRPr sz="1125" b="1">
                <a:solidFill>
                  <a:srgbClr val="007E78"/>
                </a:solidFill>
              </a:defRPr>
            </a:lvl7pPr>
            <a:lvl8pPr>
              <a:defRPr sz="1125" b="1">
                <a:solidFill>
                  <a:srgbClr val="007E78"/>
                </a:solidFill>
              </a:defRPr>
            </a:lvl8pPr>
            <a:lvl9pPr>
              <a:defRPr sz="1125" b="1">
                <a:solidFill>
                  <a:srgbClr val="007E78"/>
                </a:solidFill>
              </a:defRPr>
            </a:lvl9pPr>
          </a:lstStyle>
          <a:p xmlns:a="http://schemas.openxmlformats.org/drawingml/2006/main">
            <a:pPr>
              <a:buNone/>
              <a:defRPr sz="1125" b="1">
                <a:solidFill>
                  <a:srgbClr val="007E78"/>
                </a:solidFill>
              </a:defRPr>
            </a:pPr>
            <a:r>
              <a:rPr sz="1125" b="1">
                <a:solidFill>
                  <a:srgbClr val="007E78"/>
                </a:solidFill>
              </a:rPr>
              <a:t>27  WORKED EXAMPLE</a:t>
            </a:r>
          </a:p>
        </p:txBody>
      </p:sp>
      <p:sp>
        <p:nvSpPr>
          <p:cNvPr id="3" name="">
            <a:extLst xmlns:a="http://schemas.openxmlformats.org/drawingml/2006/main">
              <a:ext uri="{FF2B5EF4-FFF2-40B4-BE49-F238E27FC236}">
                <a16:creationId xmlns:a16="http://schemas.microsoft.com/office/drawing/2014/main" id="{C09BF04E-657D-4E4F-80D7-DD399DC2DEAE}"/>
              </a:ext>
            </a:extLst>
          </p:cNvPr>
          <p:cNvSpPr>
            <a:spLocks xmlns:a="http://schemas.openxmlformats.org/drawingml/2006/main" noGrp="1"/>
          </p:cNvSpPr>
          <p:nvPr/>
        </p:nvSpPr>
        <p:spPr>
          <a:xfrm xmlns:a="http://schemas.openxmlformats.org/drawingml/2006/main">
            <a:off x="609600" y="685800"/>
            <a:ext cx="10858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10243A"/>
                </a:solidFill>
              </a:defRPr>
            </a:defPPr>
            <a:lvl1pPr>
              <a:defRPr sz="2850" b="1">
                <a:solidFill>
                  <a:srgbClr val="10243A"/>
                </a:solidFill>
              </a:defRPr>
            </a:lvl1pPr>
            <a:lvl2pPr>
              <a:defRPr sz="2850" b="1">
                <a:solidFill>
                  <a:srgbClr val="10243A"/>
                </a:solidFill>
              </a:defRPr>
            </a:lvl2pPr>
            <a:lvl3pPr>
              <a:defRPr sz="2850" b="1">
                <a:solidFill>
                  <a:srgbClr val="10243A"/>
                </a:solidFill>
              </a:defRPr>
            </a:lvl3pPr>
            <a:lvl4pPr>
              <a:defRPr sz="2850" b="1">
                <a:solidFill>
                  <a:srgbClr val="10243A"/>
                </a:solidFill>
              </a:defRPr>
            </a:lvl4pPr>
            <a:lvl5pPr>
              <a:defRPr sz="2850" b="1">
                <a:solidFill>
                  <a:srgbClr val="10243A"/>
                </a:solidFill>
              </a:defRPr>
            </a:lvl5pPr>
            <a:lvl6pPr>
              <a:defRPr sz="2850" b="1">
                <a:solidFill>
                  <a:srgbClr val="10243A"/>
                </a:solidFill>
              </a:defRPr>
            </a:lvl6pPr>
            <a:lvl7pPr>
              <a:defRPr sz="2850" b="1">
                <a:solidFill>
                  <a:srgbClr val="10243A"/>
                </a:solidFill>
              </a:defRPr>
            </a:lvl7pPr>
            <a:lvl8pPr>
              <a:defRPr sz="2850" b="1">
                <a:solidFill>
                  <a:srgbClr val="10243A"/>
                </a:solidFill>
              </a:defRPr>
            </a:lvl8pPr>
            <a:lvl9pPr>
              <a:defRPr sz="2850" b="1">
                <a:solidFill>
                  <a:srgbClr val="10243A"/>
                </a:solidFill>
              </a:defRPr>
            </a:lvl9pPr>
          </a:lstStyle>
          <a:p xmlns:a="http://schemas.openxmlformats.org/drawingml/2006/main">
            <a:pPr>
              <a:buNone/>
              <a:defRPr sz="2850" b="1">
                <a:solidFill>
                  <a:srgbClr val="10243A"/>
                </a:solidFill>
              </a:defRPr>
            </a:pPr>
            <a:r>
              <a:rPr sz="2850" b="1">
                <a:solidFill>
                  <a:srgbClr val="10243A"/>
                </a:solidFill>
              </a:rPr>
              <a:t>Stage 8: search and chart branches</a:t>
            </a:r>
          </a:p>
        </p:txBody>
      </p:sp>
      <p:sp>
        <p:nvSpPr>
          <p:cNvPr id="4" name="">
            <a:extLst xmlns:a="http://schemas.openxmlformats.org/drawingml/2006/main">
              <a:ext uri="{FF2B5EF4-FFF2-40B4-BE49-F238E27FC236}">
                <a16:creationId xmlns:a16="http://schemas.microsoft.com/office/drawing/2014/main" id="{BB4B834A-B055-4021-BCA0-71EBB3EDE5B8}"/>
              </a:ext>
            </a:extLst>
          </p:cNvPr>
          <p:cNvSpPr>
            <a:spLocks xmlns:a="http://schemas.openxmlformats.org/drawingml/2006/main" noGrp="1"/>
          </p:cNvSpPr>
          <p:nvPr/>
        </p:nvSpPr>
        <p:spPr>
          <a:xfrm xmlns:a="http://schemas.openxmlformats.org/drawingml/2006/main">
            <a:off x="609600" y="6324600"/>
            <a:ext cx="10972800" cy="9525"/>
          </a:xfrm>
          <a:prstGeom xmlns:a="http://schemas.openxmlformats.org/drawingml/2006/main" prst="rect">
            <a:avLst/>
          </a:prstGeom>
          <a:solidFill xmlns:a="http://schemas.openxmlformats.org/drawingml/2006/main">
            <a:srgbClr val="D7E3E9"/>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A3389F9-9520-4C95-8186-95C2DF6E58A4}"/>
              </a:ext>
            </a:extLst>
          </p:cNvPr>
          <p:cNvSpPr>
            <a:spLocks xmlns:a="http://schemas.openxmlformats.org/drawingml/2006/main" noGrp="1"/>
          </p:cNvSpPr>
          <p:nvPr/>
        </p:nvSpPr>
        <p:spPr>
          <a:xfrm xmlns:a="http://schemas.openxmlformats.org/drawingml/2006/main">
            <a:off x="609600" y="6429375"/>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AgentFlow  |  Final Review</a:t>
            </a:r>
          </a:p>
        </p:txBody>
      </p:sp>
      <p:sp>
        <p:nvSpPr>
          <p:cNvPr id="6" name="">
            <a:extLst xmlns:a="http://schemas.openxmlformats.org/drawingml/2006/main">
              <a:ext uri="{FF2B5EF4-FFF2-40B4-BE49-F238E27FC236}">
                <a16:creationId xmlns:a16="http://schemas.microsoft.com/office/drawing/2014/main" id="{69A1A0BE-F675-4C72-AB2A-4E63B011EFE8}"/>
              </a:ext>
            </a:extLst>
          </p:cNvPr>
          <p:cNvSpPr>
            <a:spLocks xmlns:a="http://schemas.openxmlformats.org/drawingml/2006/main" noGrp="1"/>
          </p:cNvSpPr>
          <p:nvPr/>
        </p:nvSpPr>
        <p:spPr>
          <a:xfrm xmlns:a="http://schemas.openxmlformats.org/drawingml/2006/main">
            <a:off x="11029950" y="642937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28</a:t>
            </a:r>
          </a:p>
        </p:txBody>
      </p:sp>
      <p:sp>
        <p:nvSpPr>
          <p:cNvPr id="7" name="">
            <a:extLst xmlns:a="http://schemas.openxmlformats.org/drawingml/2006/main">
              <a:ext uri="{FF2B5EF4-FFF2-40B4-BE49-F238E27FC236}">
                <a16:creationId xmlns:a16="http://schemas.microsoft.com/office/drawing/2014/main" id="{662C8B48-3F3C-4AD0-963A-3ABFF0A477EC}"/>
              </a:ext>
            </a:extLst>
          </p:cNvPr>
          <p:cNvSpPr>
            <a:spLocks xmlns:a="http://schemas.openxmlformats.org/drawingml/2006/main" noGrp="1"/>
          </p:cNvSpPr>
          <p:nvPr/>
        </p:nvSpPr>
        <p:spPr>
          <a:xfrm xmlns:a="http://schemas.openxmlformats.org/drawingml/2006/main">
            <a:off x="704850" y="180975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07E78"/>
                </a:solidFill>
              </a:defRPr>
            </a:defPPr>
            <a:lvl1pPr>
              <a:defRPr sz="1725" b="1">
                <a:solidFill>
                  <a:srgbClr val="007E78"/>
                </a:solidFill>
              </a:defRPr>
            </a:lvl1pPr>
            <a:lvl2pPr>
              <a:defRPr sz="1725" b="1">
                <a:solidFill>
                  <a:srgbClr val="007E78"/>
                </a:solidFill>
              </a:defRPr>
            </a:lvl2pPr>
            <a:lvl3pPr>
              <a:defRPr sz="1725" b="1">
                <a:solidFill>
                  <a:srgbClr val="007E78"/>
                </a:solidFill>
              </a:defRPr>
            </a:lvl3pPr>
            <a:lvl4pPr>
              <a:defRPr sz="1725" b="1">
                <a:solidFill>
                  <a:srgbClr val="007E78"/>
                </a:solidFill>
              </a:defRPr>
            </a:lvl4pPr>
            <a:lvl5pPr>
              <a:defRPr sz="1725" b="1">
                <a:solidFill>
                  <a:srgbClr val="007E78"/>
                </a:solidFill>
              </a:defRPr>
            </a:lvl5pPr>
            <a:lvl6pPr>
              <a:defRPr sz="1725" b="1">
                <a:solidFill>
                  <a:srgbClr val="007E78"/>
                </a:solidFill>
              </a:defRPr>
            </a:lvl6pPr>
            <a:lvl7pPr>
              <a:defRPr sz="1725" b="1">
                <a:solidFill>
                  <a:srgbClr val="007E78"/>
                </a:solidFill>
              </a:defRPr>
            </a:lvl7pPr>
            <a:lvl8pPr>
              <a:defRPr sz="1725" b="1">
                <a:solidFill>
                  <a:srgbClr val="007E78"/>
                </a:solidFill>
              </a:defRPr>
            </a:lvl8pPr>
            <a:lvl9pPr>
              <a:defRPr sz="1725" b="1">
                <a:solidFill>
                  <a:srgbClr val="007E78"/>
                </a:solidFill>
              </a:defRPr>
            </a:lvl9pPr>
          </a:lstStyle>
          <a:p xmlns:a="http://schemas.openxmlformats.org/drawingml/2006/main">
            <a:pPr>
              <a:buNone/>
              <a:defRPr sz="1725" b="1">
                <a:solidFill>
                  <a:srgbClr val="007E78"/>
                </a:solidFill>
              </a:defRPr>
            </a:pPr>
            <a:r>
              <a:rPr sz="1725" b="1">
                <a:solidFill>
                  <a:srgbClr val="007E78"/>
                </a:solidFill>
              </a:rPr>
              <a:t>Search output</a:t>
            </a:r>
          </a:p>
        </p:txBody>
      </p:sp>
      <p:sp>
        <p:nvSpPr>
          <p:cNvPr id="8" name="">
            <a:extLst xmlns:a="http://schemas.openxmlformats.org/drawingml/2006/main">
              <a:ext uri="{FF2B5EF4-FFF2-40B4-BE49-F238E27FC236}">
                <a16:creationId xmlns:a16="http://schemas.microsoft.com/office/drawing/2014/main" id="{D00FC6F2-2C2A-43E1-8BCC-2DF30809F80C}"/>
              </a:ext>
            </a:extLst>
          </p:cNvPr>
          <p:cNvSpPr>
            <a:spLocks xmlns:a="http://schemas.openxmlformats.org/drawingml/2006/main" noGrp="1"/>
          </p:cNvSpPr>
          <p:nvPr/>
        </p:nvSpPr>
        <p:spPr>
          <a:xfrm xmlns:a="http://schemas.openxmlformats.org/drawingml/2006/main">
            <a:off x="3352800" y="1809750"/>
            <a:ext cx="7924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153047"/>
                </a:solidFill>
              </a:defRPr>
            </a:defPPr>
            <a:lvl1pPr>
              <a:defRPr sz="1725" b="0">
                <a:solidFill>
                  <a:srgbClr val="153047"/>
                </a:solidFill>
              </a:defRPr>
            </a:lvl1pPr>
            <a:lvl2pPr>
              <a:defRPr sz="1725" b="0">
                <a:solidFill>
                  <a:srgbClr val="153047"/>
                </a:solidFill>
              </a:defRPr>
            </a:lvl2pPr>
            <a:lvl3pPr>
              <a:defRPr sz="1725" b="0">
                <a:solidFill>
                  <a:srgbClr val="153047"/>
                </a:solidFill>
              </a:defRPr>
            </a:lvl3pPr>
            <a:lvl4pPr>
              <a:defRPr sz="1725" b="0">
                <a:solidFill>
                  <a:srgbClr val="153047"/>
                </a:solidFill>
              </a:defRPr>
            </a:lvl4pPr>
            <a:lvl5pPr>
              <a:defRPr sz="1725" b="0">
                <a:solidFill>
                  <a:srgbClr val="153047"/>
                </a:solidFill>
              </a:defRPr>
            </a:lvl5pPr>
            <a:lvl6pPr>
              <a:defRPr sz="1725" b="0">
                <a:solidFill>
                  <a:srgbClr val="153047"/>
                </a:solidFill>
              </a:defRPr>
            </a:lvl6pPr>
            <a:lvl7pPr>
              <a:defRPr sz="1725" b="0">
                <a:solidFill>
                  <a:srgbClr val="153047"/>
                </a:solidFill>
              </a:defRPr>
            </a:lvl7pPr>
            <a:lvl8pPr>
              <a:defRPr sz="1725" b="0">
                <a:solidFill>
                  <a:srgbClr val="153047"/>
                </a:solidFill>
              </a:defRPr>
            </a:lvl8pPr>
            <a:lvl9pPr>
              <a:defRPr sz="1725" b="0">
                <a:solidFill>
                  <a:srgbClr val="153047"/>
                </a:solidFill>
              </a:defRPr>
            </a:lvl9pPr>
          </a:lstStyle>
          <a:p xmlns:a="http://schemas.openxmlformats.org/drawingml/2006/main">
            <a:pPr>
              <a:buNone/>
              <a:defRPr sz="1725" b="0">
                <a:solidFill>
                  <a:srgbClr val="153047"/>
                </a:solidFill>
              </a:defRPr>
            </a:pPr>
            <a:r>
              <a:rPr sz="1725" b="0">
                <a:solidFill>
                  <a:srgbClr val="153047"/>
                </a:solidFill>
              </a:rPr>
              <a:t>Title, authors, year, DOI, URL, and relation_to_upload for each returned record.</a:t>
            </a:r>
          </a:p>
        </p:txBody>
      </p:sp>
      <p:sp>
        <p:nvSpPr>
          <p:cNvPr id="9" name="">
            <a:extLst xmlns:a="http://schemas.openxmlformats.org/drawingml/2006/main">
              <a:ext uri="{FF2B5EF4-FFF2-40B4-BE49-F238E27FC236}">
                <a16:creationId xmlns:a16="http://schemas.microsoft.com/office/drawing/2014/main" id="{3D7BA8BC-AD15-4CCA-B20B-F2C1F6D26971}"/>
              </a:ext>
            </a:extLst>
          </p:cNvPr>
          <p:cNvSpPr>
            <a:spLocks xmlns:a="http://schemas.openxmlformats.org/drawingml/2006/main" noGrp="1"/>
          </p:cNvSpPr>
          <p:nvPr/>
        </p:nvSpPr>
        <p:spPr>
          <a:xfrm xmlns:a="http://schemas.openxmlformats.org/drawingml/2006/main">
            <a:off x="704850" y="285750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07E78"/>
                </a:solidFill>
              </a:defRPr>
            </a:defPPr>
            <a:lvl1pPr>
              <a:defRPr sz="1725" b="1">
                <a:solidFill>
                  <a:srgbClr val="007E78"/>
                </a:solidFill>
              </a:defRPr>
            </a:lvl1pPr>
            <a:lvl2pPr>
              <a:defRPr sz="1725" b="1">
                <a:solidFill>
                  <a:srgbClr val="007E78"/>
                </a:solidFill>
              </a:defRPr>
            </a:lvl2pPr>
            <a:lvl3pPr>
              <a:defRPr sz="1725" b="1">
                <a:solidFill>
                  <a:srgbClr val="007E78"/>
                </a:solidFill>
              </a:defRPr>
            </a:lvl3pPr>
            <a:lvl4pPr>
              <a:defRPr sz="1725" b="1">
                <a:solidFill>
                  <a:srgbClr val="007E78"/>
                </a:solidFill>
              </a:defRPr>
            </a:lvl4pPr>
            <a:lvl5pPr>
              <a:defRPr sz="1725" b="1">
                <a:solidFill>
                  <a:srgbClr val="007E78"/>
                </a:solidFill>
              </a:defRPr>
            </a:lvl5pPr>
            <a:lvl6pPr>
              <a:defRPr sz="1725" b="1">
                <a:solidFill>
                  <a:srgbClr val="007E78"/>
                </a:solidFill>
              </a:defRPr>
            </a:lvl6pPr>
            <a:lvl7pPr>
              <a:defRPr sz="1725" b="1">
                <a:solidFill>
                  <a:srgbClr val="007E78"/>
                </a:solidFill>
              </a:defRPr>
            </a:lvl7pPr>
            <a:lvl8pPr>
              <a:defRPr sz="1725" b="1">
                <a:solidFill>
                  <a:srgbClr val="007E78"/>
                </a:solidFill>
              </a:defRPr>
            </a:lvl8pPr>
            <a:lvl9pPr>
              <a:defRPr sz="1725" b="1">
                <a:solidFill>
                  <a:srgbClr val="007E78"/>
                </a:solidFill>
              </a:defRPr>
            </a:lvl9pPr>
          </a:lstStyle>
          <a:p xmlns:a="http://schemas.openxmlformats.org/drawingml/2006/main">
            <a:pPr>
              <a:buNone/>
              <a:defRPr sz="1725" b="1">
                <a:solidFill>
                  <a:srgbClr val="007E78"/>
                </a:solidFill>
              </a:defRPr>
            </a:pPr>
            <a:r>
              <a:rPr sz="1725" b="1">
                <a:solidFill>
                  <a:srgbClr val="007E78"/>
                </a:solidFill>
              </a:rPr>
              <a:t>Exact match</a:t>
            </a:r>
          </a:p>
        </p:txBody>
      </p:sp>
      <p:sp>
        <p:nvSpPr>
          <p:cNvPr id="10" name="">
            <a:extLst xmlns:a="http://schemas.openxmlformats.org/drawingml/2006/main">
              <a:ext uri="{FF2B5EF4-FFF2-40B4-BE49-F238E27FC236}">
                <a16:creationId xmlns:a16="http://schemas.microsoft.com/office/drawing/2014/main" id="{890DAC63-991E-4AB5-8E9F-FEDFB75FE7A4}"/>
              </a:ext>
            </a:extLst>
          </p:cNvPr>
          <p:cNvSpPr>
            <a:spLocks xmlns:a="http://schemas.openxmlformats.org/drawingml/2006/main" noGrp="1"/>
          </p:cNvSpPr>
          <p:nvPr/>
        </p:nvSpPr>
        <p:spPr>
          <a:xfrm xmlns:a="http://schemas.openxmlformats.org/drawingml/2006/main">
            <a:off x="3352800" y="2857500"/>
            <a:ext cx="7924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153047"/>
                </a:solidFill>
              </a:defRPr>
            </a:defPPr>
            <a:lvl1pPr>
              <a:defRPr sz="1725" b="0">
                <a:solidFill>
                  <a:srgbClr val="153047"/>
                </a:solidFill>
              </a:defRPr>
            </a:lvl1pPr>
            <a:lvl2pPr>
              <a:defRPr sz="1725" b="0">
                <a:solidFill>
                  <a:srgbClr val="153047"/>
                </a:solidFill>
              </a:defRPr>
            </a:lvl2pPr>
            <a:lvl3pPr>
              <a:defRPr sz="1725" b="0">
                <a:solidFill>
                  <a:srgbClr val="153047"/>
                </a:solidFill>
              </a:defRPr>
            </a:lvl3pPr>
            <a:lvl4pPr>
              <a:defRPr sz="1725" b="0">
                <a:solidFill>
                  <a:srgbClr val="153047"/>
                </a:solidFill>
              </a:defRPr>
            </a:lvl4pPr>
            <a:lvl5pPr>
              <a:defRPr sz="1725" b="0">
                <a:solidFill>
                  <a:srgbClr val="153047"/>
                </a:solidFill>
              </a:defRPr>
            </a:lvl5pPr>
            <a:lvl6pPr>
              <a:defRPr sz="1725" b="0">
                <a:solidFill>
                  <a:srgbClr val="153047"/>
                </a:solidFill>
              </a:defRPr>
            </a:lvl6pPr>
            <a:lvl7pPr>
              <a:defRPr sz="1725" b="0">
                <a:solidFill>
                  <a:srgbClr val="153047"/>
                </a:solidFill>
              </a:defRPr>
            </a:lvl7pPr>
            <a:lvl8pPr>
              <a:defRPr sz="1725" b="0">
                <a:solidFill>
                  <a:srgbClr val="153047"/>
                </a:solidFill>
              </a:defRPr>
            </a:lvl8pPr>
            <a:lvl9pPr>
              <a:defRPr sz="1725" b="0">
                <a:solidFill>
                  <a:srgbClr val="153047"/>
                </a:solidFill>
              </a:defRPr>
            </a:lvl9pPr>
          </a:lstStyle>
          <a:p xmlns:a="http://schemas.openxmlformats.org/drawingml/2006/main">
            <a:pPr>
              <a:buNone/>
              <a:defRPr sz="1725" b="0">
                <a:solidFill>
                  <a:srgbClr val="153047"/>
                </a:solidFill>
              </a:defRPr>
            </a:pPr>
            <a:r>
              <a:rPr sz="1725" b="0">
                <a:solidFill>
                  <a:srgbClr val="153047"/>
                </a:solidFill>
              </a:rPr>
              <a:t>An uploaded_paper_metadata label links metadata to a supplied paper title.</a:t>
            </a:r>
          </a:p>
        </p:txBody>
      </p:sp>
      <p:sp>
        <p:nvSpPr>
          <p:cNvPr id="11" name="">
            <a:extLst xmlns:a="http://schemas.openxmlformats.org/drawingml/2006/main">
              <a:ext uri="{FF2B5EF4-FFF2-40B4-BE49-F238E27FC236}">
                <a16:creationId xmlns:a16="http://schemas.microsoft.com/office/drawing/2014/main" id="{7664929B-AB59-4049-BD05-302D0656DA33}"/>
              </a:ext>
            </a:extLst>
          </p:cNvPr>
          <p:cNvSpPr>
            <a:spLocks xmlns:a="http://schemas.openxmlformats.org/drawingml/2006/main" noGrp="1"/>
          </p:cNvSpPr>
          <p:nvPr/>
        </p:nvSpPr>
        <p:spPr>
          <a:xfrm xmlns:a="http://schemas.openxmlformats.org/drawingml/2006/main">
            <a:off x="704850" y="390525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07E78"/>
                </a:solidFill>
              </a:defRPr>
            </a:defPPr>
            <a:lvl1pPr>
              <a:defRPr sz="1725" b="1">
                <a:solidFill>
                  <a:srgbClr val="007E78"/>
                </a:solidFill>
              </a:defRPr>
            </a:lvl1pPr>
            <a:lvl2pPr>
              <a:defRPr sz="1725" b="1">
                <a:solidFill>
                  <a:srgbClr val="007E78"/>
                </a:solidFill>
              </a:defRPr>
            </a:lvl2pPr>
            <a:lvl3pPr>
              <a:defRPr sz="1725" b="1">
                <a:solidFill>
                  <a:srgbClr val="007E78"/>
                </a:solidFill>
              </a:defRPr>
            </a:lvl3pPr>
            <a:lvl4pPr>
              <a:defRPr sz="1725" b="1">
                <a:solidFill>
                  <a:srgbClr val="007E78"/>
                </a:solidFill>
              </a:defRPr>
            </a:lvl4pPr>
            <a:lvl5pPr>
              <a:defRPr sz="1725" b="1">
                <a:solidFill>
                  <a:srgbClr val="007E78"/>
                </a:solidFill>
              </a:defRPr>
            </a:lvl5pPr>
            <a:lvl6pPr>
              <a:defRPr sz="1725" b="1">
                <a:solidFill>
                  <a:srgbClr val="007E78"/>
                </a:solidFill>
              </a:defRPr>
            </a:lvl6pPr>
            <a:lvl7pPr>
              <a:defRPr sz="1725" b="1">
                <a:solidFill>
                  <a:srgbClr val="007E78"/>
                </a:solidFill>
              </a:defRPr>
            </a:lvl7pPr>
            <a:lvl8pPr>
              <a:defRPr sz="1725" b="1">
                <a:solidFill>
                  <a:srgbClr val="007E78"/>
                </a:solidFill>
              </a:defRPr>
            </a:lvl8pPr>
            <a:lvl9pPr>
              <a:defRPr sz="1725" b="1">
                <a:solidFill>
                  <a:srgbClr val="007E78"/>
                </a:solidFill>
              </a:defRPr>
            </a:lvl9pPr>
          </a:lstStyle>
          <a:p xmlns:a="http://schemas.openxmlformats.org/drawingml/2006/main">
            <a:pPr>
              <a:buNone/>
              <a:defRPr sz="1725" b="1">
                <a:solidFill>
                  <a:srgbClr val="007E78"/>
                </a:solidFill>
              </a:defRPr>
            </a:pPr>
            <a:r>
              <a:rPr sz="1725" b="1">
                <a:solidFill>
                  <a:srgbClr val="007E78"/>
                </a:solidFill>
              </a:rPr>
              <a:t>Candidate</a:t>
            </a:r>
          </a:p>
        </p:txBody>
      </p:sp>
      <p:sp>
        <p:nvSpPr>
          <p:cNvPr id="12" name="">
            <a:extLst xmlns:a="http://schemas.openxmlformats.org/drawingml/2006/main">
              <a:ext uri="{FF2B5EF4-FFF2-40B4-BE49-F238E27FC236}">
                <a16:creationId xmlns:a16="http://schemas.microsoft.com/office/drawing/2014/main" id="{762B3B92-21C7-4A71-8A78-D81FE730CE79}"/>
              </a:ext>
            </a:extLst>
          </p:cNvPr>
          <p:cNvSpPr>
            <a:spLocks xmlns:a="http://schemas.openxmlformats.org/drawingml/2006/main" noGrp="1"/>
          </p:cNvSpPr>
          <p:nvPr/>
        </p:nvSpPr>
        <p:spPr>
          <a:xfrm xmlns:a="http://schemas.openxmlformats.org/drawingml/2006/main">
            <a:off x="3352800" y="3905250"/>
            <a:ext cx="7924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153047"/>
                </a:solidFill>
              </a:defRPr>
            </a:defPPr>
            <a:lvl1pPr>
              <a:defRPr sz="1725" b="0">
                <a:solidFill>
                  <a:srgbClr val="153047"/>
                </a:solidFill>
              </a:defRPr>
            </a:lvl1pPr>
            <a:lvl2pPr>
              <a:defRPr sz="1725" b="0">
                <a:solidFill>
                  <a:srgbClr val="153047"/>
                </a:solidFill>
              </a:defRPr>
            </a:lvl2pPr>
            <a:lvl3pPr>
              <a:defRPr sz="1725" b="0">
                <a:solidFill>
                  <a:srgbClr val="153047"/>
                </a:solidFill>
              </a:defRPr>
            </a:lvl3pPr>
            <a:lvl4pPr>
              <a:defRPr sz="1725" b="0">
                <a:solidFill>
                  <a:srgbClr val="153047"/>
                </a:solidFill>
              </a:defRPr>
            </a:lvl4pPr>
            <a:lvl5pPr>
              <a:defRPr sz="1725" b="0">
                <a:solidFill>
                  <a:srgbClr val="153047"/>
                </a:solidFill>
              </a:defRPr>
            </a:lvl5pPr>
            <a:lvl6pPr>
              <a:defRPr sz="1725" b="0">
                <a:solidFill>
                  <a:srgbClr val="153047"/>
                </a:solidFill>
              </a:defRPr>
            </a:lvl6pPr>
            <a:lvl7pPr>
              <a:defRPr sz="1725" b="0">
                <a:solidFill>
                  <a:srgbClr val="153047"/>
                </a:solidFill>
              </a:defRPr>
            </a:lvl7pPr>
            <a:lvl8pPr>
              <a:defRPr sz="1725" b="0">
                <a:solidFill>
                  <a:srgbClr val="153047"/>
                </a:solidFill>
              </a:defRPr>
            </a:lvl8pPr>
            <a:lvl9pPr>
              <a:defRPr sz="1725" b="0">
                <a:solidFill>
                  <a:srgbClr val="153047"/>
                </a:solidFill>
              </a:defRPr>
            </a:lvl9pPr>
          </a:lstStyle>
          <a:p xmlns:a="http://schemas.openxmlformats.org/drawingml/2006/main">
            <a:pPr>
              <a:buNone/>
              <a:defRPr sz="1725" b="0">
                <a:solidFill>
                  <a:srgbClr val="153047"/>
                </a:solidFill>
              </a:defRPr>
            </a:pPr>
            <a:r>
              <a:rPr sz="1725" b="0">
                <a:solidFill>
                  <a:srgbClr val="153047"/>
                </a:solidFill>
              </a:rPr>
              <a:t>A candidate_related label means title-term overlap only; no full text was reviewed.</a:t>
            </a:r>
          </a:p>
        </p:txBody>
      </p:sp>
      <p:sp>
        <p:nvSpPr>
          <p:cNvPr id="13" name="">
            <a:extLst xmlns:a="http://schemas.openxmlformats.org/drawingml/2006/main">
              <a:ext uri="{FF2B5EF4-FFF2-40B4-BE49-F238E27FC236}">
                <a16:creationId xmlns:a16="http://schemas.microsoft.com/office/drawing/2014/main" id="{567DBC0B-A4F4-4A4A-9E22-EB910529A539}"/>
              </a:ext>
            </a:extLst>
          </p:cNvPr>
          <p:cNvSpPr>
            <a:spLocks xmlns:a="http://schemas.openxmlformats.org/drawingml/2006/main" noGrp="1"/>
          </p:cNvSpPr>
          <p:nvPr/>
        </p:nvSpPr>
        <p:spPr>
          <a:xfrm xmlns:a="http://schemas.openxmlformats.org/drawingml/2006/main">
            <a:off x="704850" y="495300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07E78"/>
                </a:solidFill>
              </a:defRPr>
            </a:defPPr>
            <a:lvl1pPr>
              <a:defRPr sz="1725" b="1">
                <a:solidFill>
                  <a:srgbClr val="007E78"/>
                </a:solidFill>
              </a:defRPr>
            </a:lvl1pPr>
            <a:lvl2pPr>
              <a:defRPr sz="1725" b="1">
                <a:solidFill>
                  <a:srgbClr val="007E78"/>
                </a:solidFill>
              </a:defRPr>
            </a:lvl2pPr>
            <a:lvl3pPr>
              <a:defRPr sz="1725" b="1">
                <a:solidFill>
                  <a:srgbClr val="007E78"/>
                </a:solidFill>
              </a:defRPr>
            </a:lvl3pPr>
            <a:lvl4pPr>
              <a:defRPr sz="1725" b="1">
                <a:solidFill>
                  <a:srgbClr val="007E78"/>
                </a:solidFill>
              </a:defRPr>
            </a:lvl4pPr>
            <a:lvl5pPr>
              <a:defRPr sz="1725" b="1">
                <a:solidFill>
                  <a:srgbClr val="007E78"/>
                </a:solidFill>
              </a:defRPr>
            </a:lvl5pPr>
            <a:lvl6pPr>
              <a:defRPr sz="1725" b="1">
                <a:solidFill>
                  <a:srgbClr val="007E78"/>
                </a:solidFill>
              </a:defRPr>
            </a:lvl6pPr>
            <a:lvl7pPr>
              <a:defRPr sz="1725" b="1">
                <a:solidFill>
                  <a:srgbClr val="007E78"/>
                </a:solidFill>
              </a:defRPr>
            </a:lvl7pPr>
            <a:lvl8pPr>
              <a:defRPr sz="1725" b="1">
                <a:solidFill>
                  <a:srgbClr val="007E78"/>
                </a:solidFill>
              </a:defRPr>
            </a:lvl8pPr>
            <a:lvl9pPr>
              <a:defRPr sz="1725" b="1">
                <a:solidFill>
                  <a:srgbClr val="007E78"/>
                </a:solidFill>
              </a:defRPr>
            </a:lvl9pPr>
          </a:lstStyle>
          <a:p xmlns:a="http://schemas.openxmlformats.org/drawingml/2006/main">
            <a:pPr>
              <a:buNone/>
              <a:defRPr sz="1725" b="1">
                <a:solidFill>
                  <a:srgbClr val="007E78"/>
                </a:solidFill>
              </a:defRPr>
            </a:pPr>
            <a:r>
              <a:rPr sz="1725" b="1">
                <a:solidFill>
                  <a:srgbClr val="007E78"/>
                </a:solidFill>
              </a:rPr>
              <a:t>Chart output</a:t>
            </a:r>
          </a:p>
        </p:txBody>
      </p:sp>
      <p:sp>
        <p:nvSpPr>
          <p:cNvPr id="14" name="">
            <a:extLst xmlns:a="http://schemas.openxmlformats.org/drawingml/2006/main">
              <a:ext uri="{FF2B5EF4-FFF2-40B4-BE49-F238E27FC236}">
                <a16:creationId xmlns:a16="http://schemas.microsoft.com/office/drawing/2014/main" id="{D47822B1-6F40-4A90-8B10-4E9B25FFD497}"/>
              </a:ext>
            </a:extLst>
          </p:cNvPr>
          <p:cNvSpPr>
            <a:spLocks xmlns:a="http://schemas.openxmlformats.org/drawingml/2006/main" noGrp="1"/>
          </p:cNvSpPr>
          <p:nvPr/>
        </p:nvSpPr>
        <p:spPr>
          <a:xfrm xmlns:a="http://schemas.openxmlformats.org/drawingml/2006/main">
            <a:off x="3352800" y="4953000"/>
            <a:ext cx="7924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153047"/>
                </a:solidFill>
              </a:defRPr>
            </a:defPPr>
            <a:lvl1pPr>
              <a:defRPr sz="1725" b="0">
                <a:solidFill>
                  <a:srgbClr val="153047"/>
                </a:solidFill>
              </a:defRPr>
            </a:lvl1pPr>
            <a:lvl2pPr>
              <a:defRPr sz="1725" b="0">
                <a:solidFill>
                  <a:srgbClr val="153047"/>
                </a:solidFill>
              </a:defRPr>
            </a:lvl2pPr>
            <a:lvl3pPr>
              <a:defRPr sz="1725" b="0">
                <a:solidFill>
                  <a:srgbClr val="153047"/>
                </a:solidFill>
              </a:defRPr>
            </a:lvl3pPr>
            <a:lvl4pPr>
              <a:defRPr sz="1725" b="0">
                <a:solidFill>
                  <a:srgbClr val="153047"/>
                </a:solidFill>
              </a:defRPr>
            </a:lvl4pPr>
            <a:lvl5pPr>
              <a:defRPr sz="1725" b="0">
                <a:solidFill>
                  <a:srgbClr val="153047"/>
                </a:solidFill>
              </a:defRPr>
            </a:lvl5pPr>
            <a:lvl6pPr>
              <a:defRPr sz="1725" b="0">
                <a:solidFill>
                  <a:srgbClr val="153047"/>
                </a:solidFill>
              </a:defRPr>
            </a:lvl6pPr>
            <a:lvl7pPr>
              <a:defRPr sz="1725" b="0">
                <a:solidFill>
                  <a:srgbClr val="153047"/>
                </a:solidFill>
              </a:defRPr>
            </a:lvl7pPr>
            <a:lvl8pPr>
              <a:defRPr sz="1725" b="0">
                <a:solidFill>
                  <a:srgbClr val="153047"/>
                </a:solidFill>
              </a:defRPr>
            </a:lvl8pPr>
            <a:lvl9pPr>
              <a:defRPr sz="1725" b="0">
                <a:solidFill>
                  <a:srgbClr val="153047"/>
                </a:solidFill>
              </a:defRPr>
            </a:lvl9pPr>
          </a:lstStyle>
          <a:p xmlns:a="http://schemas.openxmlformats.org/drawingml/2006/main">
            <a:pPr>
              <a:buNone/>
              <a:defRPr sz="1725" b="0">
                <a:solidFill>
                  <a:srgbClr val="153047"/>
                </a:solidFill>
              </a:defRPr>
            </a:pPr>
            <a:r>
              <a:rPr sz="1725" b="0">
                <a:solidFill>
                  <a:srgbClr val="153047"/>
                </a:solidFill>
              </a:rPr>
              <a:t>PNG artifact URL plus a message. Zero missing counts produce an explicit “No missing values” chart.</a:t>
            </a:r>
          </a:p>
        </p:txBody>
      </p:sp>
    </p:spTree>
    <p:extLst>
      <p:ext uri="{BB962C8B-B14F-4D97-AF65-F5344CB8AC3E}">
        <p14:creationId xmlns:p14="http://schemas.microsoft.com/office/powerpoint/2010/main" val="661933286"/>
      </p:ext>
    </p:extLst>
  </p:cSld>
</p:sld>
</file>

<file path=ppt/slides/slide29.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5E2B5ED-C80A-42C3-AED2-D2A4450E5B3B}"/>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E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CC66A8C-EF5F-43BB-A3F2-C73B5225F2CF}"/>
              </a:ext>
            </a:extLst>
          </p:cNvPr>
          <p:cNvSpPr>
            <a:spLocks xmlns:a="http://schemas.openxmlformats.org/drawingml/2006/main" noGrp="1"/>
          </p:cNvSpPr>
          <p:nvPr/>
        </p:nvSpPr>
        <p:spPr>
          <a:xfrm xmlns:a="http://schemas.openxmlformats.org/drawingml/2006/main">
            <a:off x="609600" y="323850"/>
            <a:ext cx="1009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07E78"/>
                </a:solidFill>
              </a:defRPr>
            </a:defPPr>
            <a:lvl1pPr>
              <a:defRPr sz="1125" b="1">
                <a:solidFill>
                  <a:srgbClr val="007E78"/>
                </a:solidFill>
              </a:defRPr>
            </a:lvl1pPr>
            <a:lvl2pPr>
              <a:defRPr sz="1125" b="1">
                <a:solidFill>
                  <a:srgbClr val="007E78"/>
                </a:solidFill>
              </a:defRPr>
            </a:lvl2pPr>
            <a:lvl3pPr>
              <a:defRPr sz="1125" b="1">
                <a:solidFill>
                  <a:srgbClr val="007E78"/>
                </a:solidFill>
              </a:defRPr>
            </a:lvl3pPr>
            <a:lvl4pPr>
              <a:defRPr sz="1125" b="1">
                <a:solidFill>
                  <a:srgbClr val="007E78"/>
                </a:solidFill>
              </a:defRPr>
            </a:lvl4pPr>
            <a:lvl5pPr>
              <a:defRPr sz="1125" b="1">
                <a:solidFill>
                  <a:srgbClr val="007E78"/>
                </a:solidFill>
              </a:defRPr>
            </a:lvl5pPr>
            <a:lvl6pPr>
              <a:defRPr sz="1125" b="1">
                <a:solidFill>
                  <a:srgbClr val="007E78"/>
                </a:solidFill>
              </a:defRPr>
            </a:lvl6pPr>
            <a:lvl7pPr>
              <a:defRPr sz="1125" b="1">
                <a:solidFill>
                  <a:srgbClr val="007E78"/>
                </a:solidFill>
              </a:defRPr>
            </a:lvl7pPr>
            <a:lvl8pPr>
              <a:defRPr sz="1125" b="1">
                <a:solidFill>
                  <a:srgbClr val="007E78"/>
                </a:solidFill>
              </a:defRPr>
            </a:lvl8pPr>
            <a:lvl9pPr>
              <a:defRPr sz="1125" b="1">
                <a:solidFill>
                  <a:srgbClr val="007E78"/>
                </a:solidFill>
              </a:defRPr>
            </a:lvl9pPr>
          </a:lstStyle>
          <a:p xmlns:a="http://schemas.openxmlformats.org/drawingml/2006/main">
            <a:pPr>
              <a:buNone/>
              <a:defRPr sz="1125" b="1">
                <a:solidFill>
                  <a:srgbClr val="007E78"/>
                </a:solidFill>
              </a:defRPr>
            </a:pPr>
            <a:r>
              <a:rPr sz="1125" b="1">
                <a:solidFill>
                  <a:srgbClr val="007E78"/>
                </a:solidFill>
              </a:rPr>
              <a:t>28  WORKED EXAMPLE</a:t>
            </a:r>
          </a:p>
        </p:txBody>
      </p:sp>
      <p:sp>
        <p:nvSpPr>
          <p:cNvPr id="3" name="">
            <a:extLst xmlns:a="http://schemas.openxmlformats.org/drawingml/2006/main">
              <a:ext uri="{FF2B5EF4-FFF2-40B4-BE49-F238E27FC236}">
                <a16:creationId xmlns:a16="http://schemas.microsoft.com/office/drawing/2014/main" id="{060DFEA9-B104-464A-8D27-0AC42B737EFB}"/>
              </a:ext>
            </a:extLst>
          </p:cNvPr>
          <p:cNvSpPr>
            <a:spLocks xmlns:a="http://schemas.openxmlformats.org/drawingml/2006/main" noGrp="1"/>
          </p:cNvSpPr>
          <p:nvPr/>
        </p:nvSpPr>
        <p:spPr>
          <a:xfrm xmlns:a="http://schemas.openxmlformats.org/drawingml/2006/main">
            <a:off x="609600" y="685800"/>
            <a:ext cx="10858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10243A"/>
                </a:solidFill>
              </a:defRPr>
            </a:defPPr>
            <a:lvl1pPr>
              <a:defRPr sz="2850" b="1">
                <a:solidFill>
                  <a:srgbClr val="10243A"/>
                </a:solidFill>
              </a:defRPr>
            </a:lvl1pPr>
            <a:lvl2pPr>
              <a:defRPr sz="2850" b="1">
                <a:solidFill>
                  <a:srgbClr val="10243A"/>
                </a:solidFill>
              </a:defRPr>
            </a:lvl2pPr>
            <a:lvl3pPr>
              <a:defRPr sz="2850" b="1">
                <a:solidFill>
                  <a:srgbClr val="10243A"/>
                </a:solidFill>
              </a:defRPr>
            </a:lvl3pPr>
            <a:lvl4pPr>
              <a:defRPr sz="2850" b="1">
                <a:solidFill>
                  <a:srgbClr val="10243A"/>
                </a:solidFill>
              </a:defRPr>
            </a:lvl4pPr>
            <a:lvl5pPr>
              <a:defRPr sz="2850" b="1">
                <a:solidFill>
                  <a:srgbClr val="10243A"/>
                </a:solidFill>
              </a:defRPr>
            </a:lvl5pPr>
            <a:lvl6pPr>
              <a:defRPr sz="2850" b="1">
                <a:solidFill>
                  <a:srgbClr val="10243A"/>
                </a:solidFill>
              </a:defRPr>
            </a:lvl6pPr>
            <a:lvl7pPr>
              <a:defRPr sz="2850" b="1">
                <a:solidFill>
                  <a:srgbClr val="10243A"/>
                </a:solidFill>
              </a:defRPr>
            </a:lvl7pPr>
            <a:lvl8pPr>
              <a:defRPr sz="2850" b="1">
                <a:solidFill>
                  <a:srgbClr val="10243A"/>
                </a:solidFill>
              </a:defRPr>
            </a:lvl8pPr>
            <a:lvl9pPr>
              <a:defRPr sz="2850" b="1">
                <a:solidFill>
                  <a:srgbClr val="10243A"/>
                </a:solidFill>
              </a:defRPr>
            </a:lvl9pPr>
          </a:lstStyle>
          <a:p xmlns:a="http://schemas.openxmlformats.org/drawingml/2006/main">
            <a:pPr>
              <a:buNone/>
              <a:defRPr sz="2850" b="1">
                <a:solidFill>
                  <a:srgbClr val="10243A"/>
                </a:solidFill>
              </a:defRPr>
            </a:pPr>
            <a:r>
              <a:rPr sz="2850" b="1">
                <a:solidFill>
                  <a:srgbClr val="10243A"/>
                </a:solidFill>
              </a:rPr>
              <a:t>Stage 9: cross-paper comparison</a:t>
            </a:r>
          </a:p>
        </p:txBody>
      </p:sp>
      <p:sp>
        <p:nvSpPr>
          <p:cNvPr id="4" name="">
            <a:extLst xmlns:a="http://schemas.openxmlformats.org/drawingml/2006/main">
              <a:ext uri="{FF2B5EF4-FFF2-40B4-BE49-F238E27FC236}">
                <a16:creationId xmlns:a16="http://schemas.microsoft.com/office/drawing/2014/main" id="{C1696019-9350-48E0-9697-A71B5A5EEC3C}"/>
              </a:ext>
            </a:extLst>
          </p:cNvPr>
          <p:cNvSpPr>
            <a:spLocks xmlns:a="http://schemas.openxmlformats.org/drawingml/2006/main" noGrp="1"/>
          </p:cNvSpPr>
          <p:nvPr/>
        </p:nvSpPr>
        <p:spPr>
          <a:xfrm xmlns:a="http://schemas.openxmlformats.org/drawingml/2006/main">
            <a:off x="609600" y="6324600"/>
            <a:ext cx="10972800" cy="9525"/>
          </a:xfrm>
          <a:prstGeom xmlns:a="http://schemas.openxmlformats.org/drawingml/2006/main" prst="rect">
            <a:avLst/>
          </a:prstGeom>
          <a:solidFill xmlns:a="http://schemas.openxmlformats.org/drawingml/2006/main">
            <a:srgbClr val="D7E3E9"/>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F2C4282-70D6-4F89-939B-D2D267C4BD97}"/>
              </a:ext>
            </a:extLst>
          </p:cNvPr>
          <p:cNvSpPr>
            <a:spLocks xmlns:a="http://schemas.openxmlformats.org/drawingml/2006/main" noGrp="1"/>
          </p:cNvSpPr>
          <p:nvPr/>
        </p:nvSpPr>
        <p:spPr>
          <a:xfrm xmlns:a="http://schemas.openxmlformats.org/drawingml/2006/main">
            <a:off x="609600" y="6429375"/>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AgentFlow  |  Final Review</a:t>
            </a:r>
          </a:p>
        </p:txBody>
      </p:sp>
      <p:sp>
        <p:nvSpPr>
          <p:cNvPr id="6" name="">
            <a:extLst xmlns:a="http://schemas.openxmlformats.org/drawingml/2006/main">
              <a:ext uri="{FF2B5EF4-FFF2-40B4-BE49-F238E27FC236}">
                <a16:creationId xmlns:a16="http://schemas.microsoft.com/office/drawing/2014/main" id="{665E2624-5D09-4F48-BB5D-C5B69BA554E4}"/>
              </a:ext>
            </a:extLst>
          </p:cNvPr>
          <p:cNvSpPr>
            <a:spLocks xmlns:a="http://schemas.openxmlformats.org/drawingml/2006/main" noGrp="1"/>
          </p:cNvSpPr>
          <p:nvPr/>
        </p:nvSpPr>
        <p:spPr>
          <a:xfrm xmlns:a="http://schemas.openxmlformats.org/drawingml/2006/main">
            <a:off x="11029950" y="642937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29</a:t>
            </a:r>
          </a:p>
        </p:txBody>
      </p:sp>
      <p:sp>
        <p:nvSpPr>
          <p:cNvPr id="7" name="">
            <a:extLst xmlns:a="http://schemas.openxmlformats.org/drawingml/2006/main">
              <a:ext uri="{FF2B5EF4-FFF2-40B4-BE49-F238E27FC236}">
                <a16:creationId xmlns:a16="http://schemas.microsoft.com/office/drawing/2014/main" id="{2828B002-0C77-4B27-B5EE-D561097823A8}"/>
              </a:ext>
            </a:extLst>
          </p:cNvPr>
          <p:cNvSpPr>
            <a:spLocks xmlns:a="http://schemas.openxmlformats.org/drawingml/2006/main" noGrp="1"/>
          </p:cNvSpPr>
          <p:nvPr/>
        </p:nvSpPr>
        <p:spPr>
          <a:xfrm xmlns:a="http://schemas.openxmlformats.org/drawingml/2006/main">
            <a:off x="704850" y="180975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07E78"/>
                </a:solidFill>
              </a:defRPr>
            </a:defPPr>
            <a:lvl1pPr>
              <a:defRPr sz="1725" b="1">
                <a:solidFill>
                  <a:srgbClr val="007E78"/>
                </a:solidFill>
              </a:defRPr>
            </a:lvl1pPr>
            <a:lvl2pPr>
              <a:defRPr sz="1725" b="1">
                <a:solidFill>
                  <a:srgbClr val="007E78"/>
                </a:solidFill>
              </a:defRPr>
            </a:lvl2pPr>
            <a:lvl3pPr>
              <a:defRPr sz="1725" b="1">
                <a:solidFill>
                  <a:srgbClr val="007E78"/>
                </a:solidFill>
              </a:defRPr>
            </a:lvl3pPr>
            <a:lvl4pPr>
              <a:defRPr sz="1725" b="1">
                <a:solidFill>
                  <a:srgbClr val="007E78"/>
                </a:solidFill>
              </a:defRPr>
            </a:lvl4pPr>
            <a:lvl5pPr>
              <a:defRPr sz="1725" b="1">
                <a:solidFill>
                  <a:srgbClr val="007E78"/>
                </a:solidFill>
              </a:defRPr>
            </a:lvl5pPr>
            <a:lvl6pPr>
              <a:defRPr sz="1725" b="1">
                <a:solidFill>
                  <a:srgbClr val="007E78"/>
                </a:solidFill>
              </a:defRPr>
            </a:lvl6pPr>
            <a:lvl7pPr>
              <a:defRPr sz="1725" b="1">
                <a:solidFill>
                  <a:srgbClr val="007E78"/>
                </a:solidFill>
              </a:defRPr>
            </a:lvl7pPr>
            <a:lvl8pPr>
              <a:defRPr sz="1725" b="1">
                <a:solidFill>
                  <a:srgbClr val="007E78"/>
                </a:solidFill>
              </a:defRPr>
            </a:lvl8pPr>
            <a:lvl9pPr>
              <a:defRPr sz="1725" b="1">
                <a:solidFill>
                  <a:srgbClr val="007E78"/>
                </a:solidFill>
              </a:defRPr>
            </a:lvl9pPr>
          </a:lstStyle>
          <a:p xmlns:a="http://schemas.openxmlformats.org/drawingml/2006/main">
            <a:pPr>
              <a:buNone/>
              <a:defRPr sz="1725" b="1">
                <a:solidFill>
                  <a:srgbClr val="007E78"/>
                </a:solidFill>
              </a:defRPr>
            </a:pPr>
            <a:r>
              <a:rPr sz="1725" b="1">
                <a:solidFill>
                  <a:srgbClr val="007E78"/>
                </a:solidFill>
              </a:rPr>
              <a:t>Input boundary</a:t>
            </a:r>
          </a:p>
        </p:txBody>
      </p:sp>
      <p:sp>
        <p:nvSpPr>
          <p:cNvPr id="8" name="">
            <a:extLst xmlns:a="http://schemas.openxmlformats.org/drawingml/2006/main">
              <a:ext uri="{FF2B5EF4-FFF2-40B4-BE49-F238E27FC236}">
                <a16:creationId xmlns:a16="http://schemas.microsoft.com/office/drawing/2014/main" id="{411C2EDD-77A5-4DC6-B19D-1855CF54E1C3}"/>
              </a:ext>
            </a:extLst>
          </p:cNvPr>
          <p:cNvSpPr>
            <a:spLocks xmlns:a="http://schemas.openxmlformats.org/drawingml/2006/main" noGrp="1"/>
          </p:cNvSpPr>
          <p:nvPr/>
        </p:nvSpPr>
        <p:spPr>
          <a:xfrm xmlns:a="http://schemas.openxmlformats.org/drawingml/2006/main">
            <a:off x="3352800" y="1809750"/>
            <a:ext cx="7924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153047"/>
                </a:solidFill>
              </a:defRPr>
            </a:defPPr>
            <a:lvl1pPr>
              <a:defRPr sz="1725" b="0">
                <a:solidFill>
                  <a:srgbClr val="153047"/>
                </a:solidFill>
              </a:defRPr>
            </a:lvl1pPr>
            <a:lvl2pPr>
              <a:defRPr sz="1725" b="0">
                <a:solidFill>
                  <a:srgbClr val="153047"/>
                </a:solidFill>
              </a:defRPr>
            </a:lvl2pPr>
            <a:lvl3pPr>
              <a:defRPr sz="1725" b="0">
                <a:solidFill>
                  <a:srgbClr val="153047"/>
                </a:solidFill>
              </a:defRPr>
            </a:lvl3pPr>
            <a:lvl4pPr>
              <a:defRPr sz="1725" b="0">
                <a:solidFill>
                  <a:srgbClr val="153047"/>
                </a:solidFill>
              </a:defRPr>
            </a:lvl4pPr>
            <a:lvl5pPr>
              <a:defRPr sz="1725" b="0">
                <a:solidFill>
                  <a:srgbClr val="153047"/>
                </a:solidFill>
              </a:defRPr>
            </a:lvl5pPr>
            <a:lvl6pPr>
              <a:defRPr sz="1725" b="0">
                <a:solidFill>
                  <a:srgbClr val="153047"/>
                </a:solidFill>
              </a:defRPr>
            </a:lvl6pPr>
            <a:lvl7pPr>
              <a:defRPr sz="1725" b="0">
                <a:solidFill>
                  <a:srgbClr val="153047"/>
                </a:solidFill>
              </a:defRPr>
            </a:lvl7pPr>
            <a:lvl8pPr>
              <a:defRPr sz="1725" b="0">
                <a:solidFill>
                  <a:srgbClr val="153047"/>
                </a:solidFill>
              </a:defRPr>
            </a:lvl8pPr>
            <a:lvl9pPr>
              <a:defRPr sz="1725" b="0">
                <a:solidFill>
                  <a:srgbClr val="153047"/>
                </a:solidFill>
              </a:defRPr>
            </a:lvl9pPr>
          </a:lstStyle>
          <a:p xmlns:a="http://schemas.openxmlformats.org/drawingml/2006/main">
            <a:pPr>
              <a:buNone/>
              <a:defRPr sz="1725" b="0">
                <a:solidFill>
                  <a:srgbClr val="153047"/>
                </a:solidFill>
              </a:defRPr>
            </a:pPr>
            <a:r>
              <a:rPr sz="1725" b="0">
                <a:solidFill>
                  <a:srgbClr val="153047"/>
                </a:solidFill>
              </a:rPr>
              <a:t>Bounded excerpts from Study_A.pdf, Study_B.pdf, and Study_C.pdf only.</a:t>
            </a:r>
          </a:p>
        </p:txBody>
      </p:sp>
      <p:sp>
        <p:nvSpPr>
          <p:cNvPr id="9" name="">
            <a:extLst xmlns:a="http://schemas.openxmlformats.org/drawingml/2006/main">
              <a:ext uri="{FF2B5EF4-FFF2-40B4-BE49-F238E27FC236}">
                <a16:creationId xmlns:a16="http://schemas.microsoft.com/office/drawing/2014/main" id="{FB35EBA7-5B4F-4D4F-9537-AFC7BAACFCCB}"/>
              </a:ext>
            </a:extLst>
          </p:cNvPr>
          <p:cNvSpPr>
            <a:spLocks xmlns:a="http://schemas.openxmlformats.org/drawingml/2006/main" noGrp="1"/>
          </p:cNvSpPr>
          <p:nvPr/>
        </p:nvSpPr>
        <p:spPr>
          <a:xfrm xmlns:a="http://schemas.openxmlformats.org/drawingml/2006/main">
            <a:off x="704850" y="285750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07E78"/>
                </a:solidFill>
              </a:defRPr>
            </a:defPPr>
            <a:lvl1pPr>
              <a:defRPr sz="1725" b="1">
                <a:solidFill>
                  <a:srgbClr val="007E78"/>
                </a:solidFill>
              </a:defRPr>
            </a:lvl1pPr>
            <a:lvl2pPr>
              <a:defRPr sz="1725" b="1">
                <a:solidFill>
                  <a:srgbClr val="007E78"/>
                </a:solidFill>
              </a:defRPr>
            </a:lvl2pPr>
            <a:lvl3pPr>
              <a:defRPr sz="1725" b="1">
                <a:solidFill>
                  <a:srgbClr val="007E78"/>
                </a:solidFill>
              </a:defRPr>
            </a:lvl3pPr>
            <a:lvl4pPr>
              <a:defRPr sz="1725" b="1">
                <a:solidFill>
                  <a:srgbClr val="007E78"/>
                </a:solidFill>
              </a:defRPr>
            </a:lvl4pPr>
            <a:lvl5pPr>
              <a:defRPr sz="1725" b="1">
                <a:solidFill>
                  <a:srgbClr val="007E78"/>
                </a:solidFill>
              </a:defRPr>
            </a:lvl5pPr>
            <a:lvl6pPr>
              <a:defRPr sz="1725" b="1">
                <a:solidFill>
                  <a:srgbClr val="007E78"/>
                </a:solidFill>
              </a:defRPr>
            </a:lvl6pPr>
            <a:lvl7pPr>
              <a:defRPr sz="1725" b="1">
                <a:solidFill>
                  <a:srgbClr val="007E78"/>
                </a:solidFill>
              </a:defRPr>
            </a:lvl7pPr>
            <a:lvl8pPr>
              <a:defRPr sz="1725" b="1">
                <a:solidFill>
                  <a:srgbClr val="007E78"/>
                </a:solidFill>
              </a:defRPr>
            </a:lvl8pPr>
            <a:lvl9pPr>
              <a:defRPr sz="1725" b="1">
                <a:solidFill>
                  <a:srgbClr val="007E78"/>
                </a:solidFill>
              </a:defRPr>
            </a:lvl9pPr>
          </a:lstStyle>
          <a:p xmlns:a="http://schemas.openxmlformats.org/drawingml/2006/main">
            <a:pPr>
              <a:buNone/>
              <a:defRPr sz="1725" b="1">
                <a:solidFill>
                  <a:srgbClr val="007E78"/>
                </a:solidFill>
              </a:defRPr>
            </a:pPr>
            <a:r>
              <a:rPr sz="1725" b="1">
                <a:solidFill>
                  <a:srgbClr val="007E78"/>
                </a:solidFill>
              </a:rPr>
              <a:t>Model task</a:t>
            </a:r>
          </a:p>
        </p:txBody>
      </p:sp>
      <p:sp>
        <p:nvSpPr>
          <p:cNvPr id="10" name="">
            <a:extLst xmlns:a="http://schemas.openxmlformats.org/drawingml/2006/main">
              <a:ext uri="{FF2B5EF4-FFF2-40B4-BE49-F238E27FC236}">
                <a16:creationId xmlns:a16="http://schemas.microsoft.com/office/drawing/2014/main" id="{ADBAD117-1A27-4282-ABB1-7BBABCBDB086}"/>
              </a:ext>
            </a:extLst>
          </p:cNvPr>
          <p:cNvSpPr>
            <a:spLocks xmlns:a="http://schemas.openxmlformats.org/drawingml/2006/main" noGrp="1"/>
          </p:cNvSpPr>
          <p:nvPr/>
        </p:nvSpPr>
        <p:spPr>
          <a:xfrm xmlns:a="http://schemas.openxmlformats.org/drawingml/2006/main">
            <a:off x="3352800" y="2857500"/>
            <a:ext cx="7924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153047"/>
                </a:solidFill>
              </a:defRPr>
            </a:defPPr>
            <a:lvl1pPr>
              <a:defRPr sz="1725" b="0">
                <a:solidFill>
                  <a:srgbClr val="153047"/>
                </a:solidFill>
              </a:defRPr>
            </a:lvl1pPr>
            <a:lvl2pPr>
              <a:defRPr sz="1725" b="0">
                <a:solidFill>
                  <a:srgbClr val="153047"/>
                </a:solidFill>
              </a:defRPr>
            </a:lvl2pPr>
            <a:lvl3pPr>
              <a:defRPr sz="1725" b="0">
                <a:solidFill>
                  <a:srgbClr val="153047"/>
                </a:solidFill>
              </a:defRPr>
            </a:lvl3pPr>
            <a:lvl4pPr>
              <a:defRPr sz="1725" b="0">
                <a:solidFill>
                  <a:srgbClr val="153047"/>
                </a:solidFill>
              </a:defRPr>
            </a:lvl4pPr>
            <a:lvl5pPr>
              <a:defRPr sz="1725" b="0">
                <a:solidFill>
                  <a:srgbClr val="153047"/>
                </a:solidFill>
              </a:defRPr>
            </a:lvl5pPr>
            <a:lvl6pPr>
              <a:defRPr sz="1725" b="0">
                <a:solidFill>
                  <a:srgbClr val="153047"/>
                </a:solidFill>
              </a:defRPr>
            </a:lvl6pPr>
            <a:lvl7pPr>
              <a:defRPr sz="1725" b="0">
                <a:solidFill>
                  <a:srgbClr val="153047"/>
                </a:solidFill>
              </a:defRPr>
            </a:lvl7pPr>
            <a:lvl8pPr>
              <a:defRPr sz="1725" b="0">
                <a:solidFill>
                  <a:srgbClr val="153047"/>
                </a:solidFill>
              </a:defRPr>
            </a:lvl8pPr>
            <a:lvl9pPr>
              <a:defRPr sz="1725" b="0">
                <a:solidFill>
                  <a:srgbClr val="153047"/>
                </a:solidFill>
              </a:defRPr>
            </a:lvl9pPr>
          </a:lstStyle>
          <a:p xmlns:a="http://schemas.openxmlformats.org/drawingml/2006/main">
            <a:pPr>
              <a:buNone/>
              <a:defRPr sz="1725" b="0">
                <a:solidFill>
                  <a:srgbClr val="153047"/>
                </a:solidFill>
              </a:defRPr>
            </a:pPr>
            <a:r>
              <a:rPr sz="1725" b="0">
                <a:solidFill>
                  <a:srgbClr val="153047"/>
                </a:solidFill>
              </a:rPr>
              <a:t>Compare what each study actually reports; identify a candidate gap as author-stated or inferred.</a:t>
            </a:r>
          </a:p>
        </p:txBody>
      </p:sp>
      <p:sp>
        <p:nvSpPr>
          <p:cNvPr id="11" name="">
            <a:extLst xmlns:a="http://schemas.openxmlformats.org/drawingml/2006/main">
              <a:ext uri="{FF2B5EF4-FFF2-40B4-BE49-F238E27FC236}">
                <a16:creationId xmlns:a16="http://schemas.microsoft.com/office/drawing/2014/main" id="{34E7312A-E1FD-43FC-94A6-0DAFD8699ABF}"/>
              </a:ext>
            </a:extLst>
          </p:cNvPr>
          <p:cNvSpPr>
            <a:spLocks xmlns:a="http://schemas.openxmlformats.org/drawingml/2006/main" noGrp="1"/>
          </p:cNvSpPr>
          <p:nvPr/>
        </p:nvSpPr>
        <p:spPr>
          <a:xfrm xmlns:a="http://schemas.openxmlformats.org/drawingml/2006/main">
            <a:off x="704850" y="390525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07E78"/>
                </a:solidFill>
              </a:defRPr>
            </a:defPPr>
            <a:lvl1pPr>
              <a:defRPr sz="1725" b="1">
                <a:solidFill>
                  <a:srgbClr val="007E78"/>
                </a:solidFill>
              </a:defRPr>
            </a:lvl1pPr>
            <a:lvl2pPr>
              <a:defRPr sz="1725" b="1">
                <a:solidFill>
                  <a:srgbClr val="007E78"/>
                </a:solidFill>
              </a:defRPr>
            </a:lvl2pPr>
            <a:lvl3pPr>
              <a:defRPr sz="1725" b="1">
                <a:solidFill>
                  <a:srgbClr val="007E78"/>
                </a:solidFill>
              </a:defRPr>
            </a:lvl3pPr>
            <a:lvl4pPr>
              <a:defRPr sz="1725" b="1">
                <a:solidFill>
                  <a:srgbClr val="007E78"/>
                </a:solidFill>
              </a:defRPr>
            </a:lvl4pPr>
            <a:lvl5pPr>
              <a:defRPr sz="1725" b="1">
                <a:solidFill>
                  <a:srgbClr val="007E78"/>
                </a:solidFill>
              </a:defRPr>
            </a:lvl5pPr>
            <a:lvl6pPr>
              <a:defRPr sz="1725" b="1">
                <a:solidFill>
                  <a:srgbClr val="007E78"/>
                </a:solidFill>
              </a:defRPr>
            </a:lvl6pPr>
            <a:lvl7pPr>
              <a:defRPr sz="1725" b="1">
                <a:solidFill>
                  <a:srgbClr val="007E78"/>
                </a:solidFill>
              </a:defRPr>
            </a:lvl7pPr>
            <a:lvl8pPr>
              <a:defRPr sz="1725" b="1">
                <a:solidFill>
                  <a:srgbClr val="007E78"/>
                </a:solidFill>
              </a:defRPr>
            </a:lvl8pPr>
            <a:lvl9pPr>
              <a:defRPr sz="1725" b="1">
                <a:solidFill>
                  <a:srgbClr val="007E78"/>
                </a:solidFill>
              </a:defRPr>
            </a:lvl9pPr>
          </a:lstStyle>
          <a:p xmlns:a="http://schemas.openxmlformats.org/drawingml/2006/main">
            <a:pPr>
              <a:buNone/>
              <a:defRPr sz="1725" b="1">
                <a:solidFill>
                  <a:srgbClr val="007E78"/>
                </a:solidFill>
              </a:defRPr>
            </a:pPr>
            <a:r>
              <a:rPr sz="1725" b="1">
                <a:solidFill>
                  <a:srgbClr val="007E78"/>
                </a:solidFill>
              </a:rPr>
              <a:t>Output</a:t>
            </a:r>
          </a:p>
        </p:txBody>
      </p:sp>
      <p:sp>
        <p:nvSpPr>
          <p:cNvPr id="12" name="">
            <a:extLst xmlns:a="http://schemas.openxmlformats.org/drawingml/2006/main">
              <a:ext uri="{FF2B5EF4-FFF2-40B4-BE49-F238E27FC236}">
                <a16:creationId xmlns:a16="http://schemas.microsoft.com/office/drawing/2014/main" id="{D21482B4-9EFF-4216-956A-B548E58CD640}"/>
              </a:ext>
            </a:extLst>
          </p:cNvPr>
          <p:cNvSpPr>
            <a:spLocks xmlns:a="http://schemas.openxmlformats.org/drawingml/2006/main" noGrp="1"/>
          </p:cNvSpPr>
          <p:nvPr/>
        </p:nvSpPr>
        <p:spPr>
          <a:xfrm xmlns:a="http://schemas.openxmlformats.org/drawingml/2006/main">
            <a:off x="3352800" y="3905250"/>
            <a:ext cx="7924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153047"/>
                </a:solidFill>
              </a:defRPr>
            </a:defPPr>
            <a:lvl1pPr>
              <a:defRPr sz="1725" b="0">
                <a:solidFill>
                  <a:srgbClr val="153047"/>
                </a:solidFill>
              </a:defRPr>
            </a:lvl1pPr>
            <a:lvl2pPr>
              <a:defRPr sz="1725" b="0">
                <a:solidFill>
                  <a:srgbClr val="153047"/>
                </a:solidFill>
              </a:defRPr>
            </a:lvl2pPr>
            <a:lvl3pPr>
              <a:defRPr sz="1725" b="0">
                <a:solidFill>
                  <a:srgbClr val="153047"/>
                </a:solidFill>
              </a:defRPr>
            </a:lvl3pPr>
            <a:lvl4pPr>
              <a:defRPr sz="1725" b="0">
                <a:solidFill>
                  <a:srgbClr val="153047"/>
                </a:solidFill>
              </a:defRPr>
            </a:lvl4pPr>
            <a:lvl5pPr>
              <a:defRPr sz="1725" b="0">
                <a:solidFill>
                  <a:srgbClr val="153047"/>
                </a:solidFill>
              </a:defRPr>
            </a:lvl5pPr>
            <a:lvl6pPr>
              <a:defRPr sz="1725" b="0">
                <a:solidFill>
                  <a:srgbClr val="153047"/>
                </a:solidFill>
              </a:defRPr>
            </a:lvl6pPr>
            <a:lvl7pPr>
              <a:defRPr sz="1725" b="0">
                <a:solidFill>
                  <a:srgbClr val="153047"/>
                </a:solidFill>
              </a:defRPr>
            </a:lvl7pPr>
            <a:lvl8pPr>
              <a:defRPr sz="1725" b="0">
                <a:solidFill>
                  <a:srgbClr val="153047"/>
                </a:solidFill>
              </a:defRPr>
            </a:lvl8pPr>
            <a:lvl9pPr>
              <a:defRPr sz="1725" b="0">
                <a:solidFill>
                  <a:srgbClr val="153047"/>
                </a:solidFill>
              </a:defRPr>
            </a:lvl9pPr>
          </a:lstStyle>
          <a:p xmlns:a="http://schemas.openxmlformats.org/drawingml/2006/main">
            <a:pPr>
              <a:buNone/>
              <a:defRPr sz="1725" b="0">
                <a:solidFill>
                  <a:srgbClr val="153047"/>
                </a:solidFill>
              </a:defRPr>
            </a:pPr>
            <a:r>
              <a:rPr sz="1725" b="0">
                <a:solidFill>
                  <a:srgbClr val="153047"/>
                </a:solidFill>
              </a:rPr>
              <a:t>kind=comparison; names of included documents; Markdown analysis; method label.</a:t>
            </a:r>
          </a:p>
        </p:txBody>
      </p:sp>
      <p:sp>
        <p:nvSpPr>
          <p:cNvPr id="13" name="">
            <a:extLst xmlns:a="http://schemas.openxmlformats.org/drawingml/2006/main">
              <a:ext uri="{FF2B5EF4-FFF2-40B4-BE49-F238E27FC236}">
                <a16:creationId xmlns:a16="http://schemas.microsoft.com/office/drawing/2014/main" id="{FE7B3C11-6B3E-47F6-BDCF-4B4E37DDBBD4}"/>
              </a:ext>
            </a:extLst>
          </p:cNvPr>
          <p:cNvSpPr>
            <a:spLocks xmlns:a="http://schemas.openxmlformats.org/drawingml/2006/main" noGrp="1"/>
          </p:cNvSpPr>
          <p:nvPr/>
        </p:nvSpPr>
        <p:spPr>
          <a:xfrm xmlns:a="http://schemas.openxmlformats.org/drawingml/2006/main">
            <a:off x="704850" y="495300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07E78"/>
                </a:solidFill>
              </a:defRPr>
            </a:defPPr>
            <a:lvl1pPr>
              <a:defRPr sz="1725" b="1">
                <a:solidFill>
                  <a:srgbClr val="007E78"/>
                </a:solidFill>
              </a:defRPr>
            </a:lvl1pPr>
            <a:lvl2pPr>
              <a:defRPr sz="1725" b="1">
                <a:solidFill>
                  <a:srgbClr val="007E78"/>
                </a:solidFill>
              </a:defRPr>
            </a:lvl2pPr>
            <a:lvl3pPr>
              <a:defRPr sz="1725" b="1">
                <a:solidFill>
                  <a:srgbClr val="007E78"/>
                </a:solidFill>
              </a:defRPr>
            </a:lvl3pPr>
            <a:lvl4pPr>
              <a:defRPr sz="1725" b="1">
                <a:solidFill>
                  <a:srgbClr val="007E78"/>
                </a:solidFill>
              </a:defRPr>
            </a:lvl4pPr>
            <a:lvl5pPr>
              <a:defRPr sz="1725" b="1">
                <a:solidFill>
                  <a:srgbClr val="007E78"/>
                </a:solidFill>
              </a:defRPr>
            </a:lvl5pPr>
            <a:lvl6pPr>
              <a:defRPr sz="1725" b="1">
                <a:solidFill>
                  <a:srgbClr val="007E78"/>
                </a:solidFill>
              </a:defRPr>
            </a:lvl6pPr>
            <a:lvl7pPr>
              <a:defRPr sz="1725" b="1">
                <a:solidFill>
                  <a:srgbClr val="007E78"/>
                </a:solidFill>
              </a:defRPr>
            </a:lvl7pPr>
            <a:lvl8pPr>
              <a:defRPr sz="1725" b="1">
                <a:solidFill>
                  <a:srgbClr val="007E78"/>
                </a:solidFill>
              </a:defRPr>
            </a:lvl8pPr>
            <a:lvl9pPr>
              <a:defRPr sz="1725" b="1">
                <a:solidFill>
                  <a:srgbClr val="007E78"/>
                </a:solidFill>
              </a:defRPr>
            </a:lvl9pPr>
          </a:lstStyle>
          <a:p xmlns:a="http://schemas.openxmlformats.org/drawingml/2006/main">
            <a:pPr>
              <a:buNone/>
              <a:defRPr sz="1725" b="1">
                <a:solidFill>
                  <a:srgbClr val="007E78"/>
                </a:solidFill>
              </a:defRPr>
            </a:pPr>
            <a:r>
              <a:rPr sz="1725" b="1">
                <a:solidFill>
                  <a:srgbClr val="007E78"/>
                </a:solidFill>
              </a:rPr>
              <a:t>Checks</a:t>
            </a:r>
          </a:p>
        </p:txBody>
      </p:sp>
      <p:sp>
        <p:nvSpPr>
          <p:cNvPr id="14" name="">
            <a:extLst xmlns:a="http://schemas.openxmlformats.org/drawingml/2006/main">
              <a:ext uri="{FF2B5EF4-FFF2-40B4-BE49-F238E27FC236}">
                <a16:creationId xmlns:a16="http://schemas.microsoft.com/office/drawing/2014/main" id="{3FC824A3-1ACC-42A7-9FEB-B77B4F55764C}"/>
              </a:ext>
            </a:extLst>
          </p:cNvPr>
          <p:cNvSpPr>
            <a:spLocks xmlns:a="http://schemas.openxmlformats.org/drawingml/2006/main" noGrp="1"/>
          </p:cNvSpPr>
          <p:nvPr/>
        </p:nvSpPr>
        <p:spPr>
          <a:xfrm xmlns:a="http://schemas.openxmlformats.org/drawingml/2006/main">
            <a:off x="3352800" y="4953000"/>
            <a:ext cx="7924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153047"/>
                </a:solidFill>
              </a:defRPr>
            </a:defPPr>
            <a:lvl1pPr>
              <a:defRPr sz="1725" b="0">
                <a:solidFill>
                  <a:srgbClr val="153047"/>
                </a:solidFill>
              </a:defRPr>
            </a:lvl1pPr>
            <a:lvl2pPr>
              <a:defRPr sz="1725" b="0">
                <a:solidFill>
                  <a:srgbClr val="153047"/>
                </a:solidFill>
              </a:defRPr>
            </a:lvl2pPr>
            <a:lvl3pPr>
              <a:defRPr sz="1725" b="0">
                <a:solidFill>
                  <a:srgbClr val="153047"/>
                </a:solidFill>
              </a:defRPr>
            </a:lvl3pPr>
            <a:lvl4pPr>
              <a:defRPr sz="1725" b="0">
                <a:solidFill>
                  <a:srgbClr val="153047"/>
                </a:solidFill>
              </a:defRPr>
            </a:lvl4pPr>
            <a:lvl5pPr>
              <a:defRPr sz="1725" b="0">
                <a:solidFill>
                  <a:srgbClr val="153047"/>
                </a:solidFill>
              </a:defRPr>
            </a:lvl5pPr>
            <a:lvl6pPr>
              <a:defRPr sz="1725" b="0">
                <a:solidFill>
                  <a:srgbClr val="153047"/>
                </a:solidFill>
              </a:defRPr>
            </a:lvl6pPr>
            <a:lvl7pPr>
              <a:defRPr sz="1725" b="0">
                <a:solidFill>
                  <a:srgbClr val="153047"/>
                </a:solidFill>
              </a:defRPr>
            </a:lvl7pPr>
            <a:lvl8pPr>
              <a:defRPr sz="1725" b="0">
                <a:solidFill>
                  <a:srgbClr val="153047"/>
                </a:solidFill>
              </a:defRPr>
            </a:lvl8pPr>
            <a:lvl9pPr>
              <a:defRPr sz="1725" b="0">
                <a:solidFill>
                  <a:srgbClr val="153047"/>
                </a:solidFill>
              </a:defRPr>
            </a:lvl9pPr>
          </a:lstStyle>
          <a:p xmlns:a="http://schemas.openxmlformats.org/drawingml/2006/main">
            <a:pPr>
              <a:buNone/>
              <a:defRPr sz="1725" b="0">
                <a:solidFill>
                  <a:srgbClr val="153047"/>
                </a:solidFill>
              </a:defRPr>
            </a:pPr>
            <a:r>
              <a:rPr sz="1725" b="0">
                <a:solidFill>
                  <a:srgbClr val="153047"/>
                </a:solidFill>
              </a:rPr>
              <a:t>Reject nonexistent PDF pages, invented DOI strings, and out-of-scope CSV or Crossref discussion.</a:t>
            </a:r>
          </a:p>
        </p:txBody>
      </p:sp>
    </p:spTree>
    <p:extLst>
      <p:ext uri="{BB962C8B-B14F-4D97-AF65-F5344CB8AC3E}">
        <p14:creationId xmlns:p14="http://schemas.microsoft.com/office/powerpoint/2010/main" val="150525976"/>
      </p:ext>
    </p:extLst>
  </p:cSld>
</p:sld>
</file>

<file path=ppt/slides/slide30.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AA831CE8-3428-40C6-BF51-80E726B2BAAC}"/>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E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A00B746-60D8-4B46-93D8-708F2211AA9B}"/>
              </a:ext>
            </a:extLst>
          </p:cNvPr>
          <p:cNvSpPr>
            <a:spLocks xmlns:a="http://schemas.openxmlformats.org/drawingml/2006/main" noGrp="1"/>
          </p:cNvSpPr>
          <p:nvPr/>
        </p:nvSpPr>
        <p:spPr>
          <a:xfrm xmlns:a="http://schemas.openxmlformats.org/drawingml/2006/main">
            <a:off x="609600" y="323850"/>
            <a:ext cx="1009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07E78"/>
                </a:solidFill>
              </a:defRPr>
            </a:defPPr>
            <a:lvl1pPr>
              <a:defRPr sz="1125" b="1">
                <a:solidFill>
                  <a:srgbClr val="007E78"/>
                </a:solidFill>
              </a:defRPr>
            </a:lvl1pPr>
            <a:lvl2pPr>
              <a:defRPr sz="1125" b="1">
                <a:solidFill>
                  <a:srgbClr val="007E78"/>
                </a:solidFill>
              </a:defRPr>
            </a:lvl2pPr>
            <a:lvl3pPr>
              <a:defRPr sz="1125" b="1">
                <a:solidFill>
                  <a:srgbClr val="007E78"/>
                </a:solidFill>
              </a:defRPr>
            </a:lvl3pPr>
            <a:lvl4pPr>
              <a:defRPr sz="1125" b="1">
                <a:solidFill>
                  <a:srgbClr val="007E78"/>
                </a:solidFill>
              </a:defRPr>
            </a:lvl4pPr>
            <a:lvl5pPr>
              <a:defRPr sz="1125" b="1">
                <a:solidFill>
                  <a:srgbClr val="007E78"/>
                </a:solidFill>
              </a:defRPr>
            </a:lvl5pPr>
            <a:lvl6pPr>
              <a:defRPr sz="1125" b="1">
                <a:solidFill>
                  <a:srgbClr val="007E78"/>
                </a:solidFill>
              </a:defRPr>
            </a:lvl6pPr>
            <a:lvl7pPr>
              <a:defRPr sz="1125" b="1">
                <a:solidFill>
                  <a:srgbClr val="007E78"/>
                </a:solidFill>
              </a:defRPr>
            </a:lvl7pPr>
            <a:lvl8pPr>
              <a:defRPr sz="1125" b="1">
                <a:solidFill>
                  <a:srgbClr val="007E78"/>
                </a:solidFill>
              </a:defRPr>
            </a:lvl8pPr>
            <a:lvl9pPr>
              <a:defRPr sz="1125" b="1">
                <a:solidFill>
                  <a:srgbClr val="007E78"/>
                </a:solidFill>
              </a:defRPr>
            </a:lvl9pPr>
          </a:lstStyle>
          <a:p xmlns:a="http://schemas.openxmlformats.org/drawingml/2006/main">
            <a:pPr>
              <a:buNone/>
              <a:defRPr sz="1125" b="1">
                <a:solidFill>
                  <a:srgbClr val="007E78"/>
                </a:solidFill>
              </a:defRPr>
            </a:pPr>
            <a:r>
              <a:rPr sz="1125" b="1">
                <a:solidFill>
                  <a:srgbClr val="007E78"/>
                </a:solidFill>
              </a:rPr>
              <a:t>29  WORKED EXAMPLE</a:t>
            </a:r>
          </a:p>
        </p:txBody>
      </p:sp>
      <p:sp>
        <p:nvSpPr>
          <p:cNvPr id="3" name="">
            <a:extLst xmlns:a="http://schemas.openxmlformats.org/drawingml/2006/main">
              <a:ext uri="{FF2B5EF4-FFF2-40B4-BE49-F238E27FC236}">
                <a16:creationId xmlns:a16="http://schemas.microsoft.com/office/drawing/2014/main" id="{BCB2E2D3-1570-479A-AAFF-9110982B1534}"/>
              </a:ext>
            </a:extLst>
          </p:cNvPr>
          <p:cNvSpPr>
            <a:spLocks xmlns:a="http://schemas.openxmlformats.org/drawingml/2006/main" noGrp="1"/>
          </p:cNvSpPr>
          <p:nvPr/>
        </p:nvSpPr>
        <p:spPr>
          <a:xfrm xmlns:a="http://schemas.openxmlformats.org/drawingml/2006/main">
            <a:off x="609600" y="685800"/>
            <a:ext cx="10858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10243A"/>
                </a:solidFill>
              </a:defRPr>
            </a:defPPr>
            <a:lvl1pPr>
              <a:defRPr sz="2850" b="1">
                <a:solidFill>
                  <a:srgbClr val="10243A"/>
                </a:solidFill>
              </a:defRPr>
            </a:lvl1pPr>
            <a:lvl2pPr>
              <a:defRPr sz="2850" b="1">
                <a:solidFill>
                  <a:srgbClr val="10243A"/>
                </a:solidFill>
              </a:defRPr>
            </a:lvl2pPr>
            <a:lvl3pPr>
              <a:defRPr sz="2850" b="1">
                <a:solidFill>
                  <a:srgbClr val="10243A"/>
                </a:solidFill>
              </a:defRPr>
            </a:lvl3pPr>
            <a:lvl4pPr>
              <a:defRPr sz="2850" b="1">
                <a:solidFill>
                  <a:srgbClr val="10243A"/>
                </a:solidFill>
              </a:defRPr>
            </a:lvl4pPr>
            <a:lvl5pPr>
              <a:defRPr sz="2850" b="1">
                <a:solidFill>
                  <a:srgbClr val="10243A"/>
                </a:solidFill>
              </a:defRPr>
            </a:lvl5pPr>
            <a:lvl6pPr>
              <a:defRPr sz="2850" b="1">
                <a:solidFill>
                  <a:srgbClr val="10243A"/>
                </a:solidFill>
              </a:defRPr>
            </a:lvl6pPr>
            <a:lvl7pPr>
              <a:defRPr sz="2850" b="1">
                <a:solidFill>
                  <a:srgbClr val="10243A"/>
                </a:solidFill>
              </a:defRPr>
            </a:lvl7pPr>
            <a:lvl8pPr>
              <a:defRPr sz="2850" b="1">
                <a:solidFill>
                  <a:srgbClr val="10243A"/>
                </a:solidFill>
              </a:defRPr>
            </a:lvl8pPr>
            <a:lvl9pPr>
              <a:defRPr sz="2850" b="1">
                <a:solidFill>
                  <a:srgbClr val="10243A"/>
                </a:solidFill>
              </a:defRPr>
            </a:lvl9pPr>
          </a:lstStyle>
          <a:p xmlns:a="http://schemas.openxmlformats.org/drawingml/2006/main">
            <a:pPr>
              <a:buNone/>
              <a:defRPr sz="2850" b="1">
                <a:solidFill>
                  <a:srgbClr val="10243A"/>
                </a:solidFill>
              </a:defRPr>
            </a:pPr>
            <a:r>
              <a:rPr sz="2850" b="1">
                <a:solidFill>
                  <a:srgbClr val="10243A"/>
                </a:solidFill>
              </a:rPr>
              <a:t>Stage 10: report synthesis</a:t>
            </a:r>
          </a:p>
        </p:txBody>
      </p:sp>
      <p:sp>
        <p:nvSpPr>
          <p:cNvPr id="4" name="">
            <a:extLst xmlns:a="http://schemas.openxmlformats.org/drawingml/2006/main">
              <a:ext uri="{FF2B5EF4-FFF2-40B4-BE49-F238E27FC236}">
                <a16:creationId xmlns:a16="http://schemas.microsoft.com/office/drawing/2014/main" id="{9FEC3A3C-8BA8-43D2-95B9-48E6CCFAC9E2}"/>
              </a:ext>
            </a:extLst>
          </p:cNvPr>
          <p:cNvSpPr>
            <a:spLocks xmlns:a="http://schemas.openxmlformats.org/drawingml/2006/main" noGrp="1"/>
          </p:cNvSpPr>
          <p:nvPr/>
        </p:nvSpPr>
        <p:spPr>
          <a:xfrm xmlns:a="http://schemas.openxmlformats.org/drawingml/2006/main">
            <a:off x="609600" y="6324600"/>
            <a:ext cx="10972800" cy="9525"/>
          </a:xfrm>
          <a:prstGeom xmlns:a="http://schemas.openxmlformats.org/drawingml/2006/main" prst="rect">
            <a:avLst/>
          </a:prstGeom>
          <a:solidFill xmlns:a="http://schemas.openxmlformats.org/drawingml/2006/main">
            <a:srgbClr val="D7E3E9"/>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EE3FD5C-D954-4B9D-B1CD-9DCAA144A983}"/>
              </a:ext>
            </a:extLst>
          </p:cNvPr>
          <p:cNvSpPr>
            <a:spLocks xmlns:a="http://schemas.openxmlformats.org/drawingml/2006/main" noGrp="1"/>
          </p:cNvSpPr>
          <p:nvPr/>
        </p:nvSpPr>
        <p:spPr>
          <a:xfrm xmlns:a="http://schemas.openxmlformats.org/drawingml/2006/main">
            <a:off x="609600" y="6429375"/>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AgentFlow  |  Final Review</a:t>
            </a:r>
          </a:p>
        </p:txBody>
      </p:sp>
      <p:sp>
        <p:nvSpPr>
          <p:cNvPr id="6" name="">
            <a:extLst xmlns:a="http://schemas.openxmlformats.org/drawingml/2006/main">
              <a:ext uri="{FF2B5EF4-FFF2-40B4-BE49-F238E27FC236}">
                <a16:creationId xmlns:a16="http://schemas.microsoft.com/office/drawing/2014/main" id="{152EB587-8C62-4952-8533-DCAB8EBBD102}"/>
              </a:ext>
            </a:extLst>
          </p:cNvPr>
          <p:cNvSpPr>
            <a:spLocks xmlns:a="http://schemas.openxmlformats.org/drawingml/2006/main" noGrp="1"/>
          </p:cNvSpPr>
          <p:nvPr/>
        </p:nvSpPr>
        <p:spPr>
          <a:xfrm xmlns:a="http://schemas.openxmlformats.org/drawingml/2006/main">
            <a:off x="11029950" y="642937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30</a:t>
            </a:r>
          </a:p>
        </p:txBody>
      </p:sp>
      <p:sp>
        <p:nvSpPr>
          <p:cNvPr id="7" name="">
            <a:extLst xmlns:a="http://schemas.openxmlformats.org/drawingml/2006/main">
              <a:ext uri="{FF2B5EF4-FFF2-40B4-BE49-F238E27FC236}">
                <a16:creationId xmlns:a16="http://schemas.microsoft.com/office/drawing/2014/main" id="{33CEB548-3449-4E03-B295-A144327A9DB0}"/>
              </a:ext>
            </a:extLst>
          </p:cNvPr>
          <p:cNvSpPr>
            <a:spLocks xmlns:a="http://schemas.openxmlformats.org/drawingml/2006/main" noGrp="1"/>
          </p:cNvSpPr>
          <p:nvPr/>
        </p:nvSpPr>
        <p:spPr>
          <a:xfrm xmlns:a="http://schemas.openxmlformats.org/drawingml/2006/main">
            <a:off x="704850" y="171450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007E78"/>
                </a:solidFill>
              </a:defRPr>
            </a:defPPr>
            <a:lvl1pPr>
              <a:defRPr sz="1500" b="1">
                <a:solidFill>
                  <a:srgbClr val="007E78"/>
                </a:solidFill>
              </a:defRPr>
            </a:lvl1pPr>
            <a:lvl2pPr>
              <a:defRPr sz="1500" b="1">
                <a:solidFill>
                  <a:srgbClr val="007E78"/>
                </a:solidFill>
              </a:defRPr>
            </a:lvl2pPr>
            <a:lvl3pPr>
              <a:defRPr sz="1500" b="1">
                <a:solidFill>
                  <a:srgbClr val="007E78"/>
                </a:solidFill>
              </a:defRPr>
            </a:lvl3pPr>
            <a:lvl4pPr>
              <a:defRPr sz="1500" b="1">
                <a:solidFill>
                  <a:srgbClr val="007E78"/>
                </a:solidFill>
              </a:defRPr>
            </a:lvl4pPr>
            <a:lvl5pPr>
              <a:defRPr sz="1500" b="1">
                <a:solidFill>
                  <a:srgbClr val="007E78"/>
                </a:solidFill>
              </a:defRPr>
            </a:lvl5pPr>
            <a:lvl6pPr>
              <a:defRPr sz="1500" b="1">
                <a:solidFill>
                  <a:srgbClr val="007E78"/>
                </a:solidFill>
              </a:defRPr>
            </a:lvl6pPr>
            <a:lvl7pPr>
              <a:defRPr sz="1500" b="1">
                <a:solidFill>
                  <a:srgbClr val="007E78"/>
                </a:solidFill>
              </a:defRPr>
            </a:lvl7pPr>
            <a:lvl8pPr>
              <a:defRPr sz="1500" b="1">
                <a:solidFill>
                  <a:srgbClr val="007E78"/>
                </a:solidFill>
              </a:defRPr>
            </a:lvl8pPr>
            <a:lvl9pPr>
              <a:defRPr sz="1500" b="1">
                <a:solidFill>
                  <a:srgbClr val="007E78"/>
                </a:solidFill>
              </a:defRPr>
            </a:lvl9pPr>
          </a:lstStyle>
          <a:p xmlns:a="http://schemas.openxmlformats.org/drawingml/2006/main">
            <a:pPr>
              <a:buNone/>
              <a:defRPr sz="1500" b="1">
                <a:solidFill>
                  <a:srgbClr val="007E78"/>
                </a:solidFill>
              </a:defRPr>
            </a:pPr>
            <a:r>
              <a:rPr sz="1500" b="1">
                <a:solidFill>
                  <a:srgbClr val="007E78"/>
                </a:solidFill>
              </a:rPr>
              <a:t>Document section</a:t>
            </a:r>
          </a:p>
        </p:txBody>
      </p:sp>
      <p:sp>
        <p:nvSpPr>
          <p:cNvPr id="8" name="">
            <a:extLst xmlns:a="http://schemas.openxmlformats.org/drawingml/2006/main">
              <a:ext uri="{FF2B5EF4-FFF2-40B4-BE49-F238E27FC236}">
                <a16:creationId xmlns:a16="http://schemas.microsoft.com/office/drawing/2014/main" id="{84D55376-FF24-4125-8DB7-ECF239CB8C13}"/>
              </a:ext>
            </a:extLst>
          </p:cNvPr>
          <p:cNvSpPr>
            <a:spLocks xmlns:a="http://schemas.openxmlformats.org/drawingml/2006/main" noGrp="1"/>
          </p:cNvSpPr>
          <p:nvPr/>
        </p:nvSpPr>
        <p:spPr>
          <a:xfrm xmlns:a="http://schemas.openxmlformats.org/drawingml/2006/main">
            <a:off x="3352800" y="1714500"/>
            <a:ext cx="7924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153047"/>
                </a:solidFill>
              </a:defRPr>
            </a:defPPr>
            <a:lvl1pPr>
              <a:defRPr sz="1500" b="0">
                <a:solidFill>
                  <a:srgbClr val="153047"/>
                </a:solidFill>
              </a:defRPr>
            </a:lvl1pPr>
            <a:lvl2pPr>
              <a:defRPr sz="1500" b="0">
                <a:solidFill>
                  <a:srgbClr val="153047"/>
                </a:solidFill>
              </a:defRPr>
            </a:lvl2pPr>
            <a:lvl3pPr>
              <a:defRPr sz="1500" b="0">
                <a:solidFill>
                  <a:srgbClr val="153047"/>
                </a:solidFill>
              </a:defRPr>
            </a:lvl3pPr>
            <a:lvl4pPr>
              <a:defRPr sz="1500" b="0">
                <a:solidFill>
                  <a:srgbClr val="153047"/>
                </a:solidFill>
              </a:defRPr>
            </a:lvl4pPr>
            <a:lvl5pPr>
              <a:defRPr sz="1500" b="0">
                <a:solidFill>
                  <a:srgbClr val="153047"/>
                </a:solidFill>
              </a:defRPr>
            </a:lvl5pPr>
            <a:lvl6pPr>
              <a:defRPr sz="1500" b="0">
                <a:solidFill>
                  <a:srgbClr val="153047"/>
                </a:solidFill>
              </a:defRPr>
            </a:lvl6pPr>
            <a:lvl7pPr>
              <a:defRPr sz="1500" b="0">
                <a:solidFill>
                  <a:srgbClr val="153047"/>
                </a:solidFill>
              </a:defRPr>
            </a:lvl7pPr>
            <a:lvl8pPr>
              <a:defRPr sz="1500" b="0">
                <a:solidFill>
                  <a:srgbClr val="153047"/>
                </a:solidFill>
              </a:defRPr>
            </a:lvl8pPr>
            <a:lvl9pPr>
              <a:defRPr sz="1500" b="0">
                <a:solidFill>
                  <a:srgbClr val="153047"/>
                </a:solidFill>
              </a:defRPr>
            </a:lvl9pPr>
          </a:lstStyle>
          <a:p xmlns:a="http://schemas.openxmlformats.org/drawingml/2006/main">
            <a:pPr>
              <a:buNone/>
              <a:defRPr sz="1500" b="0">
                <a:solidFill>
                  <a:srgbClr val="153047"/>
                </a:solidFill>
              </a:defRPr>
            </a:pPr>
            <a:r>
              <a:rPr sz="1500" b="0">
                <a:solidFill>
                  <a:srgbClr val="153047"/>
                </a:solidFill>
              </a:rPr>
              <a:t>Summarizes each uploaded study with filename and page citations.</a:t>
            </a:r>
          </a:p>
        </p:txBody>
      </p:sp>
      <p:sp>
        <p:nvSpPr>
          <p:cNvPr id="9" name="">
            <a:extLst xmlns:a="http://schemas.openxmlformats.org/drawingml/2006/main">
              <a:ext uri="{FF2B5EF4-FFF2-40B4-BE49-F238E27FC236}">
                <a16:creationId xmlns:a16="http://schemas.microsoft.com/office/drawing/2014/main" id="{1CCCECD7-9B3E-4FA5-8495-6C4251849ABF}"/>
              </a:ext>
            </a:extLst>
          </p:cNvPr>
          <p:cNvSpPr>
            <a:spLocks xmlns:a="http://schemas.openxmlformats.org/drawingml/2006/main" noGrp="1"/>
          </p:cNvSpPr>
          <p:nvPr/>
        </p:nvSpPr>
        <p:spPr>
          <a:xfrm xmlns:a="http://schemas.openxmlformats.org/drawingml/2006/main">
            <a:off x="704850" y="255270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007E78"/>
                </a:solidFill>
              </a:defRPr>
            </a:defPPr>
            <a:lvl1pPr>
              <a:defRPr sz="1500" b="1">
                <a:solidFill>
                  <a:srgbClr val="007E78"/>
                </a:solidFill>
              </a:defRPr>
            </a:lvl1pPr>
            <a:lvl2pPr>
              <a:defRPr sz="1500" b="1">
                <a:solidFill>
                  <a:srgbClr val="007E78"/>
                </a:solidFill>
              </a:defRPr>
            </a:lvl2pPr>
            <a:lvl3pPr>
              <a:defRPr sz="1500" b="1">
                <a:solidFill>
                  <a:srgbClr val="007E78"/>
                </a:solidFill>
              </a:defRPr>
            </a:lvl3pPr>
            <a:lvl4pPr>
              <a:defRPr sz="1500" b="1">
                <a:solidFill>
                  <a:srgbClr val="007E78"/>
                </a:solidFill>
              </a:defRPr>
            </a:lvl4pPr>
            <a:lvl5pPr>
              <a:defRPr sz="1500" b="1">
                <a:solidFill>
                  <a:srgbClr val="007E78"/>
                </a:solidFill>
              </a:defRPr>
            </a:lvl5pPr>
            <a:lvl6pPr>
              <a:defRPr sz="1500" b="1">
                <a:solidFill>
                  <a:srgbClr val="007E78"/>
                </a:solidFill>
              </a:defRPr>
            </a:lvl6pPr>
            <a:lvl7pPr>
              <a:defRPr sz="1500" b="1">
                <a:solidFill>
                  <a:srgbClr val="007E78"/>
                </a:solidFill>
              </a:defRPr>
            </a:lvl7pPr>
            <a:lvl8pPr>
              <a:defRPr sz="1500" b="1">
                <a:solidFill>
                  <a:srgbClr val="007E78"/>
                </a:solidFill>
              </a:defRPr>
            </a:lvl8pPr>
            <a:lvl9pPr>
              <a:defRPr sz="1500" b="1">
                <a:solidFill>
                  <a:srgbClr val="007E78"/>
                </a:solidFill>
              </a:defRPr>
            </a:lvl9pPr>
          </a:lstStyle>
          <a:p xmlns:a="http://schemas.openxmlformats.org/drawingml/2006/main">
            <a:pPr>
              <a:buNone/>
              <a:defRPr sz="1500" b="1">
                <a:solidFill>
                  <a:srgbClr val="007E78"/>
                </a:solidFill>
              </a:defRPr>
            </a:pPr>
            <a:r>
              <a:rPr sz="1500" b="1">
                <a:solidFill>
                  <a:srgbClr val="007E78"/>
                </a:solidFill>
              </a:rPr>
              <a:t>Data section</a:t>
            </a:r>
          </a:p>
        </p:txBody>
      </p:sp>
      <p:sp>
        <p:nvSpPr>
          <p:cNvPr id="10" name="">
            <a:extLst xmlns:a="http://schemas.openxmlformats.org/drawingml/2006/main">
              <a:ext uri="{FF2B5EF4-FFF2-40B4-BE49-F238E27FC236}">
                <a16:creationId xmlns:a16="http://schemas.microsoft.com/office/drawing/2014/main" id="{2439CCF8-BEF7-4441-8993-9B31D4ABDC94}"/>
              </a:ext>
            </a:extLst>
          </p:cNvPr>
          <p:cNvSpPr>
            <a:spLocks xmlns:a="http://schemas.openxmlformats.org/drawingml/2006/main" noGrp="1"/>
          </p:cNvSpPr>
          <p:nvPr/>
        </p:nvSpPr>
        <p:spPr>
          <a:xfrm xmlns:a="http://schemas.openxmlformats.org/drawingml/2006/main">
            <a:off x="3352800" y="2552700"/>
            <a:ext cx="7924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153047"/>
                </a:solidFill>
              </a:defRPr>
            </a:defPPr>
            <a:lvl1pPr>
              <a:defRPr sz="1500" b="0">
                <a:solidFill>
                  <a:srgbClr val="153047"/>
                </a:solidFill>
              </a:defRPr>
            </a:lvl1pPr>
            <a:lvl2pPr>
              <a:defRPr sz="1500" b="0">
                <a:solidFill>
                  <a:srgbClr val="153047"/>
                </a:solidFill>
              </a:defRPr>
            </a:lvl2pPr>
            <a:lvl3pPr>
              <a:defRPr sz="1500" b="0">
                <a:solidFill>
                  <a:srgbClr val="153047"/>
                </a:solidFill>
              </a:defRPr>
            </a:lvl3pPr>
            <a:lvl4pPr>
              <a:defRPr sz="1500" b="0">
                <a:solidFill>
                  <a:srgbClr val="153047"/>
                </a:solidFill>
              </a:defRPr>
            </a:lvl4pPr>
            <a:lvl5pPr>
              <a:defRPr sz="1500" b="0">
                <a:solidFill>
                  <a:srgbClr val="153047"/>
                </a:solidFill>
              </a:defRPr>
            </a:lvl5pPr>
            <a:lvl6pPr>
              <a:defRPr sz="1500" b="0">
                <a:solidFill>
                  <a:srgbClr val="153047"/>
                </a:solidFill>
              </a:defRPr>
            </a:lvl6pPr>
            <a:lvl7pPr>
              <a:defRPr sz="1500" b="0">
                <a:solidFill>
                  <a:srgbClr val="153047"/>
                </a:solidFill>
              </a:defRPr>
            </a:lvl7pPr>
            <a:lvl8pPr>
              <a:defRPr sz="1500" b="0">
                <a:solidFill>
                  <a:srgbClr val="153047"/>
                </a:solidFill>
              </a:defRPr>
            </a:lvl8pPr>
            <a:lvl9pPr>
              <a:defRPr sz="1500" b="0">
                <a:solidFill>
                  <a:srgbClr val="153047"/>
                </a:solidFill>
              </a:defRPr>
            </a:lvl9pPr>
          </a:lstStyle>
          <a:p xmlns:a="http://schemas.openxmlformats.org/drawingml/2006/main">
            <a:pPr>
              <a:buNone/>
              <a:defRPr sz="1500" b="0">
                <a:solidFill>
                  <a:srgbClr val="153047"/>
                </a:solidFill>
              </a:defRPr>
            </a:pPr>
            <a:r>
              <a:rPr sz="1500" b="0">
                <a:solidFill>
                  <a:srgbClr val="153047"/>
                </a:solidFill>
              </a:rPr>
              <a:t>Reports engagement.csv dimensions, missing responses, numerical summaries, and chart meaning.</a:t>
            </a:r>
          </a:p>
        </p:txBody>
      </p:sp>
      <p:sp>
        <p:nvSpPr>
          <p:cNvPr id="11" name="">
            <a:extLst xmlns:a="http://schemas.openxmlformats.org/drawingml/2006/main">
              <a:ext uri="{FF2B5EF4-FFF2-40B4-BE49-F238E27FC236}">
                <a16:creationId xmlns:a16="http://schemas.microsoft.com/office/drawing/2014/main" id="{D7E8DEBE-A132-42AF-95A6-4EBBE2441963}"/>
              </a:ext>
            </a:extLst>
          </p:cNvPr>
          <p:cNvSpPr>
            <a:spLocks xmlns:a="http://schemas.openxmlformats.org/drawingml/2006/main" noGrp="1"/>
          </p:cNvSpPr>
          <p:nvPr/>
        </p:nvSpPr>
        <p:spPr>
          <a:xfrm xmlns:a="http://schemas.openxmlformats.org/drawingml/2006/main">
            <a:off x="704850" y="339090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007E78"/>
                </a:solidFill>
              </a:defRPr>
            </a:defPPr>
            <a:lvl1pPr>
              <a:defRPr sz="1500" b="1">
                <a:solidFill>
                  <a:srgbClr val="007E78"/>
                </a:solidFill>
              </a:defRPr>
            </a:lvl1pPr>
            <a:lvl2pPr>
              <a:defRPr sz="1500" b="1">
                <a:solidFill>
                  <a:srgbClr val="007E78"/>
                </a:solidFill>
              </a:defRPr>
            </a:lvl2pPr>
            <a:lvl3pPr>
              <a:defRPr sz="1500" b="1">
                <a:solidFill>
                  <a:srgbClr val="007E78"/>
                </a:solidFill>
              </a:defRPr>
            </a:lvl3pPr>
            <a:lvl4pPr>
              <a:defRPr sz="1500" b="1">
                <a:solidFill>
                  <a:srgbClr val="007E78"/>
                </a:solidFill>
              </a:defRPr>
            </a:lvl4pPr>
            <a:lvl5pPr>
              <a:defRPr sz="1500" b="1">
                <a:solidFill>
                  <a:srgbClr val="007E78"/>
                </a:solidFill>
              </a:defRPr>
            </a:lvl5pPr>
            <a:lvl6pPr>
              <a:defRPr sz="1500" b="1">
                <a:solidFill>
                  <a:srgbClr val="007E78"/>
                </a:solidFill>
              </a:defRPr>
            </a:lvl6pPr>
            <a:lvl7pPr>
              <a:defRPr sz="1500" b="1">
                <a:solidFill>
                  <a:srgbClr val="007E78"/>
                </a:solidFill>
              </a:defRPr>
            </a:lvl7pPr>
            <a:lvl8pPr>
              <a:defRPr sz="1500" b="1">
                <a:solidFill>
                  <a:srgbClr val="007E78"/>
                </a:solidFill>
              </a:defRPr>
            </a:lvl8pPr>
            <a:lvl9pPr>
              <a:defRPr sz="1500" b="1">
                <a:solidFill>
                  <a:srgbClr val="007E78"/>
                </a:solidFill>
              </a:defRPr>
            </a:lvl9pPr>
          </a:lstStyle>
          <a:p xmlns:a="http://schemas.openxmlformats.org/drawingml/2006/main">
            <a:pPr>
              <a:buNone/>
              <a:defRPr sz="1500" b="1">
                <a:solidFill>
                  <a:srgbClr val="007E78"/>
                </a:solidFill>
              </a:defRPr>
            </a:pPr>
            <a:r>
              <a:rPr sz="1500" b="1">
                <a:solidFill>
                  <a:srgbClr val="007E78"/>
                </a:solidFill>
              </a:rPr>
              <a:t>Gap section</a:t>
            </a:r>
          </a:p>
        </p:txBody>
      </p:sp>
      <p:sp>
        <p:nvSpPr>
          <p:cNvPr id="12" name="">
            <a:extLst xmlns:a="http://schemas.openxmlformats.org/drawingml/2006/main">
              <a:ext uri="{FF2B5EF4-FFF2-40B4-BE49-F238E27FC236}">
                <a16:creationId xmlns:a16="http://schemas.microsoft.com/office/drawing/2014/main" id="{082DBDAF-943E-4BBC-9E86-BBFE13BE2ED7}"/>
              </a:ext>
            </a:extLst>
          </p:cNvPr>
          <p:cNvSpPr>
            <a:spLocks xmlns:a="http://schemas.openxmlformats.org/drawingml/2006/main" noGrp="1"/>
          </p:cNvSpPr>
          <p:nvPr/>
        </p:nvSpPr>
        <p:spPr>
          <a:xfrm xmlns:a="http://schemas.openxmlformats.org/drawingml/2006/main">
            <a:off x="3352800" y="3390900"/>
            <a:ext cx="7924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153047"/>
                </a:solidFill>
              </a:defRPr>
            </a:defPPr>
            <a:lvl1pPr>
              <a:defRPr sz="1500" b="0">
                <a:solidFill>
                  <a:srgbClr val="153047"/>
                </a:solidFill>
              </a:defRPr>
            </a:lvl1pPr>
            <a:lvl2pPr>
              <a:defRPr sz="1500" b="0">
                <a:solidFill>
                  <a:srgbClr val="153047"/>
                </a:solidFill>
              </a:defRPr>
            </a:lvl2pPr>
            <a:lvl3pPr>
              <a:defRPr sz="1500" b="0">
                <a:solidFill>
                  <a:srgbClr val="153047"/>
                </a:solidFill>
              </a:defRPr>
            </a:lvl3pPr>
            <a:lvl4pPr>
              <a:defRPr sz="1500" b="0">
                <a:solidFill>
                  <a:srgbClr val="153047"/>
                </a:solidFill>
              </a:defRPr>
            </a:lvl4pPr>
            <a:lvl5pPr>
              <a:defRPr sz="1500" b="0">
                <a:solidFill>
                  <a:srgbClr val="153047"/>
                </a:solidFill>
              </a:defRPr>
            </a:lvl5pPr>
            <a:lvl6pPr>
              <a:defRPr sz="1500" b="0">
                <a:solidFill>
                  <a:srgbClr val="153047"/>
                </a:solidFill>
              </a:defRPr>
            </a:lvl6pPr>
            <a:lvl7pPr>
              <a:defRPr sz="1500" b="0">
                <a:solidFill>
                  <a:srgbClr val="153047"/>
                </a:solidFill>
              </a:defRPr>
            </a:lvl7pPr>
            <a:lvl8pPr>
              <a:defRPr sz="1500" b="0">
                <a:solidFill>
                  <a:srgbClr val="153047"/>
                </a:solidFill>
              </a:defRPr>
            </a:lvl8pPr>
            <a:lvl9pPr>
              <a:defRPr sz="1500" b="0">
                <a:solidFill>
                  <a:srgbClr val="153047"/>
                </a:solidFill>
              </a:defRPr>
            </a:lvl9pPr>
          </a:lstStyle>
          <a:p xmlns:a="http://schemas.openxmlformats.org/drawingml/2006/main">
            <a:pPr>
              <a:buNone/>
              <a:defRPr sz="1500" b="0">
                <a:solidFill>
                  <a:srgbClr val="153047"/>
                </a:solidFill>
              </a:defRPr>
            </a:pPr>
            <a:r>
              <a:rPr sz="1500" b="0">
                <a:solidFill>
                  <a:srgbClr val="153047"/>
                </a:solidFill>
              </a:rPr>
              <a:t>Labels candidate directions and states where the three papers do not provide enough evidence.</a:t>
            </a:r>
          </a:p>
        </p:txBody>
      </p:sp>
      <p:sp>
        <p:nvSpPr>
          <p:cNvPr id="13" name="">
            <a:extLst xmlns:a="http://schemas.openxmlformats.org/drawingml/2006/main">
              <a:ext uri="{FF2B5EF4-FFF2-40B4-BE49-F238E27FC236}">
                <a16:creationId xmlns:a16="http://schemas.microsoft.com/office/drawing/2014/main" id="{7B09949A-743D-4080-A789-205661275D5C}"/>
              </a:ext>
            </a:extLst>
          </p:cNvPr>
          <p:cNvSpPr>
            <a:spLocks xmlns:a="http://schemas.openxmlformats.org/drawingml/2006/main" noGrp="1"/>
          </p:cNvSpPr>
          <p:nvPr/>
        </p:nvSpPr>
        <p:spPr>
          <a:xfrm xmlns:a="http://schemas.openxmlformats.org/drawingml/2006/main">
            <a:off x="704850" y="422910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007E78"/>
                </a:solidFill>
              </a:defRPr>
            </a:defPPr>
            <a:lvl1pPr>
              <a:defRPr sz="1500" b="1">
                <a:solidFill>
                  <a:srgbClr val="007E78"/>
                </a:solidFill>
              </a:defRPr>
            </a:lvl1pPr>
            <a:lvl2pPr>
              <a:defRPr sz="1500" b="1">
                <a:solidFill>
                  <a:srgbClr val="007E78"/>
                </a:solidFill>
              </a:defRPr>
            </a:lvl2pPr>
            <a:lvl3pPr>
              <a:defRPr sz="1500" b="1">
                <a:solidFill>
                  <a:srgbClr val="007E78"/>
                </a:solidFill>
              </a:defRPr>
            </a:lvl3pPr>
            <a:lvl4pPr>
              <a:defRPr sz="1500" b="1">
                <a:solidFill>
                  <a:srgbClr val="007E78"/>
                </a:solidFill>
              </a:defRPr>
            </a:lvl4pPr>
            <a:lvl5pPr>
              <a:defRPr sz="1500" b="1">
                <a:solidFill>
                  <a:srgbClr val="007E78"/>
                </a:solidFill>
              </a:defRPr>
            </a:lvl5pPr>
            <a:lvl6pPr>
              <a:defRPr sz="1500" b="1">
                <a:solidFill>
                  <a:srgbClr val="007E78"/>
                </a:solidFill>
              </a:defRPr>
            </a:lvl6pPr>
            <a:lvl7pPr>
              <a:defRPr sz="1500" b="1">
                <a:solidFill>
                  <a:srgbClr val="007E78"/>
                </a:solidFill>
              </a:defRPr>
            </a:lvl7pPr>
            <a:lvl8pPr>
              <a:defRPr sz="1500" b="1">
                <a:solidFill>
                  <a:srgbClr val="007E78"/>
                </a:solidFill>
              </a:defRPr>
            </a:lvl8pPr>
            <a:lvl9pPr>
              <a:defRPr sz="1500" b="1">
                <a:solidFill>
                  <a:srgbClr val="007E78"/>
                </a:solidFill>
              </a:defRPr>
            </a:lvl9pPr>
          </a:lstStyle>
          <a:p xmlns:a="http://schemas.openxmlformats.org/drawingml/2006/main">
            <a:pPr>
              <a:buNone/>
              <a:defRPr sz="1500" b="1">
                <a:solidFill>
                  <a:srgbClr val="007E78"/>
                </a:solidFill>
              </a:defRPr>
            </a:pPr>
            <a:r>
              <a:rPr sz="1500" b="1">
                <a:solidFill>
                  <a:srgbClr val="007E78"/>
                </a:solidFill>
              </a:rPr>
              <a:t>Source section</a:t>
            </a:r>
          </a:p>
        </p:txBody>
      </p:sp>
      <p:sp>
        <p:nvSpPr>
          <p:cNvPr id="14" name="">
            <a:extLst xmlns:a="http://schemas.openxmlformats.org/drawingml/2006/main">
              <a:ext uri="{FF2B5EF4-FFF2-40B4-BE49-F238E27FC236}">
                <a16:creationId xmlns:a16="http://schemas.microsoft.com/office/drawing/2014/main" id="{19B2A75C-C66D-487B-BA1F-A2F4B926F3A7}"/>
              </a:ext>
            </a:extLst>
          </p:cNvPr>
          <p:cNvSpPr>
            <a:spLocks xmlns:a="http://schemas.openxmlformats.org/drawingml/2006/main" noGrp="1"/>
          </p:cNvSpPr>
          <p:nvPr/>
        </p:nvSpPr>
        <p:spPr>
          <a:xfrm xmlns:a="http://schemas.openxmlformats.org/drawingml/2006/main">
            <a:off x="3352800" y="4229100"/>
            <a:ext cx="7924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153047"/>
                </a:solidFill>
              </a:defRPr>
            </a:defPPr>
            <a:lvl1pPr>
              <a:defRPr sz="1500" b="0">
                <a:solidFill>
                  <a:srgbClr val="153047"/>
                </a:solidFill>
              </a:defRPr>
            </a:lvl1pPr>
            <a:lvl2pPr>
              <a:defRPr sz="1500" b="0">
                <a:solidFill>
                  <a:srgbClr val="153047"/>
                </a:solidFill>
              </a:defRPr>
            </a:lvl2pPr>
            <a:lvl3pPr>
              <a:defRPr sz="1500" b="0">
                <a:solidFill>
                  <a:srgbClr val="153047"/>
                </a:solidFill>
              </a:defRPr>
            </a:lvl3pPr>
            <a:lvl4pPr>
              <a:defRPr sz="1500" b="0">
                <a:solidFill>
                  <a:srgbClr val="153047"/>
                </a:solidFill>
              </a:defRPr>
            </a:lvl4pPr>
            <a:lvl5pPr>
              <a:defRPr sz="1500" b="0">
                <a:solidFill>
                  <a:srgbClr val="153047"/>
                </a:solidFill>
              </a:defRPr>
            </a:lvl5pPr>
            <a:lvl6pPr>
              <a:defRPr sz="1500" b="0">
                <a:solidFill>
                  <a:srgbClr val="153047"/>
                </a:solidFill>
              </a:defRPr>
            </a:lvl6pPr>
            <a:lvl7pPr>
              <a:defRPr sz="1500" b="0">
                <a:solidFill>
                  <a:srgbClr val="153047"/>
                </a:solidFill>
              </a:defRPr>
            </a:lvl7pPr>
            <a:lvl8pPr>
              <a:defRPr sz="1500" b="0">
                <a:solidFill>
                  <a:srgbClr val="153047"/>
                </a:solidFill>
              </a:defRPr>
            </a:lvl8pPr>
            <a:lvl9pPr>
              <a:defRPr sz="1500" b="0">
                <a:solidFill>
                  <a:srgbClr val="153047"/>
                </a:solidFill>
              </a:defRPr>
            </a:lvl9pPr>
          </a:lstStyle>
          <a:p xmlns:a="http://schemas.openxmlformats.org/drawingml/2006/main">
            <a:pPr>
              <a:buNone/>
              <a:defRPr sz="1500" b="0">
                <a:solidFill>
                  <a:srgbClr val="153047"/>
                </a:solidFill>
              </a:defRPr>
            </a:pPr>
            <a:r>
              <a:rPr sz="1500" b="0">
                <a:solidFill>
                  <a:srgbClr val="153047"/>
                </a:solidFill>
              </a:rPr>
              <a:t>Lists matched upload metadata separately from candidate related records.</a:t>
            </a:r>
          </a:p>
        </p:txBody>
      </p:sp>
      <p:sp>
        <p:nvSpPr>
          <p:cNvPr id="15" name="">
            <a:extLst xmlns:a="http://schemas.openxmlformats.org/drawingml/2006/main">
              <a:ext uri="{FF2B5EF4-FFF2-40B4-BE49-F238E27FC236}">
                <a16:creationId xmlns:a16="http://schemas.microsoft.com/office/drawing/2014/main" id="{63405BD9-6438-49EF-B566-30D884EE05AA}"/>
              </a:ext>
            </a:extLst>
          </p:cNvPr>
          <p:cNvSpPr>
            <a:spLocks xmlns:a="http://schemas.openxmlformats.org/drawingml/2006/main" noGrp="1"/>
          </p:cNvSpPr>
          <p:nvPr/>
        </p:nvSpPr>
        <p:spPr>
          <a:xfrm xmlns:a="http://schemas.openxmlformats.org/drawingml/2006/main">
            <a:off x="704850" y="506730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007E78"/>
                </a:solidFill>
              </a:defRPr>
            </a:defPPr>
            <a:lvl1pPr>
              <a:defRPr sz="1500" b="1">
                <a:solidFill>
                  <a:srgbClr val="007E78"/>
                </a:solidFill>
              </a:defRPr>
            </a:lvl1pPr>
            <a:lvl2pPr>
              <a:defRPr sz="1500" b="1">
                <a:solidFill>
                  <a:srgbClr val="007E78"/>
                </a:solidFill>
              </a:defRPr>
            </a:lvl2pPr>
            <a:lvl3pPr>
              <a:defRPr sz="1500" b="1">
                <a:solidFill>
                  <a:srgbClr val="007E78"/>
                </a:solidFill>
              </a:defRPr>
            </a:lvl3pPr>
            <a:lvl4pPr>
              <a:defRPr sz="1500" b="1">
                <a:solidFill>
                  <a:srgbClr val="007E78"/>
                </a:solidFill>
              </a:defRPr>
            </a:lvl4pPr>
            <a:lvl5pPr>
              <a:defRPr sz="1500" b="1">
                <a:solidFill>
                  <a:srgbClr val="007E78"/>
                </a:solidFill>
              </a:defRPr>
            </a:lvl5pPr>
            <a:lvl6pPr>
              <a:defRPr sz="1500" b="1">
                <a:solidFill>
                  <a:srgbClr val="007E78"/>
                </a:solidFill>
              </a:defRPr>
            </a:lvl6pPr>
            <a:lvl7pPr>
              <a:defRPr sz="1500" b="1">
                <a:solidFill>
                  <a:srgbClr val="007E78"/>
                </a:solidFill>
              </a:defRPr>
            </a:lvl7pPr>
            <a:lvl8pPr>
              <a:defRPr sz="1500" b="1">
                <a:solidFill>
                  <a:srgbClr val="007E78"/>
                </a:solidFill>
              </a:defRPr>
            </a:lvl8pPr>
            <a:lvl9pPr>
              <a:defRPr sz="1500" b="1">
                <a:solidFill>
                  <a:srgbClr val="007E78"/>
                </a:solidFill>
              </a:defRPr>
            </a:lvl9pPr>
          </a:lstStyle>
          <a:p xmlns:a="http://schemas.openxmlformats.org/drawingml/2006/main">
            <a:pPr>
              <a:buNone/>
              <a:defRPr sz="1500" b="1">
                <a:solidFill>
                  <a:srgbClr val="007E78"/>
                </a:solidFill>
              </a:defRPr>
            </a:pPr>
            <a:r>
              <a:rPr sz="1500" b="1">
                <a:solidFill>
                  <a:srgbClr val="007E78"/>
                </a:solidFill>
              </a:rPr>
              <a:t>Artifact</a:t>
            </a:r>
          </a:p>
        </p:txBody>
      </p:sp>
      <p:sp>
        <p:nvSpPr>
          <p:cNvPr id="16" name="">
            <a:extLst xmlns:a="http://schemas.openxmlformats.org/drawingml/2006/main">
              <a:ext uri="{FF2B5EF4-FFF2-40B4-BE49-F238E27FC236}">
                <a16:creationId xmlns:a16="http://schemas.microsoft.com/office/drawing/2014/main" id="{C94DDF59-0B21-436C-83B6-67E82F2844BA}"/>
              </a:ext>
            </a:extLst>
          </p:cNvPr>
          <p:cNvSpPr>
            <a:spLocks xmlns:a="http://schemas.openxmlformats.org/drawingml/2006/main" noGrp="1"/>
          </p:cNvSpPr>
          <p:nvPr/>
        </p:nvSpPr>
        <p:spPr>
          <a:xfrm xmlns:a="http://schemas.openxmlformats.org/drawingml/2006/main">
            <a:off x="3352800" y="5067300"/>
            <a:ext cx="7924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153047"/>
                </a:solidFill>
              </a:defRPr>
            </a:defPPr>
            <a:lvl1pPr>
              <a:defRPr sz="1500" b="0">
                <a:solidFill>
                  <a:srgbClr val="153047"/>
                </a:solidFill>
              </a:defRPr>
            </a:lvl1pPr>
            <a:lvl2pPr>
              <a:defRPr sz="1500" b="0">
                <a:solidFill>
                  <a:srgbClr val="153047"/>
                </a:solidFill>
              </a:defRPr>
            </a:lvl2pPr>
            <a:lvl3pPr>
              <a:defRPr sz="1500" b="0">
                <a:solidFill>
                  <a:srgbClr val="153047"/>
                </a:solidFill>
              </a:defRPr>
            </a:lvl3pPr>
            <a:lvl4pPr>
              <a:defRPr sz="1500" b="0">
                <a:solidFill>
                  <a:srgbClr val="153047"/>
                </a:solidFill>
              </a:defRPr>
            </a:lvl4pPr>
            <a:lvl5pPr>
              <a:defRPr sz="1500" b="0">
                <a:solidFill>
                  <a:srgbClr val="153047"/>
                </a:solidFill>
              </a:defRPr>
            </a:lvl5pPr>
            <a:lvl6pPr>
              <a:defRPr sz="1500" b="0">
                <a:solidFill>
                  <a:srgbClr val="153047"/>
                </a:solidFill>
              </a:defRPr>
            </a:lvl6pPr>
            <a:lvl7pPr>
              <a:defRPr sz="1500" b="0">
                <a:solidFill>
                  <a:srgbClr val="153047"/>
                </a:solidFill>
              </a:defRPr>
            </a:lvl7pPr>
            <a:lvl8pPr>
              <a:defRPr sz="1500" b="0">
                <a:solidFill>
                  <a:srgbClr val="153047"/>
                </a:solidFill>
              </a:defRPr>
            </a:lvl8pPr>
            <a:lvl9pPr>
              <a:defRPr sz="1500" b="0">
                <a:solidFill>
                  <a:srgbClr val="153047"/>
                </a:solidFill>
              </a:defRPr>
            </a:lvl9pPr>
          </a:lstStyle>
          <a:p xmlns:a="http://schemas.openxmlformats.org/drawingml/2006/main">
            <a:pPr>
              <a:buNone/>
              <a:defRPr sz="1500" b="0">
                <a:solidFill>
                  <a:srgbClr val="153047"/>
                </a:solidFill>
              </a:defRPr>
            </a:pPr>
            <a:r>
              <a:rPr sz="1500" b="0">
                <a:solidFill>
                  <a:srgbClr val="153047"/>
                </a:solidFill>
              </a:rPr>
              <a:t>Writes Markdown to a local .md file and returns a download URL.</a:t>
            </a:r>
          </a:p>
        </p:txBody>
      </p:sp>
    </p:spTree>
    <p:extLst>
      <p:ext uri="{BB962C8B-B14F-4D97-AF65-F5344CB8AC3E}">
        <p14:creationId xmlns:p14="http://schemas.microsoft.com/office/powerpoint/2010/main" val="1920635067"/>
      </p:ext>
    </p:extLst>
  </p:cSld>
</p:sld>
</file>

<file path=ppt/slides/slide31.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429040C-7616-4700-9A92-3C4C2FE99F4A}"/>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E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2356D3E-CD44-413E-9125-34DD70C603DD}"/>
              </a:ext>
            </a:extLst>
          </p:cNvPr>
          <p:cNvSpPr>
            <a:spLocks xmlns:a="http://schemas.openxmlformats.org/drawingml/2006/main" noGrp="1"/>
          </p:cNvSpPr>
          <p:nvPr/>
        </p:nvSpPr>
        <p:spPr>
          <a:xfrm xmlns:a="http://schemas.openxmlformats.org/drawingml/2006/main">
            <a:off x="609600" y="323850"/>
            <a:ext cx="1009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07E78"/>
                </a:solidFill>
              </a:defRPr>
            </a:defPPr>
            <a:lvl1pPr>
              <a:defRPr sz="1125" b="1">
                <a:solidFill>
                  <a:srgbClr val="007E78"/>
                </a:solidFill>
              </a:defRPr>
            </a:lvl1pPr>
            <a:lvl2pPr>
              <a:defRPr sz="1125" b="1">
                <a:solidFill>
                  <a:srgbClr val="007E78"/>
                </a:solidFill>
              </a:defRPr>
            </a:lvl2pPr>
            <a:lvl3pPr>
              <a:defRPr sz="1125" b="1">
                <a:solidFill>
                  <a:srgbClr val="007E78"/>
                </a:solidFill>
              </a:defRPr>
            </a:lvl3pPr>
            <a:lvl4pPr>
              <a:defRPr sz="1125" b="1">
                <a:solidFill>
                  <a:srgbClr val="007E78"/>
                </a:solidFill>
              </a:defRPr>
            </a:lvl4pPr>
            <a:lvl5pPr>
              <a:defRPr sz="1125" b="1">
                <a:solidFill>
                  <a:srgbClr val="007E78"/>
                </a:solidFill>
              </a:defRPr>
            </a:lvl5pPr>
            <a:lvl6pPr>
              <a:defRPr sz="1125" b="1">
                <a:solidFill>
                  <a:srgbClr val="007E78"/>
                </a:solidFill>
              </a:defRPr>
            </a:lvl6pPr>
            <a:lvl7pPr>
              <a:defRPr sz="1125" b="1">
                <a:solidFill>
                  <a:srgbClr val="007E78"/>
                </a:solidFill>
              </a:defRPr>
            </a:lvl7pPr>
            <a:lvl8pPr>
              <a:defRPr sz="1125" b="1">
                <a:solidFill>
                  <a:srgbClr val="007E78"/>
                </a:solidFill>
              </a:defRPr>
            </a:lvl8pPr>
            <a:lvl9pPr>
              <a:defRPr sz="1125" b="1">
                <a:solidFill>
                  <a:srgbClr val="007E78"/>
                </a:solidFill>
              </a:defRPr>
            </a:lvl9pPr>
          </a:lstStyle>
          <a:p xmlns:a="http://schemas.openxmlformats.org/drawingml/2006/main">
            <a:pPr>
              <a:buNone/>
              <a:defRPr sz="1125" b="1">
                <a:solidFill>
                  <a:srgbClr val="007E78"/>
                </a:solidFill>
              </a:defRPr>
            </a:pPr>
            <a:r>
              <a:rPr sz="1125" b="1">
                <a:solidFill>
                  <a:srgbClr val="007E78"/>
                </a:solidFill>
              </a:rPr>
              <a:t>30  WORKED EXAMPLE</a:t>
            </a:r>
          </a:p>
        </p:txBody>
      </p:sp>
      <p:sp>
        <p:nvSpPr>
          <p:cNvPr id="3" name="">
            <a:extLst xmlns:a="http://schemas.openxmlformats.org/drawingml/2006/main">
              <a:ext uri="{FF2B5EF4-FFF2-40B4-BE49-F238E27FC236}">
                <a16:creationId xmlns:a16="http://schemas.microsoft.com/office/drawing/2014/main" id="{5502E29E-5EED-420E-8E5A-0FDFAD946D8E}"/>
              </a:ext>
            </a:extLst>
          </p:cNvPr>
          <p:cNvSpPr>
            <a:spLocks xmlns:a="http://schemas.openxmlformats.org/drawingml/2006/main" noGrp="1"/>
          </p:cNvSpPr>
          <p:nvPr/>
        </p:nvSpPr>
        <p:spPr>
          <a:xfrm xmlns:a="http://schemas.openxmlformats.org/drawingml/2006/main">
            <a:off x="609600" y="685800"/>
            <a:ext cx="10858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10243A"/>
                </a:solidFill>
              </a:defRPr>
            </a:defPPr>
            <a:lvl1pPr>
              <a:defRPr sz="2850" b="1">
                <a:solidFill>
                  <a:srgbClr val="10243A"/>
                </a:solidFill>
              </a:defRPr>
            </a:lvl1pPr>
            <a:lvl2pPr>
              <a:defRPr sz="2850" b="1">
                <a:solidFill>
                  <a:srgbClr val="10243A"/>
                </a:solidFill>
              </a:defRPr>
            </a:lvl2pPr>
            <a:lvl3pPr>
              <a:defRPr sz="2850" b="1">
                <a:solidFill>
                  <a:srgbClr val="10243A"/>
                </a:solidFill>
              </a:defRPr>
            </a:lvl3pPr>
            <a:lvl4pPr>
              <a:defRPr sz="2850" b="1">
                <a:solidFill>
                  <a:srgbClr val="10243A"/>
                </a:solidFill>
              </a:defRPr>
            </a:lvl4pPr>
            <a:lvl5pPr>
              <a:defRPr sz="2850" b="1">
                <a:solidFill>
                  <a:srgbClr val="10243A"/>
                </a:solidFill>
              </a:defRPr>
            </a:lvl5pPr>
            <a:lvl6pPr>
              <a:defRPr sz="2850" b="1">
                <a:solidFill>
                  <a:srgbClr val="10243A"/>
                </a:solidFill>
              </a:defRPr>
            </a:lvl6pPr>
            <a:lvl7pPr>
              <a:defRPr sz="2850" b="1">
                <a:solidFill>
                  <a:srgbClr val="10243A"/>
                </a:solidFill>
              </a:defRPr>
            </a:lvl7pPr>
            <a:lvl8pPr>
              <a:defRPr sz="2850" b="1">
                <a:solidFill>
                  <a:srgbClr val="10243A"/>
                </a:solidFill>
              </a:defRPr>
            </a:lvl8pPr>
            <a:lvl9pPr>
              <a:defRPr sz="2850" b="1">
                <a:solidFill>
                  <a:srgbClr val="10243A"/>
                </a:solidFill>
              </a:defRPr>
            </a:lvl9pPr>
          </a:lstStyle>
          <a:p xmlns:a="http://schemas.openxmlformats.org/drawingml/2006/main">
            <a:pPr>
              <a:buNone/>
              <a:defRPr sz="2850" b="1">
                <a:solidFill>
                  <a:srgbClr val="10243A"/>
                </a:solidFill>
              </a:defRPr>
            </a:pPr>
            <a:r>
              <a:rPr sz="2850" b="1">
                <a:solidFill>
                  <a:srgbClr val="10243A"/>
                </a:solidFill>
              </a:rPr>
              <a:t>Stage 11: deterministic checks</a:t>
            </a:r>
          </a:p>
        </p:txBody>
      </p:sp>
      <p:sp>
        <p:nvSpPr>
          <p:cNvPr id="4" name="">
            <a:extLst xmlns:a="http://schemas.openxmlformats.org/drawingml/2006/main">
              <a:ext uri="{FF2B5EF4-FFF2-40B4-BE49-F238E27FC236}">
                <a16:creationId xmlns:a16="http://schemas.microsoft.com/office/drawing/2014/main" id="{019B793D-568C-4705-BE9D-CF254AB3A295}"/>
              </a:ext>
            </a:extLst>
          </p:cNvPr>
          <p:cNvSpPr>
            <a:spLocks xmlns:a="http://schemas.openxmlformats.org/drawingml/2006/main" noGrp="1"/>
          </p:cNvSpPr>
          <p:nvPr/>
        </p:nvSpPr>
        <p:spPr>
          <a:xfrm xmlns:a="http://schemas.openxmlformats.org/drawingml/2006/main">
            <a:off x="609600" y="6324600"/>
            <a:ext cx="10972800" cy="9525"/>
          </a:xfrm>
          <a:prstGeom xmlns:a="http://schemas.openxmlformats.org/drawingml/2006/main" prst="rect">
            <a:avLst/>
          </a:prstGeom>
          <a:solidFill xmlns:a="http://schemas.openxmlformats.org/drawingml/2006/main">
            <a:srgbClr val="D7E3E9"/>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1E854B2-4198-4F18-BD0F-AD5E3B690CD1}"/>
              </a:ext>
            </a:extLst>
          </p:cNvPr>
          <p:cNvSpPr>
            <a:spLocks xmlns:a="http://schemas.openxmlformats.org/drawingml/2006/main" noGrp="1"/>
          </p:cNvSpPr>
          <p:nvPr/>
        </p:nvSpPr>
        <p:spPr>
          <a:xfrm xmlns:a="http://schemas.openxmlformats.org/drawingml/2006/main">
            <a:off x="609600" y="6429375"/>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AgentFlow  |  Final Review</a:t>
            </a:r>
          </a:p>
        </p:txBody>
      </p:sp>
      <p:sp>
        <p:nvSpPr>
          <p:cNvPr id="6" name="">
            <a:extLst xmlns:a="http://schemas.openxmlformats.org/drawingml/2006/main">
              <a:ext uri="{FF2B5EF4-FFF2-40B4-BE49-F238E27FC236}">
                <a16:creationId xmlns:a16="http://schemas.microsoft.com/office/drawing/2014/main" id="{548BEC8B-B410-4BC6-B38D-3E9FB8E518A8}"/>
              </a:ext>
            </a:extLst>
          </p:cNvPr>
          <p:cNvSpPr>
            <a:spLocks xmlns:a="http://schemas.openxmlformats.org/drawingml/2006/main" noGrp="1"/>
          </p:cNvSpPr>
          <p:nvPr/>
        </p:nvSpPr>
        <p:spPr>
          <a:xfrm xmlns:a="http://schemas.openxmlformats.org/drawingml/2006/main">
            <a:off x="11029950" y="642937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31</a:t>
            </a:r>
          </a:p>
        </p:txBody>
      </p:sp>
      <p:sp>
        <p:nvSpPr>
          <p:cNvPr id="7" name="">
            <a:extLst xmlns:a="http://schemas.openxmlformats.org/drawingml/2006/main">
              <a:ext uri="{FF2B5EF4-FFF2-40B4-BE49-F238E27FC236}">
                <a16:creationId xmlns:a16="http://schemas.microsoft.com/office/drawing/2014/main" id="{9B9017E3-4CC2-4FFC-B0F7-BA37415B397A}"/>
              </a:ext>
            </a:extLst>
          </p:cNvPr>
          <p:cNvSpPr>
            <a:spLocks xmlns:a="http://schemas.openxmlformats.org/drawingml/2006/main" noGrp="1"/>
          </p:cNvSpPr>
          <p:nvPr/>
        </p:nvSpPr>
        <p:spPr>
          <a:xfrm xmlns:a="http://schemas.openxmlformats.org/drawingml/2006/main">
            <a:off x="723900" y="1924050"/>
            <a:ext cx="1057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C67A17"/>
                </a:solidFill>
              </a:defRPr>
            </a:defPPr>
            <a:lvl1pPr>
              <a:defRPr sz="2100" b="1">
                <a:solidFill>
                  <a:srgbClr val="C67A17"/>
                </a:solidFill>
              </a:defRPr>
            </a:lvl1pPr>
            <a:lvl2pPr>
              <a:defRPr sz="2100" b="1">
                <a:solidFill>
                  <a:srgbClr val="C67A17"/>
                </a:solidFill>
              </a:defRPr>
            </a:lvl2pPr>
            <a:lvl3pPr>
              <a:defRPr sz="2100" b="1">
                <a:solidFill>
                  <a:srgbClr val="C67A17"/>
                </a:solidFill>
              </a:defRPr>
            </a:lvl3pPr>
            <a:lvl4pPr>
              <a:defRPr sz="2100" b="1">
                <a:solidFill>
                  <a:srgbClr val="C67A17"/>
                </a:solidFill>
              </a:defRPr>
            </a:lvl4pPr>
            <a:lvl5pPr>
              <a:defRPr sz="2100" b="1">
                <a:solidFill>
                  <a:srgbClr val="C67A17"/>
                </a:solidFill>
              </a:defRPr>
            </a:lvl5pPr>
            <a:lvl6pPr>
              <a:defRPr sz="2100" b="1">
                <a:solidFill>
                  <a:srgbClr val="C67A17"/>
                </a:solidFill>
              </a:defRPr>
            </a:lvl6pPr>
            <a:lvl7pPr>
              <a:defRPr sz="2100" b="1">
                <a:solidFill>
                  <a:srgbClr val="C67A17"/>
                </a:solidFill>
              </a:defRPr>
            </a:lvl7pPr>
            <a:lvl8pPr>
              <a:defRPr sz="2100" b="1">
                <a:solidFill>
                  <a:srgbClr val="C67A17"/>
                </a:solidFill>
              </a:defRPr>
            </a:lvl8pPr>
            <a:lvl9pPr>
              <a:defRPr sz="2100" b="1">
                <a:solidFill>
                  <a:srgbClr val="C67A17"/>
                </a:solidFill>
              </a:defRPr>
            </a:lvl9pPr>
          </a:lstStyle>
          <a:p xmlns:a="http://schemas.openxmlformats.org/drawingml/2006/main">
            <a:pPr>
              <a:buNone/>
              <a:defRPr sz="2100" b="1">
                <a:solidFill>
                  <a:srgbClr val="C67A17"/>
                </a:solidFill>
              </a:defRPr>
            </a:pPr>
            <a:r>
              <a:rPr sz="2100" b="1">
                <a:solidFill>
                  <a:srgbClr val="C67A17"/>
                </a:solidFill>
              </a:rPr>
              <a:t>Illustrative error: “Study_B.pdf, p. 42”</a:t>
            </a:r>
          </a:p>
        </p:txBody>
      </p:sp>
      <p:sp>
        <p:nvSpPr>
          <p:cNvPr id="8" name="">
            <a:extLst xmlns:a="http://schemas.openxmlformats.org/drawingml/2006/main">
              <a:ext uri="{FF2B5EF4-FFF2-40B4-BE49-F238E27FC236}">
                <a16:creationId xmlns:a16="http://schemas.microsoft.com/office/drawing/2014/main" id="{B273ABEE-ED3B-4057-9872-38EDB23820AE}"/>
              </a:ext>
            </a:extLst>
          </p:cNvPr>
          <p:cNvSpPr>
            <a:spLocks xmlns:a="http://schemas.openxmlformats.org/drawingml/2006/main" noGrp="1"/>
          </p:cNvSpPr>
          <p:nvPr/>
        </p:nvSpPr>
        <p:spPr>
          <a:xfrm xmlns:a="http://schemas.openxmlformats.org/drawingml/2006/main">
            <a:off x="723900" y="2705100"/>
            <a:ext cx="10429875"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10243A"/>
                </a:solidFill>
              </a:defRPr>
            </a:defPPr>
            <a:lvl1pPr>
              <a:defRPr sz="1950" b="0">
                <a:solidFill>
                  <a:srgbClr val="10243A"/>
                </a:solidFill>
              </a:defRPr>
            </a:lvl1pPr>
            <a:lvl2pPr>
              <a:defRPr sz="1950" b="0">
                <a:solidFill>
                  <a:srgbClr val="10243A"/>
                </a:solidFill>
              </a:defRPr>
            </a:lvl2pPr>
            <a:lvl3pPr>
              <a:defRPr sz="1950" b="0">
                <a:solidFill>
                  <a:srgbClr val="10243A"/>
                </a:solidFill>
              </a:defRPr>
            </a:lvl3pPr>
            <a:lvl4pPr>
              <a:defRPr sz="1950" b="0">
                <a:solidFill>
                  <a:srgbClr val="10243A"/>
                </a:solidFill>
              </a:defRPr>
            </a:lvl4pPr>
            <a:lvl5pPr>
              <a:defRPr sz="1950" b="0">
                <a:solidFill>
                  <a:srgbClr val="10243A"/>
                </a:solidFill>
              </a:defRPr>
            </a:lvl5pPr>
            <a:lvl6pPr>
              <a:defRPr sz="1950" b="0">
                <a:solidFill>
                  <a:srgbClr val="10243A"/>
                </a:solidFill>
              </a:defRPr>
            </a:lvl6pPr>
            <a:lvl7pPr>
              <a:defRPr sz="1950" b="0">
                <a:solidFill>
                  <a:srgbClr val="10243A"/>
                </a:solidFill>
              </a:defRPr>
            </a:lvl7pPr>
            <a:lvl8pPr>
              <a:defRPr sz="1950" b="0">
                <a:solidFill>
                  <a:srgbClr val="10243A"/>
                </a:solidFill>
              </a:defRPr>
            </a:lvl8pPr>
            <a:lvl9pPr>
              <a:defRPr sz="1950" b="0">
                <a:solidFill>
                  <a:srgbClr val="10243A"/>
                </a:solidFill>
              </a:defRPr>
            </a:lvl9pPr>
          </a:lstStyle>
          <a:p xmlns:a="http://schemas.openxmlformats.org/drawingml/2006/main">
            <a:pPr>
              <a:buNone/>
              <a:defRPr sz="1950" b="0">
                <a:solidFill>
                  <a:srgbClr val="10243A"/>
                </a:solidFill>
              </a:defRPr>
            </a:pPr>
            <a:r>
              <a:rPr sz="1950" b="0">
                <a:solidFill>
                  <a:srgbClr val="10243A"/>
                </a:solidFill>
              </a:rPr>
              <a:t>If Study_B.pdf has only 12 PDF pages, validation rejects the report. A completed PDF read remains saved; only the failed report branch needs repair.</a:t>
            </a:r>
          </a:p>
        </p:txBody>
      </p:sp>
      <p:sp>
        <p:nvSpPr>
          <p:cNvPr id="9" name="">
            <a:extLst xmlns:a="http://schemas.openxmlformats.org/drawingml/2006/main">
              <a:ext uri="{FF2B5EF4-FFF2-40B4-BE49-F238E27FC236}">
                <a16:creationId xmlns:a16="http://schemas.microsoft.com/office/drawing/2014/main" id="{C7E914DE-A6E3-4BC3-BFD1-F68B2BFB1CB0}"/>
              </a:ext>
            </a:extLst>
          </p:cNvPr>
          <p:cNvSpPr>
            <a:spLocks xmlns:a="http://schemas.openxmlformats.org/drawingml/2006/main" noGrp="1"/>
          </p:cNvSpPr>
          <p:nvPr/>
        </p:nvSpPr>
        <p:spPr>
          <a:xfrm xmlns:a="http://schemas.openxmlformats.org/drawingml/2006/main">
            <a:off x="685800" y="5000625"/>
            <a:ext cx="10782300" cy="457200"/>
          </a:xfrm>
          <a:prstGeom xmlns:a="http://schemas.openxmlformats.org/drawingml/2006/main" prst="rect">
            <a:avLst/>
          </a:prstGeom>
          <a:solidFill xmlns:a="http://schemas.openxmlformats.org/drawingml/2006/main">
            <a:srgbClr val="E5F3F1"/>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7347B22-8E6A-4579-97BD-7686AA24776C}"/>
              </a:ext>
            </a:extLst>
          </p:cNvPr>
          <p:cNvSpPr>
            <a:spLocks xmlns:a="http://schemas.openxmlformats.org/drawingml/2006/main" noGrp="1"/>
          </p:cNvSpPr>
          <p:nvPr/>
        </p:nvSpPr>
        <p:spPr>
          <a:xfrm xmlns:a="http://schemas.openxmlformats.org/drawingml/2006/main">
            <a:off x="838200" y="5076825"/>
            <a:ext cx="10458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1">
                <a:solidFill>
                  <a:srgbClr val="10243A"/>
                </a:solidFill>
              </a:defRPr>
            </a:defPPr>
            <a:lvl1pPr>
              <a:defRPr sz="1425" b="1">
                <a:solidFill>
                  <a:srgbClr val="10243A"/>
                </a:solidFill>
              </a:defRPr>
            </a:lvl1pPr>
            <a:lvl2pPr>
              <a:defRPr sz="1425" b="1">
                <a:solidFill>
                  <a:srgbClr val="10243A"/>
                </a:solidFill>
              </a:defRPr>
            </a:lvl2pPr>
            <a:lvl3pPr>
              <a:defRPr sz="1425" b="1">
                <a:solidFill>
                  <a:srgbClr val="10243A"/>
                </a:solidFill>
              </a:defRPr>
            </a:lvl3pPr>
            <a:lvl4pPr>
              <a:defRPr sz="1425" b="1">
                <a:solidFill>
                  <a:srgbClr val="10243A"/>
                </a:solidFill>
              </a:defRPr>
            </a:lvl4pPr>
            <a:lvl5pPr>
              <a:defRPr sz="1425" b="1">
                <a:solidFill>
                  <a:srgbClr val="10243A"/>
                </a:solidFill>
              </a:defRPr>
            </a:lvl5pPr>
            <a:lvl6pPr>
              <a:defRPr sz="1425" b="1">
                <a:solidFill>
                  <a:srgbClr val="10243A"/>
                </a:solidFill>
              </a:defRPr>
            </a:lvl6pPr>
            <a:lvl7pPr>
              <a:defRPr sz="1425" b="1">
                <a:solidFill>
                  <a:srgbClr val="10243A"/>
                </a:solidFill>
              </a:defRPr>
            </a:lvl7pPr>
            <a:lvl8pPr>
              <a:defRPr sz="1425" b="1">
                <a:solidFill>
                  <a:srgbClr val="10243A"/>
                </a:solidFill>
              </a:defRPr>
            </a:lvl8pPr>
            <a:lvl9pPr>
              <a:defRPr sz="1425" b="1">
                <a:solidFill>
                  <a:srgbClr val="10243A"/>
                </a:solidFill>
              </a:defRPr>
            </a:lvl9pPr>
          </a:lstStyle>
          <a:p xmlns:a="http://schemas.openxmlformats.org/drawingml/2006/main">
            <a:pPr>
              <a:buNone/>
              <a:defRPr sz="1425" b="1">
                <a:solidFill>
                  <a:srgbClr val="10243A"/>
                </a:solidFill>
              </a:defRPr>
            </a:pPr>
            <a:r>
              <a:rPr sz="1425" b="1">
                <a:solidFill>
                  <a:srgbClr val="10243A"/>
                </a:solidFill>
              </a:rPr>
              <a:t>These checks cannot establish that every sentence on an existing page is scientifically correct.</a:t>
            </a:r>
          </a:p>
        </p:txBody>
      </p:sp>
    </p:spTree>
    <p:extLst>
      <p:ext uri="{BB962C8B-B14F-4D97-AF65-F5344CB8AC3E}">
        <p14:creationId xmlns:p14="http://schemas.microsoft.com/office/powerpoint/2010/main" val="1782969888"/>
      </p:ext>
    </p:extLst>
  </p:cSld>
</p:sld>
</file>

<file path=ppt/slides/slide32.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68D1DF1-3680-44B7-9798-A356A89F27CC}"/>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E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7723AA8-B5A2-4A0A-A508-A39FBFC537DE}"/>
              </a:ext>
            </a:extLst>
          </p:cNvPr>
          <p:cNvSpPr>
            <a:spLocks xmlns:a="http://schemas.openxmlformats.org/drawingml/2006/main" noGrp="1"/>
          </p:cNvSpPr>
          <p:nvPr/>
        </p:nvSpPr>
        <p:spPr>
          <a:xfrm xmlns:a="http://schemas.openxmlformats.org/drawingml/2006/main">
            <a:off x="609600" y="323850"/>
            <a:ext cx="1009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07E78"/>
                </a:solidFill>
              </a:defRPr>
            </a:defPPr>
            <a:lvl1pPr>
              <a:defRPr sz="1125" b="1">
                <a:solidFill>
                  <a:srgbClr val="007E78"/>
                </a:solidFill>
              </a:defRPr>
            </a:lvl1pPr>
            <a:lvl2pPr>
              <a:defRPr sz="1125" b="1">
                <a:solidFill>
                  <a:srgbClr val="007E78"/>
                </a:solidFill>
              </a:defRPr>
            </a:lvl2pPr>
            <a:lvl3pPr>
              <a:defRPr sz="1125" b="1">
                <a:solidFill>
                  <a:srgbClr val="007E78"/>
                </a:solidFill>
              </a:defRPr>
            </a:lvl3pPr>
            <a:lvl4pPr>
              <a:defRPr sz="1125" b="1">
                <a:solidFill>
                  <a:srgbClr val="007E78"/>
                </a:solidFill>
              </a:defRPr>
            </a:lvl4pPr>
            <a:lvl5pPr>
              <a:defRPr sz="1125" b="1">
                <a:solidFill>
                  <a:srgbClr val="007E78"/>
                </a:solidFill>
              </a:defRPr>
            </a:lvl5pPr>
            <a:lvl6pPr>
              <a:defRPr sz="1125" b="1">
                <a:solidFill>
                  <a:srgbClr val="007E78"/>
                </a:solidFill>
              </a:defRPr>
            </a:lvl6pPr>
            <a:lvl7pPr>
              <a:defRPr sz="1125" b="1">
                <a:solidFill>
                  <a:srgbClr val="007E78"/>
                </a:solidFill>
              </a:defRPr>
            </a:lvl7pPr>
            <a:lvl8pPr>
              <a:defRPr sz="1125" b="1">
                <a:solidFill>
                  <a:srgbClr val="007E78"/>
                </a:solidFill>
              </a:defRPr>
            </a:lvl8pPr>
            <a:lvl9pPr>
              <a:defRPr sz="1125" b="1">
                <a:solidFill>
                  <a:srgbClr val="007E78"/>
                </a:solidFill>
              </a:defRPr>
            </a:lvl9pPr>
          </a:lstStyle>
          <a:p xmlns:a="http://schemas.openxmlformats.org/drawingml/2006/main">
            <a:pPr>
              <a:buNone/>
              <a:defRPr sz="1125" b="1">
                <a:solidFill>
                  <a:srgbClr val="007E78"/>
                </a:solidFill>
              </a:defRPr>
            </a:pPr>
            <a:r>
              <a:rPr sz="1125" b="1">
                <a:solidFill>
                  <a:srgbClr val="007E78"/>
                </a:solidFill>
              </a:rPr>
              <a:t>31  WORKED EXAMPLE</a:t>
            </a:r>
          </a:p>
        </p:txBody>
      </p:sp>
      <p:sp>
        <p:nvSpPr>
          <p:cNvPr id="3" name="">
            <a:extLst xmlns:a="http://schemas.openxmlformats.org/drawingml/2006/main">
              <a:ext uri="{FF2B5EF4-FFF2-40B4-BE49-F238E27FC236}">
                <a16:creationId xmlns:a16="http://schemas.microsoft.com/office/drawing/2014/main" id="{86271914-159C-4ACE-BF37-BFC690B76EEF}"/>
              </a:ext>
            </a:extLst>
          </p:cNvPr>
          <p:cNvSpPr>
            <a:spLocks xmlns:a="http://schemas.openxmlformats.org/drawingml/2006/main" noGrp="1"/>
          </p:cNvSpPr>
          <p:nvPr/>
        </p:nvSpPr>
        <p:spPr>
          <a:xfrm xmlns:a="http://schemas.openxmlformats.org/drawingml/2006/main">
            <a:off x="609600" y="685800"/>
            <a:ext cx="10858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10243A"/>
                </a:solidFill>
              </a:defRPr>
            </a:defPPr>
            <a:lvl1pPr>
              <a:defRPr sz="2850" b="1">
                <a:solidFill>
                  <a:srgbClr val="10243A"/>
                </a:solidFill>
              </a:defRPr>
            </a:lvl1pPr>
            <a:lvl2pPr>
              <a:defRPr sz="2850" b="1">
                <a:solidFill>
                  <a:srgbClr val="10243A"/>
                </a:solidFill>
              </a:defRPr>
            </a:lvl2pPr>
            <a:lvl3pPr>
              <a:defRPr sz="2850" b="1">
                <a:solidFill>
                  <a:srgbClr val="10243A"/>
                </a:solidFill>
              </a:defRPr>
            </a:lvl3pPr>
            <a:lvl4pPr>
              <a:defRPr sz="2850" b="1">
                <a:solidFill>
                  <a:srgbClr val="10243A"/>
                </a:solidFill>
              </a:defRPr>
            </a:lvl4pPr>
            <a:lvl5pPr>
              <a:defRPr sz="2850" b="1">
                <a:solidFill>
                  <a:srgbClr val="10243A"/>
                </a:solidFill>
              </a:defRPr>
            </a:lvl5pPr>
            <a:lvl6pPr>
              <a:defRPr sz="2850" b="1">
                <a:solidFill>
                  <a:srgbClr val="10243A"/>
                </a:solidFill>
              </a:defRPr>
            </a:lvl6pPr>
            <a:lvl7pPr>
              <a:defRPr sz="2850" b="1">
                <a:solidFill>
                  <a:srgbClr val="10243A"/>
                </a:solidFill>
              </a:defRPr>
            </a:lvl7pPr>
            <a:lvl8pPr>
              <a:defRPr sz="2850" b="1">
                <a:solidFill>
                  <a:srgbClr val="10243A"/>
                </a:solidFill>
              </a:defRPr>
            </a:lvl8pPr>
            <a:lvl9pPr>
              <a:defRPr sz="2850" b="1">
                <a:solidFill>
                  <a:srgbClr val="10243A"/>
                </a:solidFill>
              </a:defRPr>
            </a:lvl9pPr>
          </a:lstStyle>
          <a:p xmlns:a="http://schemas.openxmlformats.org/drawingml/2006/main">
            <a:pPr>
              <a:buNone/>
              <a:defRPr sz="2850" b="1">
                <a:solidFill>
                  <a:srgbClr val="10243A"/>
                </a:solidFill>
              </a:defRPr>
            </a:pPr>
            <a:r>
              <a:rPr sz="2850" b="1">
                <a:solidFill>
                  <a:srgbClr val="10243A"/>
                </a:solidFill>
              </a:rPr>
              <a:t>Stage 12: semantic review</a:t>
            </a:r>
          </a:p>
        </p:txBody>
      </p:sp>
      <p:sp>
        <p:nvSpPr>
          <p:cNvPr id="4" name="">
            <a:extLst xmlns:a="http://schemas.openxmlformats.org/drawingml/2006/main">
              <a:ext uri="{FF2B5EF4-FFF2-40B4-BE49-F238E27FC236}">
                <a16:creationId xmlns:a16="http://schemas.microsoft.com/office/drawing/2014/main" id="{B4EA34AA-856C-4223-884A-7903366BB27E}"/>
              </a:ext>
            </a:extLst>
          </p:cNvPr>
          <p:cNvSpPr>
            <a:spLocks xmlns:a="http://schemas.openxmlformats.org/drawingml/2006/main" noGrp="1"/>
          </p:cNvSpPr>
          <p:nvPr/>
        </p:nvSpPr>
        <p:spPr>
          <a:xfrm xmlns:a="http://schemas.openxmlformats.org/drawingml/2006/main">
            <a:off x="609600" y="6324600"/>
            <a:ext cx="10972800" cy="9525"/>
          </a:xfrm>
          <a:prstGeom xmlns:a="http://schemas.openxmlformats.org/drawingml/2006/main" prst="rect">
            <a:avLst/>
          </a:prstGeom>
          <a:solidFill xmlns:a="http://schemas.openxmlformats.org/drawingml/2006/main">
            <a:srgbClr val="D7E3E9"/>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092465C-CBA6-4DF4-AC12-1FE7D36717FC}"/>
              </a:ext>
            </a:extLst>
          </p:cNvPr>
          <p:cNvSpPr>
            <a:spLocks xmlns:a="http://schemas.openxmlformats.org/drawingml/2006/main" noGrp="1"/>
          </p:cNvSpPr>
          <p:nvPr/>
        </p:nvSpPr>
        <p:spPr>
          <a:xfrm xmlns:a="http://schemas.openxmlformats.org/drawingml/2006/main">
            <a:off x="609600" y="6429375"/>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AgentFlow  |  Final Review</a:t>
            </a:r>
          </a:p>
        </p:txBody>
      </p:sp>
      <p:sp>
        <p:nvSpPr>
          <p:cNvPr id="6" name="">
            <a:extLst xmlns:a="http://schemas.openxmlformats.org/drawingml/2006/main">
              <a:ext uri="{FF2B5EF4-FFF2-40B4-BE49-F238E27FC236}">
                <a16:creationId xmlns:a16="http://schemas.microsoft.com/office/drawing/2014/main" id="{8F37088A-2099-4721-A335-00D4BD98C74F}"/>
              </a:ext>
            </a:extLst>
          </p:cNvPr>
          <p:cNvSpPr>
            <a:spLocks xmlns:a="http://schemas.openxmlformats.org/drawingml/2006/main" noGrp="1"/>
          </p:cNvSpPr>
          <p:nvPr/>
        </p:nvSpPr>
        <p:spPr>
          <a:xfrm xmlns:a="http://schemas.openxmlformats.org/drawingml/2006/main">
            <a:off x="11029950" y="642937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32</a:t>
            </a:r>
          </a:p>
        </p:txBody>
      </p:sp>
      <p:sp>
        <p:nvSpPr>
          <p:cNvPr id="7" name="">
            <a:extLst xmlns:a="http://schemas.openxmlformats.org/drawingml/2006/main">
              <a:ext uri="{FF2B5EF4-FFF2-40B4-BE49-F238E27FC236}">
                <a16:creationId xmlns:a16="http://schemas.microsoft.com/office/drawing/2014/main" id="{6C1F26DE-0090-4FA4-90DF-CED945CA4837}"/>
              </a:ext>
            </a:extLst>
          </p:cNvPr>
          <p:cNvSpPr>
            <a:spLocks xmlns:a="http://schemas.openxmlformats.org/drawingml/2006/main" noGrp="1"/>
          </p:cNvSpPr>
          <p:nvPr/>
        </p:nvSpPr>
        <p:spPr>
          <a:xfrm xmlns:a="http://schemas.openxmlformats.org/drawingml/2006/main">
            <a:off x="781050" y="1914525"/>
            <a:ext cx="5048250" cy="2619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43A"/>
                </a:solidFill>
              </a:defRPr>
            </a:defPPr>
            <a:lvl1pPr>
              <a:defRPr sz="2325" b="0">
                <a:solidFill>
                  <a:srgbClr val="10243A"/>
                </a:solidFill>
              </a:defRPr>
            </a:lvl1pPr>
            <a:lvl2pPr>
              <a:defRPr sz="2325" b="0">
                <a:solidFill>
                  <a:srgbClr val="10243A"/>
                </a:solidFill>
              </a:defRPr>
            </a:lvl2pPr>
            <a:lvl3pPr>
              <a:defRPr sz="2325" b="0">
                <a:solidFill>
                  <a:srgbClr val="10243A"/>
                </a:solidFill>
              </a:defRPr>
            </a:lvl3pPr>
            <a:lvl4pPr>
              <a:defRPr sz="2325" b="0">
                <a:solidFill>
                  <a:srgbClr val="10243A"/>
                </a:solidFill>
              </a:defRPr>
            </a:lvl4pPr>
            <a:lvl5pPr>
              <a:defRPr sz="2325" b="0">
                <a:solidFill>
                  <a:srgbClr val="10243A"/>
                </a:solidFill>
              </a:defRPr>
            </a:lvl5pPr>
            <a:lvl6pPr>
              <a:defRPr sz="2325" b="0">
                <a:solidFill>
                  <a:srgbClr val="10243A"/>
                </a:solidFill>
              </a:defRPr>
            </a:lvl6pPr>
            <a:lvl7pPr>
              <a:defRPr sz="2325" b="0">
                <a:solidFill>
                  <a:srgbClr val="10243A"/>
                </a:solidFill>
              </a:defRPr>
            </a:lvl7pPr>
            <a:lvl8pPr>
              <a:defRPr sz="2325" b="0">
                <a:solidFill>
                  <a:srgbClr val="10243A"/>
                </a:solidFill>
              </a:defRPr>
            </a:lvl8pPr>
            <a:lvl9pPr>
              <a:defRPr sz="2325" b="0">
                <a:solidFill>
                  <a:srgbClr val="10243A"/>
                </a:solidFill>
              </a:defRPr>
            </a:lvl9pPr>
          </a:lstStyle>
          <a:p xmlns:a="http://schemas.openxmlformats.org/drawingml/2006/main">
            <a:pPr>
              <a:buNone/>
              <a:defRPr sz="2325" b="0">
                <a:solidFill>
                  <a:srgbClr val="10243A"/>
                </a:solidFill>
              </a:defRPr>
            </a:pPr>
            <a:r>
              <a:rPr sz="2325" b="0">
                <a:solidFill>
                  <a:srgbClr val="10243A"/>
                </a:solidFill>
              </a:rPr>
              <a:t>{</a:t>
            </a:r>
          </a:p>
          <a:p xmlns:a="http://schemas.openxmlformats.org/drawingml/2006/main">
            <a:pPr>
              <a:buNone/>
              <a:defRPr sz="2325" b="0">
                <a:solidFill>
                  <a:srgbClr val="10243A"/>
                </a:solidFill>
              </a:defRPr>
            </a:pPr>
            <a:r>
              <a:rPr sz="2325" b="0">
                <a:solidFill>
                  <a:srgbClr val="10243A"/>
                </a:solidFill>
              </a:rPr>
              <a:t>  "passed": true,</a:t>
            </a:r>
          </a:p>
          <a:p xmlns:a="http://schemas.openxmlformats.org/drawingml/2006/main">
            <a:pPr>
              <a:buNone/>
              <a:defRPr sz="2325" b="0">
                <a:solidFill>
                  <a:srgbClr val="10243A"/>
                </a:solidFill>
              </a:defRPr>
            </a:pPr>
            <a:r>
              <a:rPr sz="2325" b="0">
                <a:solidFill>
                  <a:srgbClr val="10243A"/>
                </a:solidFill>
              </a:rPr>
              <a:t>  "coverage": 0.95,</a:t>
            </a:r>
          </a:p>
          <a:p xmlns:a="http://schemas.openxmlformats.org/drawingml/2006/main">
            <a:pPr>
              <a:buNone/>
              <a:defRPr sz="2325" b="0">
                <a:solidFill>
                  <a:srgbClr val="10243A"/>
                </a:solidFill>
              </a:defRPr>
            </a:pPr>
            <a:r>
              <a:rPr sz="2325" b="0">
                <a:solidFill>
                  <a:srgbClr val="10243A"/>
                </a:solidFill>
              </a:rPr>
              <a:t>  "issues": []</a:t>
            </a:r>
          </a:p>
          <a:p xmlns:a="http://schemas.openxmlformats.org/drawingml/2006/main">
            <a:pPr>
              <a:buNone/>
              <a:defRPr sz="2325" b="0">
                <a:solidFill>
                  <a:srgbClr val="10243A"/>
                </a:solidFill>
              </a:defRPr>
            </a:pPr>
            <a:r>
              <a:rPr sz="2325" b="0">
                <a:solidFill>
                  <a:srgbClr val="10243A"/>
                </a:solidFill>
              </a:rPr>
              <a:t>}</a:t>
            </a:r>
          </a:p>
        </p:txBody>
      </p:sp>
      <p:sp>
        <p:nvSpPr>
          <p:cNvPr id="8" name="">
            <a:extLst xmlns:a="http://schemas.openxmlformats.org/drawingml/2006/main">
              <a:ext uri="{FF2B5EF4-FFF2-40B4-BE49-F238E27FC236}">
                <a16:creationId xmlns:a16="http://schemas.microsoft.com/office/drawing/2014/main" id="{3D91793B-9BA4-4E9F-BC92-179DA420F4DD}"/>
              </a:ext>
            </a:extLst>
          </p:cNvPr>
          <p:cNvSpPr>
            <a:spLocks xmlns:a="http://schemas.openxmlformats.org/drawingml/2006/main" noGrp="1"/>
          </p:cNvSpPr>
          <p:nvPr/>
        </p:nvSpPr>
        <p:spPr>
          <a:xfrm xmlns:a="http://schemas.openxmlformats.org/drawingml/2006/main">
            <a:off x="6362700" y="2114550"/>
            <a:ext cx="476250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007E78"/>
                </a:solidFill>
              </a:defRPr>
            </a:defPPr>
            <a:lvl1pPr>
              <a:defRPr sz="1875" b="1">
                <a:solidFill>
                  <a:srgbClr val="007E78"/>
                </a:solidFill>
              </a:defRPr>
            </a:lvl1pPr>
            <a:lvl2pPr>
              <a:defRPr sz="1875" b="1">
                <a:solidFill>
                  <a:srgbClr val="007E78"/>
                </a:solidFill>
              </a:defRPr>
            </a:lvl2pPr>
            <a:lvl3pPr>
              <a:defRPr sz="1875" b="1">
                <a:solidFill>
                  <a:srgbClr val="007E78"/>
                </a:solidFill>
              </a:defRPr>
            </a:lvl3pPr>
            <a:lvl4pPr>
              <a:defRPr sz="1875" b="1">
                <a:solidFill>
                  <a:srgbClr val="007E78"/>
                </a:solidFill>
              </a:defRPr>
            </a:lvl4pPr>
            <a:lvl5pPr>
              <a:defRPr sz="1875" b="1">
                <a:solidFill>
                  <a:srgbClr val="007E78"/>
                </a:solidFill>
              </a:defRPr>
            </a:lvl5pPr>
            <a:lvl6pPr>
              <a:defRPr sz="1875" b="1">
                <a:solidFill>
                  <a:srgbClr val="007E78"/>
                </a:solidFill>
              </a:defRPr>
            </a:lvl6pPr>
            <a:lvl7pPr>
              <a:defRPr sz="1875" b="1">
                <a:solidFill>
                  <a:srgbClr val="007E78"/>
                </a:solidFill>
              </a:defRPr>
            </a:lvl7pPr>
            <a:lvl8pPr>
              <a:defRPr sz="1875" b="1">
                <a:solidFill>
                  <a:srgbClr val="007E78"/>
                </a:solidFill>
              </a:defRPr>
            </a:lvl8pPr>
            <a:lvl9pPr>
              <a:defRPr sz="1875" b="1">
                <a:solidFill>
                  <a:srgbClr val="007E78"/>
                </a:solidFill>
              </a:defRPr>
            </a:lvl9pPr>
          </a:lstStyle>
          <a:p xmlns:a="http://schemas.openxmlformats.org/drawingml/2006/main">
            <a:pPr>
              <a:buNone/>
              <a:defRPr sz="1875" b="1">
                <a:solidFill>
                  <a:srgbClr val="007E78"/>
                </a:solidFill>
              </a:defRPr>
            </a:pPr>
            <a:r>
              <a:rPr sz="1875" b="1">
                <a:solidFill>
                  <a:srgbClr val="007E78"/>
                </a:solidFill>
              </a:rPr>
              <a:t>95% means the reviewer judged most requested elements present. It does not mean 95% of claims are verified.</a:t>
            </a:r>
          </a:p>
        </p:txBody>
      </p:sp>
      <p:sp>
        <p:nvSpPr>
          <p:cNvPr id="9" name="">
            <a:extLst xmlns:a="http://schemas.openxmlformats.org/drawingml/2006/main">
              <a:ext uri="{FF2B5EF4-FFF2-40B4-BE49-F238E27FC236}">
                <a16:creationId xmlns:a16="http://schemas.microsoft.com/office/drawing/2014/main" id="{88AB372A-79CE-4156-BDB3-8C3BAB58DC3C}"/>
              </a:ext>
            </a:extLst>
          </p:cNvPr>
          <p:cNvSpPr>
            <a:spLocks xmlns:a="http://schemas.openxmlformats.org/drawingml/2006/main" noGrp="1"/>
          </p:cNvSpPr>
          <p:nvPr/>
        </p:nvSpPr>
        <p:spPr>
          <a:xfrm xmlns:a="http://schemas.openxmlformats.org/drawingml/2006/main">
            <a:off x="685800" y="5057775"/>
            <a:ext cx="10782300" cy="457200"/>
          </a:xfrm>
          <a:prstGeom xmlns:a="http://schemas.openxmlformats.org/drawingml/2006/main" prst="rect">
            <a:avLst/>
          </a:prstGeom>
          <a:solidFill xmlns:a="http://schemas.openxmlformats.org/drawingml/2006/main">
            <a:srgbClr val="E5F3F1"/>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9DB5A7C-820B-4961-913B-7E2C09D36995}"/>
              </a:ext>
            </a:extLst>
          </p:cNvPr>
          <p:cNvSpPr>
            <a:spLocks xmlns:a="http://schemas.openxmlformats.org/drawingml/2006/main" noGrp="1"/>
          </p:cNvSpPr>
          <p:nvPr/>
        </p:nvSpPr>
        <p:spPr>
          <a:xfrm xmlns:a="http://schemas.openxmlformats.org/drawingml/2006/main">
            <a:off x="838200" y="5133975"/>
            <a:ext cx="10458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1">
                <a:solidFill>
                  <a:srgbClr val="10243A"/>
                </a:solidFill>
              </a:defRPr>
            </a:defPPr>
            <a:lvl1pPr>
              <a:defRPr sz="1425" b="1">
                <a:solidFill>
                  <a:srgbClr val="10243A"/>
                </a:solidFill>
              </a:defRPr>
            </a:lvl1pPr>
            <a:lvl2pPr>
              <a:defRPr sz="1425" b="1">
                <a:solidFill>
                  <a:srgbClr val="10243A"/>
                </a:solidFill>
              </a:defRPr>
            </a:lvl2pPr>
            <a:lvl3pPr>
              <a:defRPr sz="1425" b="1">
                <a:solidFill>
                  <a:srgbClr val="10243A"/>
                </a:solidFill>
              </a:defRPr>
            </a:lvl3pPr>
            <a:lvl4pPr>
              <a:defRPr sz="1425" b="1">
                <a:solidFill>
                  <a:srgbClr val="10243A"/>
                </a:solidFill>
              </a:defRPr>
            </a:lvl4pPr>
            <a:lvl5pPr>
              <a:defRPr sz="1425" b="1">
                <a:solidFill>
                  <a:srgbClr val="10243A"/>
                </a:solidFill>
              </a:defRPr>
            </a:lvl5pPr>
            <a:lvl6pPr>
              <a:defRPr sz="1425" b="1">
                <a:solidFill>
                  <a:srgbClr val="10243A"/>
                </a:solidFill>
              </a:defRPr>
            </a:lvl6pPr>
            <a:lvl7pPr>
              <a:defRPr sz="1425" b="1">
                <a:solidFill>
                  <a:srgbClr val="10243A"/>
                </a:solidFill>
              </a:defRPr>
            </a:lvl7pPr>
            <a:lvl8pPr>
              <a:defRPr sz="1425" b="1">
                <a:solidFill>
                  <a:srgbClr val="10243A"/>
                </a:solidFill>
              </a:defRPr>
            </a:lvl8pPr>
            <a:lvl9pPr>
              <a:defRPr sz="1425" b="1">
                <a:solidFill>
                  <a:srgbClr val="10243A"/>
                </a:solidFill>
              </a:defRPr>
            </a:lvl9pPr>
          </a:lstStyle>
          <a:p xmlns:a="http://schemas.openxmlformats.org/drawingml/2006/main">
            <a:pPr>
              <a:buNone/>
              <a:defRPr sz="1425" b="1">
                <a:solidFill>
                  <a:srgbClr val="10243A"/>
                </a:solidFill>
              </a:defRPr>
            </a:pPr>
            <a:r>
              <a:rPr sz="1425" b="1">
                <a:solidFill>
                  <a:srgbClr val="10243A"/>
                </a:solidFill>
              </a:rPr>
              <a:t>The final report carries an automated-draft disclaimer and requires human citation checks.</a:t>
            </a:r>
          </a:p>
        </p:txBody>
      </p:sp>
    </p:spTree>
    <p:extLst>
      <p:ext uri="{BB962C8B-B14F-4D97-AF65-F5344CB8AC3E}">
        <p14:creationId xmlns:p14="http://schemas.microsoft.com/office/powerpoint/2010/main" val="1926161364"/>
      </p:ext>
    </p:extLst>
  </p:cSld>
</p:sld>
</file>

<file path=ppt/slides/slide33.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6225557-7908-4AE9-859B-5E66D58EE927}"/>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E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E07211B-06FB-49AA-844E-058AC7BF5CC8}"/>
              </a:ext>
            </a:extLst>
          </p:cNvPr>
          <p:cNvSpPr>
            <a:spLocks xmlns:a="http://schemas.openxmlformats.org/drawingml/2006/main" noGrp="1"/>
          </p:cNvSpPr>
          <p:nvPr/>
        </p:nvSpPr>
        <p:spPr>
          <a:xfrm xmlns:a="http://schemas.openxmlformats.org/drawingml/2006/main">
            <a:off x="609600" y="323850"/>
            <a:ext cx="1009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07E78"/>
                </a:solidFill>
              </a:defRPr>
            </a:defPPr>
            <a:lvl1pPr>
              <a:defRPr sz="1125" b="1">
                <a:solidFill>
                  <a:srgbClr val="007E78"/>
                </a:solidFill>
              </a:defRPr>
            </a:lvl1pPr>
            <a:lvl2pPr>
              <a:defRPr sz="1125" b="1">
                <a:solidFill>
                  <a:srgbClr val="007E78"/>
                </a:solidFill>
              </a:defRPr>
            </a:lvl2pPr>
            <a:lvl3pPr>
              <a:defRPr sz="1125" b="1">
                <a:solidFill>
                  <a:srgbClr val="007E78"/>
                </a:solidFill>
              </a:defRPr>
            </a:lvl3pPr>
            <a:lvl4pPr>
              <a:defRPr sz="1125" b="1">
                <a:solidFill>
                  <a:srgbClr val="007E78"/>
                </a:solidFill>
              </a:defRPr>
            </a:lvl4pPr>
            <a:lvl5pPr>
              <a:defRPr sz="1125" b="1">
                <a:solidFill>
                  <a:srgbClr val="007E78"/>
                </a:solidFill>
              </a:defRPr>
            </a:lvl5pPr>
            <a:lvl6pPr>
              <a:defRPr sz="1125" b="1">
                <a:solidFill>
                  <a:srgbClr val="007E78"/>
                </a:solidFill>
              </a:defRPr>
            </a:lvl6pPr>
            <a:lvl7pPr>
              <a:defRPr sz="1125" b="1">
                <a:solidFill>
                  <a:srgbClr val="007E78"/>
                </a:solidFill>
              </a:defRPr>
            </a:lvl7pPr>
            <a:lvl8pPr>
              <a:defRPr sz="1125" b="1">
                <a:solidFill>
                  <a:srgbClr val="007E78"/>
                </a:solidFill>
              </a:defRPr>
            </a:lvl8pPr>
            <a:lvl9pPr>
              <a:defRPr sz="1125" b="1">
                <a:solidFill>
                  <a:srgbClr val="007E78"/>
                </a:solidFill>
              </a:defRPr>
            </a:lvl9pPr>
          </a:lstStyle>
          <a:p xmlns:a="http://schemas.openxmlformats.org/drawingml/2006/main">
            <a:pPr>
              <a:buNone/>
              <a:defRPr sz="1125" b="1">
                <a:solidFill>
                  <a:srgbClr val="007E78"/>
                </a:solidFill>
              </a:defRPr>
            </a:pPr>
            <a:r>
              <a:rPr sz="1125" b="1">
                <a:solidFill>
                  <a:srgbClr val="007E78"/>
                </a:solidFill>
              </a:rPr>
              <a:t>32  WORKED EXAMPLE</a:t>
            </a:r>
          </a:p>
        </p:txBody>
      </p:sp>
      <p:sp>
        <p:nvSpPr>
          <p:cNvPr id="3" name="">
            <a:extLst xmlns:a="http://schemas.openxmlformats.org/drawingml/2006/main">
              <a:ext uri="{FF2B5EF4-FFF2-40B4-BE49-F238E27FC236}">
                <a16:creationId xmlns:a16="http://schemas.microsoft.com/office/drawing/2014/main" id="{638902E0-3463-433E-B437-FF108B5E0584}"/>
              </a:ext>
            </a:extLst>
          </p:cNvPr>
          <p:cNvSpPr>
            <a:spLocks xmlns:a="http://schemas.openxmlformats.org/drawingml/2006/main" noGrp="1"/>
          </p:cNvSpPr>
          <p:nvPr/>
        </p:nvSpPr>
        <p:spPr>
          <a:xfrm xmlns:a="http://schemas.openxmlformats.org/drawingml/2006/main">
            <a:off x="609600" y="685800"/>
            <a:ext cx="10858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10243A"/>
                </a:solidFill>
              </a:defRPr>
            </a:defPPr>
            <a:lvl1pPr>
              <a:defRPr sz="2850" b="1">
                <a:solidFill>
                  <a:srgbClr val="10243A"/>
                </a:solidFill>
              </a:defRPr>
            </a:lvl1pPr>
            <a:lvl2pPr>
              <a:defRPr sz="2850" b="1">
                <a:solidFill>
                  <a:srgbClr val="10243A"/>
                </a:solidFill>
              </a:defRPr>
            </a:lvl2pPr>
            <a:lvl3pPr>
              <a:defRPr sz="2850" b="1">
                <a:solidFill>
                  <a:srgbClr val="10243A"/>
                </a:solidFill>
              </a:defRPr>
            </a:lvl3pPr>
            <a:lvl4pPr>
              <a:defRPr sz="2850" b="1">
                <a:solidFill>
                  <a:srgbClr val="10243A"/>
                </a:solidFill>
              </a:defRPr>
            </a:lvl4pPr>
            <a:lvl5pPr>
              <a:defRPr sz="2850" b="1">
                <a:solidFill>
                  <a:srgbClr val="10243A"/>
                </a:solidFill>
              </a:defRPr>
            </a:lvl5pPr>
            <a:lvl6pPr>
              <a:defRPr sz="2850" b="1">
                <a:solidFill>
                  <a:srgbClr val="10243A"/>
                </a:solidFill>
              </a:defRPr>
            </a:lvl6pPr>
            <a:lvl7pPr>
              <a:defRPr sz="2850" b="1">
                <a:solidFill>
                  <a:srgbClr val="10243A"/>
                </a:solidFill>
              </a:defRPr>
            </a:lvl7pPr>
            <a:lvl8pPr>
              <a:defRPr sz="2850" b="1">
                <a:solidFill>
                  <a:srgbClr val="10243A"/>
                </a:solidFill>
              </a:defRPr>
            </a:lvl8pPr>
            <a:lvl9pPr>
              <a:defRPr sz="2850" b="1">
                <a:solidFill>
                  <a:srgbClr val="10243A"/>
                </a:solidFill>
              </a:defRPr>
            </a:lvl9pPr>
          </a:lstStyle>
          <a:p xmlns:a="http://schemas.openxmlformats.org/drawingml/2006/main">
            <a:pPr>
              <a:buNone/>
              <a:defRPr sz="2850" b="1">
                <a:solidFill>
                  <a:srgbClr val="10243A"/>
                </a:solidFill>
              </a:defRPr>
            </a:pPr>
            <a:r>
              <a:rPr sz="2850" b="1">
                <a:solidFill>
                  <a:srgbClr val="10243A"/>
                </a:solidFill>
              </a:rPr>
              <a:t>Stage 13: repair or blocked state</a:t>
            </a:r>
          </a:p>
        </p:txBody>
      </p:sp>
      <p:sp>
        <p:nvSpPr>
          <p:cNvPr id="4" name="">
            <a:extLst xmlns:a="http://schemas.openxmlformats.org/drawingml/2006/main">
              <a:ext uri="{FF2B5EF4-FFF2-40B4-BE49-F238E27FC236}">
                <a16:creationId xmlns:a16="http://schemas.microsoft.com/office/drawing/2014/main" id="{21D356EE-EF0A-4446-831D-EEB97786A2BB}"/>
              </a:ext>
            </a:extLst>
          </p:cNvPr>
          <p:cNvSpPr>
            <a:spLocks xmlns:a="http://schemas.openxmlformats.org/drawingml/2006/main" noGrp="1"/>
          </p:cNvSpPr>
          <p:nvPr/>
        </p:nvSpPr>
        <p:spPr>
          <a:xfrm xmlns:a="http://schemas.openxmlformats.org/drawingml/2006/main">
            <a:off x="609600" y="6324600"/>
            <a:ext cx="10972800" cy="9525"/>
          </a:xfrm>
          <a:prstGeom xmlns:a="http://schemas.openxmlformats.org/drawingml/2006/main" prst="rect">
            <a:avLst/>
          </a:prstGeom>
          <a:solidFill xmlns:a="http://schemas.openxmlformats.org/drawingml/2006/main">
            <a:srgbClr val="D7E3E9"/>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086BA06-5305-49C1-8E0C-2F976CD15568}"/>
              </a:ext>
            </a:extLst>
          </p:cNvPr>
          <p:cNvSpPr>
            <a:spLocks xmlns:a="http://schemas.openxmlformats.org/drawingml/2006/main" noGrp="1"/>
          </p:cNvSpPr>
          <p:nvPr/>
        </p:nvSpPr>
        <p:spPr>
          <a:xfrm xmlns:a="http://schemas.openxmlformats.org/drawingml/2006/main">
            <a:off x="609600" y="6429375"/>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AgentFlow  |  Final Review</a:t>
            </a:r>
          </a:p>
        </p:txBody>
      </p:sp>
      <p:sp>
        <p:nvSpPr>
          <p:cNvPr id="6" name="">
            <a:extLst xmlns:a="http://schemas.openxmlformats.org/drawingml/2006/main">
              <a:ext uri="{FF2B5EF4-FFF2-40B4-BE49-F238E27FC236}">
                <a16:creationId xmlns:a16="http://schemas.microsoft.com/office/drawing/2014/main" id="{82F3235F-370D-49A2-AE22-A326960D0402}"/>
              </a:ext>
            </a:extLst>
          </p:cNvPr>
          <p:cNvSpPr>
            <a:spLocks xmlns:a="http://schemas.openxmlformats.org/drawingml/2006/main" noGrp="1"/>
          </p:cNvSpPr>
          <p:nvPr/>
        </p:nvSpPr>
        <p:spPr>
          <a:xfrm xmlns:a="http://schemas.openxmlformats.org/drawingml/2006/main">
            <a:off x="11029950" y="642937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33</a:t>
            </a:r>
          </a:p>
        </p:txBody>
      </p:sp>
      <p:sp>
        <p:nvSpPr>
          <p:cNvPr id="7" name="">
            <a:extLst xmlns:a="http://schemas.openxmlformats.org/drawingml/2006/main">
              <a:ext uri="{FF2B5EF4-FFF2-40B4-BE49-F238E27FC236}">
                <a16:creationId xmlns:a16="http://schemas.microsoft.com/office/drawing/2014/main" id="{455FAAFA-1921-482C-8644-2758E13F4DB0}"/>
              </a:ext>
            </a:extLst>
          </p:cNvPr>
          <p:cNvSpPr>
            <a:spLocks xmlns:a="http://schemas.openxmlformats.org/drawingml/2006/main" noGrp="1"/>
          </p:cNvSpPr>
          <p:nvPr/>
        </p:nvSpPr>
        <p:spPr>
          <a:xfrm xmlns:a="http://schemas.openxmlformats.org/drawingml/2006/main">
            <a:off x="752475" y="2400300"/>
            <a:ext cx="2190750"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D7E3E9"/>
            </a:solidFill>
            <a:prstDash val="solid"/>
          </a:ln>
        </p:spPr>
      </p:sp>
      <p:sp>
        <p:nvSpPr>
          <p:cNvPr id="8" name="">
            <a:extLst xmlns:a="http://schemas.openxmlformats.org/drawingml/2006/main">
              <a:ext uri="{FF2B5EF4-FFF2-40B4-BE49-F238E27FC236}">
                <a16:creationId xmlns:a16="http://schemas.microsoft.com/office/drawing/2014/main" id="{7684BA04-2316-4841-8294-D5D66947C022}"/>
              </a:ext>
            </a:extLst>
          </p:cNvPr>
          <p:cNvSpPr>
            <a:spLocks xmlns:a="http://schemas.openxmlformats.org/drawingml/2006/main" noGrp="1"/>
          </p:cNvSpPr>
          <p:nvPr/>
        </p:nvSpPr>
        <p:spPr>
          <a:xfrm xmlns:a="http://schemas.openxmlformats.org/drawingml/2006/main">
            <a:off x="866775" y="2533650"/>
            <a:ext cx="19621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10243A"/>
                </a:solidFill>
              </a:defRPr>
            </a:defPPr>
            <a:lvl1pPr>
              <a:defRPr sz="1500" b="1">
                <a:solidFill>
                  <a:srgbClr val="10243A"/>
                </a:solidFill>
              </a:defRPr>
            </a:lvl1pPr>
            <a:lvl2pPr>
              <a:defRPr sz="1500" b="1">
                <a:solidFill>
                  <a:srgbClr val="10243A"/>
                </a:solidFill>
              </a:defRPr>
            </a:lvl2pPr>
            <a:lvl3pPr>
              <a:defRPr sz="1500" b="1">
                <a:solidFill>
                  <a:srgbClr val="10243A"/>
                </a:solidFill>
              </a:defRPr>
            </a:lvl3pPr>
            <a:lvl4pPr>
              <a:defRPr sz="1500" b="1">
                <a:solidFill>
                  <a:srgbClr val="10243A"/>
                </a:solidFill>
              </a:defRPr>
            </a:lvl4pPr>
            <a:lvl5pPr>
              <a:defRPr sz="1500" b="1">
                <a:solidFill>
                  <a:srgbClr val="10243A"/>
                </a:solidFill>
              </a:defRPr>
            </a:lvl5pPr>
            <a:lvl6pPr>
              <a:defRPr sz="1500" b="1">
                <a:solidFill>
                  <a:srgbClr val="10243A"/>
                </a:solidFill>
              </a:defRPr>
            </a:lvl6pPr>
            <a:lvl7pPr>
              <a:defRPr sz="1500" b="1">
                <a:solidFill>
                  <a:srgbClr val="10243A"/>
                </a:solidFill>
              </a:defRPr>
            </a:lvl7pPr>
            <a:lvl8pPr>
              <a:defRPr sz="1500" b="1">
                <a:solidFill>
                  <a:srgbClr val="10243A"/>
                </a:solidFill>
              </a:defRPr>
            </a:lvl8pPr>
            <a:lvl9pPr>
              <a:defRPr sz="1500" b="1">
                <a:solidFill>
                  <a:srgbClr val="10243A"/>
                </a:solidFill>
              </a:defRPr>
            </a:lvl9pPr>
          </a:lstStyle>
          <a:p xmlns:a="http://schemas.openxmlformats.org/drawingml/2006/main">
            <a:pPr>
              <a:buNone/>
              <a:defRPr sz="1500" b="1">
                <a:solidFill>
                  <a:srgbClr val="10243A"/>
                </a:solidFill>
              </a:defRPr>
            </a:pPr>
            <a:r>
              <a:rPr sz="1500" b="1">
                <a:solidFill>
                  <a:srgbClr val="10243A"/>
                </a:solidFill>
              </a:rPr>
              <a:t>Validation error</a:t>
            </a:r>
          </a:p>
        </p:txBody>
      </p:sp>
      <p:sp>
        <p:nvSpPr>
          <p:cNvPr id="9" name="">
            <a:extLst xmlns:a="http://schemas.openxmlformats.org/drawingml/2006/main">
              <a:ext uri="{FF2B5EF4-FFF2-40B4-BE49-F238E27FC236}">
                <a16:creationId xmlns:a16="http://schemas.microsoft.com/office/drawing/2014/main" id="{D77CE883-2EC7-491C-A40F-BA20355C22B3}"/>
              </a:ext>
            </a:extLst>
          </p:cNvPr>
          <p:cNvSpPr>
            <a:spLocks xmlns:a="http://schemas.openxmlformats.org/drawingml/2006/main" noGrp="1"/>
          </p:cNvSpPr>
          <p:nvPr/>
        </p:nvSpPr>
        <p:spPr>
          <a:xfrm xmlns:a="http://schemas.openxmlformats.org/drawingml/2006/main">
            <a:off x="3038475" y="2552700"/>
            <a:ext cx="514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75" b="1">
                <a:solidFill>
                  <a:srgbClr val="007E78"/>
                </a:solidFill>
              </a:defRPr>
            </a:defPPr>
            <a:lvl1pPr>
              <a:defRPr sz="2775" b="1">
                <a:solidFill>
                  <a:srgbClr val="007E78"/>
                </a:solidFill>
              </a:defRPr>
            </a:lvl1pPr>
            <a:lvl2pPr>
              <a:defRPr sz="2775" b="1">
                <a:solidFill>
                  <a:srgbClr val="007E78"/>
                </a:solidFill>
              </a:defRPr>
            </a:lvl2pPr>
            <a:lvl3pPr>
              <a:defRPr sz="2775" b="1">
                <a:solidFill>
                  <a:srgbClr val="007E78"/>
                </a:solidFill>
              </a:defRPr>
            </a:lvl3pPr>
            <a:lvl4pPr>
              <a:defRPr sz="2775" b="1">
                <a:solidFill>
                  <a:srgbClr val="007E78"/>
                </a:solidFill>
              </a:defRPr>
            </a:lvl4pPr>
            <a:lvl5pPr>
              <a:defRPr sz="2775" b="1">
                <a:solidFill>
                  <a:srgbClr val="007E78"/>
                </a:solidFill>
              </a:defRPr>
            </a:lvl5pPr>
            <a:lvl6pPr>
              <a:defRPr sz="2775" b="1">
                <a:solidFill>
                  <a:srgbClr val="007E78"/>
                </a:solidFill>
              </a:defRPr>
            </a:lvl6pPr>
            <a:lvl7pPr>
              <a:defRPr sz="2775" b="1">
                <a:solidFill>
                  <a:srgbClr val="007E78"/>
                </a:solidFill>
              </a:defRPr>
            </a:lvl7pPr>
            <a:lvl8pPr>
              <a:defRPr sz="2775" b="1">
                <a:solidFill>
                  <a:srgbClr val="007E78"/>
                </a:solidFill>
              </a:defRPr>
            </a:lvl8pPr>
            <a:lvl9pPr>
              <a:defRPr sz="2775" b="1">
                <a:solidFill>
                  <a:srgbClr val="007E78"/>
                </a:solidFill>
              </a:defRPr>
            </a:lvl9pPr>
          </a:lstStyle>
          <a:p xmlns:a="http://schemas.openxmlformats.org/drawingml/2006/main">
            <a:pPr>
              <a:buNone/>
              <a:defRPr sz="2775" b="1">
                <a:solidFill>
                  <a:srgbClr val="007E78"/>
                </a:solidFill>
              </a:defRPr>
            </a:pPr>
            <a:r>
              <a:rPr sz="2775" b="1">
                <a:solidFill>
                  <a:srgbClr val="007E78"/>
                </a:solidFill>
              </a:rPr>
              <a:t>→</a:t>
            </a:r>
          </a:p>
        </p:txBody>
      </p:sp>
      <p:sp>
        <p:nvSpPr>
          <p:cNvPr id="10" name="">
            <a:extLst xmlns:a="http://schemas.openxmlformats.org/drawingml/2006/main">
              <a:ext uri="{FF2B5EF4-FFF2-40B4-BE49-F238E27FC236}">
                <a16:creationId xmlns:a16="http://schemas.microsoft.com/office/drawing/2014/main" id="{2AB313ED-98E6-44EB-ACB6-8DC6598A48D5}"/>
              </a:ext>
            </a:extLst>
          </p:cNvPr>
          <p:cNvSpPr>
            <a:spLocks xmlns:a="http://schemas.openxmlformats.org/drawingml/2006/main" noGrp="1"/>
          </p:cNvSpPr>
          <p:nvPr/>
        </p:nvSpPr>
        <p:spPr>
          <a:xfrm xmlns:a="http://schemas.openxmlformats.org/drawingml/2006/main">
            <a:off x="3619500" y="2400300"/>
            <a:ext cx="2381250"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D7E3E9"/>
            </a:solidFill>
            <a:prstDash val="solid"/>
          </a:ln>
        </p:spPr>
      </p:sp>
      <p:sp>
        <p:nvSpPr>
          <p:cNvPr id="11" name="">
            <a:extLst xmlns:a="http://schemas.openxmlformats.org/drawingml/2006/main">
              <a:ext uri="{FF2B5EF4-FFF2-40B4-BE49-F238E27FC236}">
                <a16:creationId xmlns:a16="http://schemas.microsoft.com/office/drawing/2014/main" id="{DDA7AEB6-09D8-4147-BE19-75BBAA770F8E}"/>
              </a:ext>
            </a:extLst>
          </p:cNvPr>
          <p:cNvSpPr>
            <a:spLocks xmlns:a="http://schemas.openxmlformats.org/drawingml/2006/main" noGrp="1"/>
          </p:cNvSpPr>
          <p:nvPr/>
        </p:nvSpPr>
        <p:spPr>
          <a:xfrm xmlns:a="http://schemas.openxmlformats.org/drawingml/2006/main">
            <a:off x="3733800" y="2533650"/>
            <a:ext cx="21526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10243A"/>
                </a:solidFill>
              </a:defRPr>
            </a:defPPr>
            <a:lvl1pPr>
              <a:defRPr sz="1500" b="1">
                <a:solidFill>
                  <a:srgbClr val="10243A"/>
                </a:solidFill>
              </a:defRPr>
            </a:lvl1pPr>
            <a:lvl2pPr>
              <a:defRPr sz="1500" b="1">
                <a:solidFill>
                  <a:srgbClr val="10243A"/>
                </a:solidFill>
              </a:defRPr>
            </a:lvl2pPr>
            <a:lvl3pPr>
              <a:defRPr sz="1500" b="1">
                <a:solidFill>
                  <a:srgbClr val="10243A"/>
                </a:solidFill>
              </a:defRPr>
            </a:lvl3pPr>
            <a:lvl4pPr>
              <a:defRPr sz="1500" b="1">
                <a:solidFill>
                  <a:srgbClr val="10243A"/>
                </a:solidFill>
              </a:defRPr>
            </a:lvl4pPr>
            <a:lvl5pPr>
              <a:defRPr sz="1500" b="1">
                <a:solidFill>
                  <a:srgbClr val="10243A"/>
                </a:solidFill>
              </a:defRPr>
            </a:lvl5pPr>
            <a:lvl6pPr>
              <a:defRPr sz="1500" b="1">
                <a:solidFill>
                  <a:srgbClr val="10243A"/>
                </a:solidFill>
              </a:defRPr>
            </a:lvl6pPr>
            <a:lvl7pPr>
              <a:defRPr sz="1500" b="1">
                <a:solidFill>
                  <a:srgbClr val="10243A"/>
                </a:solidFill>
              </a:defRPr>
            </a:lvl7pPr>
            <a:lvl8pPr>
              <a:defRPr sz="1500" b="1">
                <a:solidFill>
                  <a:srgbClr val="10243A"/>
                </a:solidFill>
              </a:defRPr>
            </a:lvl8pPr>
            <a:lvl9pPr>
              <a:defRPr sz="1500" b="1">
                <a:solidFill>
                  <a:srgbClr val="10243A"/>
                </a:solidFill>
              </a:defRPr>
            </a:lvl9pPr>
          </a:lstStyle>
          <a:p xmlns:a="http://schemas.openxmlformats.org/drawingml/2006/main">
            <a:pPr>
              <a:buNone/>
              <a:defRPr sz="1500" b="1">
                <a:solidFill>
                  <a:srgbClr val="10243A"/>
                </a:solidFill>
              </a:defRPr>
            </a:pPr>
            <a:r>
              <a:rPr sz="1500" b="1">
                <a:solidFill>
                  <a:srgbClr val="10243A"/>
                </a:solidFill>
              </a:rPr>
              <a:t>Replanner decision</a:t>
            </a:r>
          </a:p>
        </p:txBody>
      </p:sp>
      <p:sp>
        <p:nvSpPr>
          <p:cNvPr id="12" name="">
            <a:extLst xmlns:a="http://schemas.openxmlformats.org/drawingml/2006/main">
              <a:ext uri="{FF2B5EF4-FFF2-40B4-BE49-F238E27FC236}">
                <a16:creationId xmlns:a16="http://schemas.microsoft.com/office/drawing/2014/main" id="{D84B7A6C-4A3A-46CE-A2F2-2B5588348BE8}"/>
              </a:ext>
            </a:extLst>
          </p:cNvPr>
          <p:cNvSpPr>
            <a:spLocks xmlns:a="http://schemas.openxmlformats.org/drawingml/2006/main" noGrp="1"/>
          </p:cNvSpPr>
          <p:nvPr/>
        </p:nvSpPr>
        <p:spPr>
          <a:xfrm xmlns:a="http://schemas.openxmlformats.org/drawingml/2006/main">
            <a:off x="6124575" y="2552700"/>
            <a:ext cx="514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75" b="1">
                <a:solidFill>
                  <a:srgbClr val="007E78"/>
                </a:solidFill>
              </a:defRPr>
            </a:defPPr>
            <a:lvl1pPr>
              <a:defRPr sz="2775" b="1">
                <a:solidFill>
                  <a:srgbClr val="007E78"/>
                </a:solidFill>
              </a:defRPr>
            </a:lvl1pPr>
            <a:lvl2pPr>
              <a:defRPr sz="2775" b="1">
                <a:solidFill>
                  <a:srgbClr val="007E78"/>
                </a:solidFill>
              </a:defRPr>
            </a:lvl2pPr>
            <a:lvl3pPr>
              <a:defRPr sz="2775" b="1">
                <a:solidFill>
                  <a:srgbClr val="007E78"/>
                </a:solidFill>
              </a:defRPr>
            </a:lvl3pPr>
            <a:lvl4pPr>
              <a:defRPr sz="2775" b="1">
                <a:solidFill>
                  <a:srgbClr val="007E78"/>
                </a:solidFill>
              </a:defRPr>
            </a:lvl4pPr>
            <a:lvl5pPr>
              <a:defRPr sz="2775" b="1">
                <a:solidFill>
                  <a:srgbClr val="007E78"/>
                </a:solidFill>
              </a:defRPr>
            </a:lvl5pPr>
            <a:lvl6pPr>
              <a:defRPr sz="2775" b="1">
                <a:solidFill>
                  <a:srgbClr val="007E78"/>
                </a:solidFill>
              </a:defRPr>
            </a:lvl6pPr>
            <a:lvl7pPr>
              <a:defRPr sz="2775" b="1">
                <a:solidFill>
                  <a:srgbClr val="007E78"/>
                </a:solidFill>
              </a:defRPr>
            </a:lvl7pPr>
            <a:lvl8pPr>
              <a:defRPr sz="2775" b="1">
                <a:solidFill>
                  <a:srgbClr val="007E78"/>
                </a:solidFill>
              </a:defRPr>
            </a:lvl8pPr>
            <a:lvl9pPr>
              <a:defRPr sz="2775" b="1">
                <a:solidFill>
                  <a:srgbClr val="007E78"/>
                </a:solidFill>
              </a:defRPr>
            </a:lvl9pPr>
          </a:lstStyle>
          <a:p xmlns:a="http://schemas.openxmlformats.org/drawingml/2006/main">
            <a:pPr>
              <a:buNone/>
              <a:defRPr sz="2775" b="1">
                <a:solidFill>
                  <a:srgbClr val="007E78"/>
                </a:solidFill>
              </a:defRPr>
            </a:pPr>
            <a:r>
              <a:rPr sz="2775" b="1">
                <a:solidFill>
                  <a:srgbClr val="007E78"/>
                </a:solidFill>
              </a:rPr>
              <a:t>→</a:t>
            </a:r>
          </a:p>
        </p:txBody>
      </p:sp>
      <p:sp>
        <p:nvSpPr>
          <p:cNvPr id="13" name="">
            <a:extLst xmlns:a="http://schemas.openxmlformats.org/drawingml/2006/main">
              <a:ext uri="{FF2B5EF4-FFF2-40B4-BE49-F238E27FC236}">
                <a16:creationId xmlns:a16="http://schemas.microsoft.com/office/drawing/2014/main" id="{E79F003B-BC4B-4070-BEA2-819C8CDF9AE5}"/>
              </a:ext>
            </a:extLst>
          </p:cNvPr>
          <p:cNvSpPr>
            <a:spLocks xmlns:a="http://schemas.openxmlformats.org/drawingml/2006/main" noGrp="1"/>
          </p:cNvSpPr>
          <p:nvPr/>
        </p:nvSpPr>
        <p:spPr>
          <a:xfrm xmlns:a="http://schemas.openxmlformats.org/drawingml/2006/main">
            <a:off x="6715125" y="2400300"/>
            <a:ext cx="2286000"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D7E3E9"/>
            </a:solidFill>
            <a:prstDash val="solid"/>
          </a:ln>
        </p:spPr>
      </p:sp>
      <p:sp>
        <p:nvSpPr>
          <p:cNvPr id="14" name="">
            <a:extLst xmlns:a="http://schemas.openxmlformats.org/drawingml/2006/main">
              <a:ext uri="{FF2B5EF4-FFF2-40B4-BE49-F238E27FC236}">
                <a16:creationId xmlns:a16="http://schemas.microsoft.com/office/drawing/2014/main" id="{2F77C40E-31F9-471A-B95E-30F3DA0EA93D}"/>
              </a:ext>
            </a:extLst>
          </p:cNvPr>
          <p:cNvSpPr>
            <a:spLocks xmlns:a="http://schemas.openxmlformats.org/drawingml/2006/main" noGrp="1"/>
          </p:cNvSpPr>
          <p:nvPr/>
        </p:nvSpPr>
        <p:spPr>
          <a:xfrm xmlns:a="http://schemas.openxmlformats.org/drawingml/2006/main">
            <a:off x="6829425" y="2533650"/>
            <a:ext cx="2057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10243A"/>
                </a:solidFill>
              </a:defRPr>
            </a:defPPr>
            <a:lvl1pPr>
              <a:defRPr sz="1500" b="1">
                <a:solidFill>
                  <a:srgbClr val="10243A"/>
                </a:solidFill>
              </a:defRPr>
            </a:lvl1pPr>
            <a:lvl2pPr>
              <a:defRPr sz="1500" b="1">
                <a:solidFill>
                  <a:srgbClr val="10243A"/>
                </a:solidFill>
              </a:defRPr>
            </a:lvl2pPr>
            <a:lvl3pPr>
              <a:defRPr sz="1500" b="1">
                <a:solidFill>
                  <a:srgbClr val="10243A"/>
                </a:solidFill>
              </a:defRPr>
            </a:lvl3pPr>
            <a:lvl4pPr>
              <a:defRPr sz="1500" b="1">
                <a:solidFill>
                  <a:srgbClr val="10243A"/>
                </a:solidFill>
              </a:defRPr>
            </a:lvl4pPr>
            <a:lvl5pPr>
              <a:defRPr sz="1500" b="1">
                <a:solidFill>
                  <a:srgbClr val="10243A"/>
                </a:solidFill>
              </a:defRPr>
            </a:lvl5pPr>
            <a:lvl6pPr>
              <a:defRPr sz="1500" b="1">
                <a:solidFill>
                  <a:srgbClr val="10243A"/>
                </a:solidFill>
              </a:defRPr>
            </a:lvl6pPr>
            <a:lvl7pPr>
              <a:defRPr sz="1500" b="1">
                <a:solidFill>
                  <a:srgbClr val="10243A"/>
                </a:solidFill>
              </a:defRPr>
            </a:lvl7pPr>
            <a:lvl8pPr>
              <a:defRPr sz="1500" b="1">
                <a:solidFill>
                  <a:srgbClr val="10243A"/>
                </a:solidFill>
              </a:defRPr>
            </a:lvl8pPr>
            <a:lvl9pPr>
              <a:defRPr sz="1500" b="1">
                <a:solidFill>
                  <a:srgbClr val="10243A"/>
                </a:solidFill>
              </a:defRPr>
            </a:lvl9pPr>
          </a:lstStyle>
          <a:p xmlns:a="http://schemas.openxmlformats.org/drawingml/2006/main">
            <a:pPr>
              <a:buNone/>
              <a:defRPr sz="1500" b="1">
                <a:solidFill>
                  <a:srgbClr val="10243A"/>
                </a:solidFill>
              </a:defRPr>
            </a:pPr>
            <a:r>
              <a:rPr sz="1500" b="1">
                <a:solidFill>
                  <a:srgbClr val="10243A"/>
                </a:solidFill>
              </a:rPr>
              <a:t>Retry report only</a:t>
            </a:r>
          </a:p>
        </p:txBody>
      </p:sp>
      <p:sp>
        <p:nvSpPr>
          <p:cNvPr id="15" name="">
            <a:extLst xmlns:a="http://schemas.openxmlformats.org/drawingml/2006/main">
              <a:ext uri="{FF2B5EF4-FFF2-40B4-BE49-F238E27FC236}">
                <a16:creationId xmlns:a16="http://schemas.microsoft.com/office/drawing/2014/main" id="{9A663F17-0F53-4668-845E-5E3136206EDC}"/>
              </a:ext>
            </a:extLst>
          </p:cNvPr>
          <p:cNvSpPr>
            <a:spLocks xmlns:a="http://schemas.openxmlformats.org/drawingml/2006/main" noGrp="1"/>
          </p:cNvSpPr>
          <p:nvPr/>
        </p:nvSpPr>
        <p:spPr>
          <a:xfrm xmlns:a="http://schemas.openxmlformats.org/drawingml/2006/main">
            <a:off x="9124950" y="2552700"/>
            <a:ext cx="514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75" b="1">
                <a:solidFill>
                  <a:srgbClr val="007E78"/>
                </a:solidFill>
              </a:defRPr>
            </a:defPPr>
            <a:lvl1pPr>
              <a:defRPr sz="2775" b="1">
                <a:solidFill>
                  <a:srgbClr val="007E78"/>
                </a:solidFill>
              </a:defRPr>
            </a:lvl1pPr>
            <a:lvl2pPr>
              <a:defRPr sz="2775" b="1">
                <a:solidFill>
                  <a:srgbClr val="007E78"/>
                </a:solidFill>
              </a:defRPr>
            </a:lvl2pPr>
            <a:lvl3pPr>
              <a:defRPr sz="2775" b="1">
                <a:solidFill>
                  <a:srgbClr val="007E78"/>
                </a:solidFill>
              </a:defRPr>
            </a:lvl3pPr>
            <a:lvl4pPr>
              <a:defRPr sz="2775" b="1">
                <a:solidFill>
                  <a:srgbClr val="007E78"/>
                </a:solidFill>
              </a:defRPr>
            </a:lvl4pPr>
            <a:lvl5pPr>
              <a:defRPr sz="2775" b="1">
                <a:solidFill>
                  <a:srgbClr val="007E78"/>
                </a:solidFill>
              </a:defRPr>
            </a:lvl5pPr>
            <a:lvl6pPr>
              <a:defRPr sz="2775" b="1">
                <a:solidFill>
                  <a:srgbClr val="007E78"/>
                </a:solidFill>
              </a:defRPr>
            </a:lvl6pPr>
            <a:lvl7pPr>
              <a:defRPr sz="2775" b="1">
                <a:solidFill>
                  <a:srgbClr val="007E78"/>
                </a:solidFill>
              </a:defRPr>
            </a:lvl7pPr>
            <a:lvl8pPr>
              <a:defRPr sz="2775" b="1">
                <a:solidFill>
                  <a:srgbClr val="007E78"/>
                </a:solidFill>
              </a:defRPr>
            </a:lvl8pPr>
            <a:lvl9pPr>
              <a:defRPr sz="2775" b="1">
                <a:solidFill>
                  <a:srgbClr val="007E78"/>
                </a:solidFill>
              </a:defRPr>
            </a:lvl9pPr>
          </a:lstStyle>
          <a:p xmlns:a="http://schemas.openxmlformats.org/drawingml/2006/main">
            <a:pPr>
              <a:buNone/>
              <a:defRPr sz="2775" b="1">
                <a:solidFill>
                  <a:srgbClr val="007E78"/>
                </a:solidFill>
              </a:defRPr>
            </a:pPr>
            <a:r>
              <a:rPr sz="2775" b="1">
                <a:solidFill>
                  <a:srgbClr val="007E78"/>
                </a:solidFill>
              </a:rPr>
              <a:t>→</a:t>
            </a:r>
          </a:p>
        </p:txBody>
      </p:sp>
      <p:sp>
        <p:nvSpPr>
          <p:cNvPr id="16" name="">
            <a:extLst xmlns:a="http://schemas.openxmlformats.org/drawingml/2006/main">
              <a:ext uri="{FF2B5EF4-FFF2-40B4-BE49-F238E27FC236}">
                <a16:creationId xmlns:a16="http://schemas.microsoft.com/office/drawing/2014/main" id="{27E050B9-0C42-4647-8CBF-3A5A6FCE7033}"/>
              </a:ext>
            </a:extLst>
          </p:cNvPr>
          <p:cNvSpPr>
            <a:spLocks xmlns:a="http://schemas.openxmlformats.org/drawingml/2006/main" noGrp="1"/>
          </p:cNvSpPr>
          <p:nvPr/>
        </p:nvSpPr>
        <p:spPr>
          <a:xfrm xmlns:a="http://schemas.openxmlformats.org/drawingml/2006/main">
            <a:off x="9686925" y="2400300"/>
            <a:ext cx="1905000"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D7E3E9"/>
            </a:solidFill>
            <a:prstDash val="solid"/>
          </a:ln>
        </p:spPr>
      </p:sp>
      <p:sp>
        <p:nvSpPr>
          <p:cNvPr id="17" name="">
            <a:extLst xmlns:a="http://schemas.openxmlformats.org/drawingml/2006/main">
              <a:ext uri="{FF2B5EF4-FFF2-40B4-BE49-F238E27FC236}">
                <a16:creationId xmlns:a16="http://schemas.microsoft.com/office/drawing/2014/main" id="{2A7F2A92-17FE-4DA5-9F43-BCCF186CFDAB}"/>
              </a:ext>
            </a:extLst>
          </p:cNvPr>
          <p:cNvSpPr>
            <a:spLocks xmlns:a="http://schemas.openxmlformats.org/drawingml/2006/main" noGrp="1"/>
          </p:cNvSpPr>
          <p:nvPr/>
        </p:nvSpPr>
        <p:spPr>
          <a:xfrm xmlns:a="http://schemas.openxmlformats.org/drawingml/2006/main">
            <a:off x="9801225" y="2533650"/>
            <a:ext cx="1676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10243A"/>
                </a:solidFill>
              </a:defRPr>
            </a:defPPr>
            <a:lvl1pPr>
              <a:defRPr sz="1500" b="1">
                <a:solidFill>
                  <a:srgbClr val="10243A"/>
                </a:solidFill>
              </a:defRPr>
            </a:lvl1pPr>
            <a:lvl2pPr>
              <a:defRPr sz="1500" b="1">
                <a:solidFill>
                  <a:srgbClr val="10243A"/>
                </a:solidFill>
              </a:defRPr>
            </a:lvl2pPr>
            <a:lvl3pPr>
              <a:defRPr sz="1500" b="1">
                <a:solidFill>
                  <a:srgbClr val="10243A"/>
                </a:solidFill>
              </a:defRPr>
            </a:lvl3pPr>
            <a:lvl4pPr>
              <a:defRPr sz="1500" b="1">
                <a:solidFill>
                  <a:srgbClr val="10243A"/>
                </a:solidFill>
              </a:defRPr>
            </a:lvl4pPr>
            <a:lvl5pPr>
              <a:defRPr sz="1500" b="1">
                <a:solidFill>
                  <a:srgbClr val="10243A"/>
                </a:solidFill>
              </a:defRPr>
            </a:lvl5pPr>
            <a:lvl6pPr>
              <a:defRPr sz="1500" b="1">
                <a:solidFill>
                  <a:srgbClr val="10243A"/>
                </a:solidFill>
              </a:defRPr>
            </a:lvl6pPr>
            <a:lvl7pPr>
              <a:defRPr sz="1500" b="1">
                <a:solidFill>
                  <a:srgbClr val="10243A"/>
                </a:solidFill>
              </a:defRPr>
            </a:lvl7pPr>
            <a:lvl8pPr>
              <a:defRPr sz="1500" b="1">
                <a:solidFill>
                  <a:srgbClr val="10243A"/>
                </a:solidFill>
              </a:defRPr>
            </a:lvl8pPr>
            <a:lvl9pPr>
              <a:defRPr sz="1500" b="1">
                <a:solidFill>
                  <a:srgbClr val="10243A"/>
                </a:solidFill>
              </a:defRPr>
            </a:lvl9pPr>
          </a:lstStyle>
          <a:p xmlns:a="http://schemas.openxmlformats.org/drawingml/2006/main">
            <a:pPr>
              <a:buNone/>
              <a:defRPr sz="1500" b="1">
                <a:solidFill>
                  <a:srgbClr val="10243A"/>
                </a:solidFill>
              </a:defRPr>
            </a:pPr>
            <a:r>
              <a:rPr sz="1500" b="1">
                <a:solidFill>
                  <a:srgbClr val="10243A"/>
                </a:solidFill>
              </a:rPr>
              <a:t>Review again</a:t>
            </a:r>
          </a:p>
        </p:txBody>
      </p:sp>
      <p:sp>
        <p:nvSpPr>
          <p:cNvPr id="18" name="">
            <a:extLst xmlns:a="http://schemas.openxmlformats.org/drawingml/2006/main">
              <a:ext uri="{FF2B5EF4-FFF2-40B4-BE49-F238E27FC236}">
                <a16:creationId xmlns:a16="http://schemas.microsoft.com/office/drawing/2014/main" id="{9A96920A-5FE0-41C2-80D8-4FD3BD4760AC}"/>
              </a:ext>
            </a:extLst>
          </p:cNvPr>
          <p:cNvSpPr>
            <a:spLocks xmlns:a="http://schemas.openxmlformats.org/drawingml/2006/main" noGrp="1"/>
          </p:cNvSpPr>
          <p:nvPr/>
        </p:nvSpPr>
        <p:spPr>
          <a:xfrm xmlns:a="http://schemas.openxmlformats.org/drawingml/2006/main">
            <a:off x="762000" y="3819525"/>
            <a:ext cx="1042987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10243A"/>
                </a:solidFill>
              </a:defRPr>
            </a:defPPr>
            <a:lvl1pPr>
              <a:defRPr sz="1800" b="0">
                <a:solidFill>
                  <a:srgbClr val="10243A"/>
                </a:solidFill>
              </a:defRPr>
            </a:lvl1pPr>
            <a:lvl2pPr>
              <a:defRPr sz="1800" b="0">
                <a:solidFill>
                  <a:srgbClr val="10243A"/>
                </a:solidFill>
              </a:defRPr>
            </a:lvl2pPr>
            <a:lvl3pPr>
              <a:defRPr sz="1800" b="0">
                <a:solidFill>
                  <a:srgbClr val="10243A"/>
                </a:solidFill>
              </a:defRPr>
            </a:lvl3pPr>
            <a:lvl4pPr>
              <a:defRPr sz="1800" b="0">
                <a:solidFill>
                  <a:srgbClr val="10243A"/>
                </a:solidFill>
              </a:defRPr>
            </a:lvl4pPr>
            <a:lvl5pPr>
              <a:defRPr sz="1800" b="0">
                <a:solidFill>
                  <a:srgbClr val="10243A"/>
                </a:solidFill>
              </a:defRPr>
            </a:lvl5pPr>
            <a:lvl6pPr>
              <a:defRPr sz="1800" b="0">
                <a:solidFill>
                  <a:srgbClr val="10243A"/>
                </a:solidFill>
              </a:defRPr>
            </a:lvl6pPr>
            <a:lvl7pPr>
              <a:defRPr sz="1800" b="0">
                <a:solidFill>
                  <a:srgbClr val="10243A"/>
                </a:solidFill>
              </a:defRPr>
            </a:lvl7pPr>
            <a:lvl8pPr>
              <a:defRPr sz="1800" b="0">
                <a:solidFill>
                  <a:srgbClr val="10243A"/>
                </a:solidFill>
              </a:defRPr>
            </a:lvl8pPr>
            <a:lvl9pPr>
              <a:defRPr sz="1800" b="0">
                <a:solidFill>
                  <a:srgbClr val="10243A"/>
                </a:solidFill>
              </a:defRPr>
            </a:lvl9pPr>
          </a:lstStyle>
          <a:p xmlns:a="http://schemas.openxmlformats.org/drawingml/2006/main">
            <a:pPr>
              <a:buNone/>
              <a:defRPr sz="1800" b="0">
                <a:solidFill>
                  <a:srgbClr val="10243A"/>
                </a:solidFill>
              </a:defRPr>
            </a:pPr>
            <a:r>
              <a:rPr sz="1800" b="0">
                <a:solidFill>
                  <a:srgbClr val="10243A"/>
                </a:solidFill>
              </a:rPr>
              <a:t>If a key or quota fails, the run remains incomplete. The user must fix access and retry; the model cannot repair provider limits.</a:t>
            </a:r>
          </a:p>
        </p:txBody>
      </p:sp>
    </p:spTree>
    <p:extLst>
      <p:ext uri="{BB962C8B-B14F-4D97-AF65-F5344CB8AC3E}">
        <p14:creationId xmlns:p14="http://schemas.microsoft.com/office/powerpoint/2010/main" val="330957846"/>
      </p:ext>
    </p:extLst>
  </p:cSld>
</p:sld>
</file>

<file path=ppt/slides/slide34.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68B6484-6220-4873-BA14-AC13D42A8315}"/>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E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E4D3098-BA5D-40EE-B4C1-07795C89BD81}"/>
              </a:ext>
            </a:extLst>
          </p:cNvPr>
          <p:cNvSpPr>
            <a:spLocks xmlns:a="http://schemas.openxmlformats.org/drawingml/2006/main" noGrp="1"/>
          </p:cNvSpPr>
          <p:nvPr/>
        </p:nvSpPr>
        <p:spPr>
          <a:xfrm xmlns:a="http://schemas.openxmlformats.org/drawingml/2006/main">
            <a:off x="609600" y="323850"/>
            <a:ext cx="1009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07E78"/>
                </a:solidFill>
              </a:defRPr>
            </a:defPPr>
            <a:lvl1pPr>
              <a:defRPr sz="1125" b="1">
                <a:solidFill>
                  <a:srgbClr val="007E78"/>
                </a:solidFill>
              </a:defRPr>
            </a:lvl1pPr>
            <a:lvl2pPr>
              <a:defRPr sz="1125" b="1">
                <a:solidFill>
                  <a:srgbClr val="007E78"/>
                </a:solidFill>
              </a:defRPr>
            </a:lvl2pPr>
            <a:lvl3pPr>
              <a:defRPr sz="1125" b="1">
                <a:solidFill>
                  <a:srgbClr val="007E78"/>
                </a:solidFill>
              </a:defRPr>
            </a:lvl3pPr>
            <a:lvl4pPr>
              <a:defRPr sz="1125" b="1">
                <a:solidFill>
                  <a:srgbClr val="007E78"/>
                </a:solidFill>
              </a:defRPr>
            </a:lvl4pPr>
            <a:lvl5pPr>
              <a:defRPr sz="1125" b="1">
                <a:solidFill>
                  <a:srgbClr val="007E78"/>
                </a:solidFill>
              </a:defRPr>
            </a:lvl5pPr>
            <a:lvl6pPr>
              <a:defRPr sz="1125" b="1">
                <a:solidFill>
                  <a:srgbClr val="007E78"/>
                </a:solidFill>
              </a:defRPr>
            </a:lvl6pPr>
            <a:lvl7pPr>
              <a:defRPr sz="1125" b="1">
                <a:solidFill>
                  <a:srgbClr val="007E78"/>
                </a:solidFill>
              </a:defRPr>
            </a:lvl7pPr>
            <a:lvl8pPr>
              <a:defRPr sz="1125" b="1">
                <a:solidFill>
                  <a:srgbClr val="007E78"/>
                </a:solidFill>
              </a:defRPr>
            </a:lvl8pPr>
            <a:lvl9pPr>
              <a:defRPr sz="1125" b="1">
                <a:solidFill>
                  <a:srgbClr val="007E78"/>
                </a:solidFill>
              </a:defRPr>
            </a:lvl9pPr>
          </a:lstStyle>
          <a:p xmlns:a="http://schemas.openxmlformats.org/drawingml/2006/main">
            <a:pPr>
              <a:buNone/>
              <a:defRPr sz="1125" b="1">
                <a:solidFill>
                  <a:srgbClr val="007E78"/>
                </a:solidFill>
              </a:defRPr>
            </a:pPr>
            <a:r>
              <a:rPr sz="1125" b="1">
                <a:solidFill>
                  <a:srgbClr val="007E78"/>
                </a:solidFill>
              </a:rPr>
              <a:t>33  WORKED EXAMPLE</a:t>
            </a:r>
          </a:p>
        </p:txBody>
      </p:sp>
      <p:sp>
        <p:nvSpPr>
          <p:cNvPr id="3" name="">
            <a:extLst xmlns:a="http://schemas.openxmlformats.org/drawingml/2006/main">
              <a:ext uri="{FF2B5EF4-FFF2-40B4-BE49-F238E27FC236}">
                <a16:creationId xmlns:a16="http://schemas.microsoft.com/office/drawing/2014/main" id="{C3803106-F65E-4B21-8A0D-B65DBA2FC3EA}"/>
              </a:ext>
            </a:extLst>
          </p:cNvPr>
          <p:cNvSpPr>
            <a:spLocks xmlns:a="http://schemas.openxmlformats.org/drawingml/2006/main" noGrp="1"/>
          </p:cNvSpPr>
          <p:nvPr/>
        </p:nvSpPr>
        <p:spPr>
          <a:xfrm xmlns:a="http://schemas.openxmlformats.org/drawingml/2006/main">
            <a:off x="609600" y="685800"/>
            <a:ext cx="10858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10243A"/>
                </a:solidFill>
              </a:defRPr>
            </a:defPPr>
            <a:lvl1pPr>
              <a:defRPr sz="2850" b="1">
                <a:solidFill>
                  <a:srgbClr val="10243A"/>
                </a:solidFill>
              </a:defRPr>
            </a:lvl1pPr>
            <a:lvl2pPr>
              <a:defRPr sz="2850" b="1">
                <a:solidFill>
                  <a:srgbClr val="10243A"/>
                </a:solidFill>
              </a:defRPr>
            </a:lvl2pPr>
            <a:lvl3pPr>
              <a:defRPr sz="2850" b="1">
                <a:solidFill>
                  <a:srgbClr val="10243A"/>
                </a:solidFill>
              </a:defRPr>
            </a:lvl3pPr>
            <a:lvl4pPr>
              <a:defRPr sz="2850" b="1">
                <a:solidFill>
                  <a:srgbClr val="10243A"/>
                </a:solidFill>
              </a:defRPr>
            </a:lvl4pPr>
            <a:lvl5pPr>
              <a:defRPr sz="2850" b="1">
                <a:solidFill>
                  <a:srgbClr val="10243A"/>
                </a:solidFill>
              </a:defRPr>
            </a:lvl5pPr>
            <a:lvl6pPr>
              <a:defRPr sz="2850" b="1">
                <a:solidFill>
                  <a:srgbClr val="10243A"/>
                </a:solidFill>
              </a:defRPr>
            </a:lvl6pPr>
            <a:lvl7pPr>
              <a:defRPr sz="2850" b="1">
                <a:solidFill>
                  <a:srgbClr val="10243A"/>
                </a:solidFill>
              </a:defRPr>
            </a:lvl7pPr>
            <a:lvl8pPr>
              <a:defRPr sz="2850" b="1">
                <a:solidFill>
                  <a:srgbClr val="10243A"/>
                </a:solidFill>
              </a:defRPr>
            </a:lvl8pPr>
            <a:lvl9pPr>
              <a:defRPr sz="2850" b="1">
                <a:solidFill>
                  <a:srgbClr val="10243A"/>
                </a:solidFill>
              </a:defRPr>
            </a:lvl9pPr>
          </a:lstStyle>
          <a:p xmlns:a="http://schemas.openxmlformats.org/drawingml/2006/main">
            <a:pPr>
              <a:buNone/>
              <a:defRPr sz="2850" b="1">
                <a:solidFill>
                  <a:srgbClr val="10243A"/>
                </a:solidFill>
              </a:defRPr>
            </a:pPr>
            <a:r>
              <a:rPr sz="2850" b="1">
                <a:solidFill>
                  <a:srgbClr val="10243A"/>
                </a:solidFill>
              </a:rPr>
              <a:t>Stage 14: what the user receives</a:t>
            </a:r>
          </a:p>
        </p:txBody>
      </p:sp>
      <p:sp>
        <p:nvSpPr>
          <p:cNvPr id="4" name="">
            <a:extLst xmlns:a="http://schemas.openxmlformats.org/drawingml/2006/main">
              <a:ext uri="{FF2B5EF4-FFF2-40B4-BE49-F238E27FC236}">
                <a16:creationId xmlns:a16="http://schemas.microsoft.com/office/drawing/2014/main" id="{8B5CBECB-5E1E-4D65-BF3C-47DA1EB50A53}"/>
              </a:ext>
            </a:extLst>
          </p:cNvPr>
          <p:cNvSpPr>
            <a:spLocks xmlns:a="http://schemas.openxmlformats.org/drawingml/2006/main" noGrp="1"/>
          </p:cNvSpPr>
          <p:nvPr/>
        </p:nvSpPr>
        <p:spPr>
          <a:xfrm xmlns:a="http://schemas.openxmlformats.org/drawingml/2006/main">
            <a:off x="609600" y="6324600"/>
            <a:ext cx="10972800" cy="9525"/>
          </a:xfrm>
          <a:prstGeom xmlns:a="http://schemas.openxmlformats.org/drawingml/2006/main" prst="rect">
            <a:avLst/>
          </a:prstGeom>
          <a:solidFill xmlns:a="http://schemas.openxmlformats.org/drawingml/2006/main">
            <a:srgbClr val="D7E3E9"/>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9161D52-B0B0-4C7F-908B-509121906D06}"/>
              </a:ext>
            </a:extLst>
          </p:cNvPr>
          <p:cNvSpPr>
            <a:spLocks xmlns:a="http://schemas.openxmlformats.org/drawingml/2006/main" noGrp="1"/>
          </p:cNvSpPr>
          <p:nvPr/>
        </p:nvSpPr>
        <p:spPr>
          <a:xfrm xmlns:a="http://schemas.openxmlformats.org/drawingml/2006/main">
            <a:off x="609600" y="6429375"/>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AgentFlow  |  Final Review</a:t>
            </a:r>
          </a:p>
        </p:txBody>
      </p:sp>
      <p:sp>
        <p:nvSpPr>
          <p:cNvPr id="6" name="">
            <a:extLst xmlns:a="http://schemas.openxmlformats.org/drawingml/2006/main">
              <a:ext uri="{FF2B5EF4-FFF2-40B4-BE49-F238E27FC236}">
                <a16:creationId xmlns:a16="http://schemas.microsoft.com/office/drawing/2014/main" id="{30A80E97-89E9-46A6-B675-BC3268B6FD4F}"/>
              </a:ext>
            </a:extLst>
          </p:cNvPr>
          <p:cNvSpPr>
            <a:spLocks xmlns:a="http://schemas.openxmlformats.org/drawingml/2006/main" noGrp="1"/>
          </p:cNvSpPr>
          <p:nvPr/>
        </p:nvSpPr>
        <p:spPr>
          <a:xfrm xmlns:a="http://schemas.openxmlformats.org/drawingml/2006/main">
            <a:off x="11029950" y="642937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34</a:t>
            </a:r>
          </a:p>
        </p:txBody>
      </p:sp>
      <p:sp>
        <p:nvSpPr>
          <p:cNvPr id="7" name="">
            <a:extLst xmlns:a="http://schemas.openxmlformats.org/drawingml/2006/main">
              <a:ext uri="{FF2B5EF4-FFF2-40B4-BE49-F238E27FC236}">
                <a16:creationId xmlns:a16="http://schemas.microsoft.com/office/drawing/2014/main" id="{99825B94-327D-4CF9-AFDF-074549F8B872}"/>
              </a:ext>
            </a:extLst>
          </p:cNvPr>
          <p:cNvSpPr>
            <a:spLocks xmlns:a="http://schemas.openxmlformats.org/drawingml/2006/main" noGrp="1"/>
          </p:cNvSpPr>
          <p:nvPr/>
        </p:nvSpPr>
        <p:spPr>
          <a:xfrm xmlns:a="http://schemas.openxmlformats.org/drawingml/2006/main">
            <a:off x="704850" y="180975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07E78"/>
                </a:solidFill>
              </a:defRPr>
            </a:defPPr>
            <a:lvl1pPr>
              <a:defRPr sz="1725" b="1">
                <a:solidFill>
                  <a:srgbClr val="007E78"/>
                </a:solidFill>
              </a:defRPr>
            </a:lvl1pPr>
            <a:lvl2pPr>
              <a:defRPr sz="1725" b="1">
                <a:solidFill>
                  <a:srgbClr val="007E78"/>
                </a:solidFill>
              </a:defRPr>
            </a:lvl2pPr>
            <a:lvl3pPr>
              <a:defRPr sz="1725" b="1">
                <a:solidFill>
                  <a:srgbClr val="007E78"/>
                </a:solidFill>
              </a:defRPr>
            </a:lvl3pPr>
            <a:lvl4pPr>
              <a:defRPr sz="1725" b="1">
                <a:solidFill>
                  <a:srgbClr val="007E78"/>
                </a:solidFill>
              </a:defRPr>
            </a:lvl4pPr>
            <a:lvl5pPr>
              <a:defRPr sz="1725" b="1">
                <a:solidFill>
                  <a:srgbClr val="007E78"/>
                </a:solidFill>
              </a:defRPr>
            </a:lvl5pPr>
            <a:lvl6pPr>
              <a:defRPr sz="1725" b="1">
                <a:solidFill>
                  <a:srgbClr val="007E78"/>
                </a:solidFill>
              </a:defRPr>
            </a:lvl6pPr>
            <a:lvl7pPr>
              <a:defRPr sz="1725" b="1">
                <a:solidFill>
                  <a:srgbClr val="007E78"/>
                </a:solidFill>
              </a:defRPr>
            </a:lvl7pPr>
            <a:lvl8pPr>
              <a:defRPr sz="1725" b="1">
                <a:solidFill>
                  <a:srgbClr val="007E78"/>
                </a:solidFill>
              </a:defRPr>
            </a:lvl8pPr>
            <a:lvl9pPr>
              <a:defRPr sz="1725" b="1">
                <a:solidFill>
                  <a:srgbClr val="007E78"/>
                </a:solidFill>
              </a:defRPr>
            </a:lvl9pPr>
          </a:lstStyle>
          <a:p xmlns:a="http://schemas.openxmlformats.org/drawingml/2006/main">
            <a:pPr>
              <a:buNone/>
              <a:defRPr sz="1725" b="1">
                <a:solidFill>
                  <a:srgbClr val="007E78"/>
                </a:solidFill>
              </a:defRPr>
            </a:pPr>
            <a:r>
              <a:rPr sz="1725" b="1">
                <a:solidFill>
                  <a:srgbClr val="007E78"/>
                </a:solidFill>
              </a:rPr>
              <a:t>Run status</a:t>
            </a:r>
          </a:p>
        </p:txBody>
      </p:sp>
      <p:sp>
        <p:nvSpPr>
          <p:cNvPr id="8" name="">
            <a:extLst xmlns:a="http://schemas.openxmlformats.org/drawingml/2006/main">
              <a:ext uri="{FF2B5EF4-FFF2-40B4-BE49-F238E27FC236}">
                <a16:creationId xmlns:a16="http://schemas.microsoft.com/office/drawing/2014/main" id="{D88AF2DE-2C38-4BC4-934A-ACEC8C725A68}"/>
              </a:ext>
            </a:extLst>
          </p:cNvPr>
          <p:cNvSpPr>
            <a:spLocks xmlns:a="http://schemas.openxmlformats.org/drawingml/2006/main" noGrp="1"/>
          </p:cNvSpPr>
          <p:nvPr/>
        </p:nvSpPr>
        <p:spPr>
          <a:xfrm xmlns:a="http://schemas.openxmlformats.org/drawingml/2006/main">
            <a:off x="3352800" y="1809750"/>
            <a:ext cx="7924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153047"/>
                </a:solidFill>
              </a:defRPr>
            </a:defPPr>
            <a:lvl1pPr>
              <a:defRPr sz="1725" b="0">
                <a:solidFill>
                  <a:srgbClr val="153047"/>
                </a:solidFill>
              </a:defRPr>
            </a:lvl1pPr>
            <a:lvl2pPr>
              <a:defRPr sz="1725" b="0">
                <a:solidFill>
                  <a:srgbClr val="153047"/>
                </a:solidFill>
              </a:defRPr>
            </a:lvl2pPr>
            <a:lvl3pPr>
              <a:defRPr sz="1725" b="0">
                <a:solidFill>
                  <a:srgbClr val="153047"/>
                </a:solidFill>
              </a:defRPr>
            </a:lvl3pPr>
            <a:lvl4pPr>
              <a:defRPr sz="1725" b="0">
                <a:solidFill>
                  <a:srgbClr val="153047"/>
                </a:solidFill>
              </a:defRPr>
            </a:lvl4pPr>
            <a:lvl5pPr>
              <a:defRPr sz="1725" b="0">
                <a:solidFill>
                  <a:srgbClr val="153047"/>
                </a:solidFill>
              </a:defRPr>
            </a:lvl5pPr>
            <a:lvl6pPr>
              <a:defRPr sz="1725" b="0">
                <a:solidFill>
                  <a:srgbClr val="153047"/>
                </a:solidFill>
              </a:defRPr>
            </a:lvl6pPr>
            <a:lvl7pPr>
              <a:defRPr sz="1725" b="0">
                <a:solidFill>
                  <a:srgbClr val="153047"/>
                </a:solidFill>
              </a:defRPr>
            </a:lvl7pPr>
            <a:lvl8pPr>
              <a:defRPr sz="1725" b="0">
                <a:solidFill>
                  <a:srgbClr val="153047"/>
                </a:solidFill>
              </a:defRPr>
            </a:lvl8pPr>
            <a:lvl9pPr>
              <a:defRPr sz="1725" b="0">
                <a:solidFill>
                  <a:srgbClr val="153047"/>
                </a:solidFill>
              </a:defRPr>
            </a:lvl9pPr>
          </a:lstStyle>
          <a:p xmlns:a="http://schemas.openxmlformats.org/drawingml/2006/main">
            <a:pPr>
              <a:buNone/>
              <a:defRPr sz="1725" b="0">
                <a:solidFill>
                  <a:srgbClr val="153047"/>
                </a:solidFill>
              </a:defRPr>
            </a:pPr>
            <a:r>
              <a:rPr sz="1725" b="0">
                <a:solidFill>
                  <a:srgbClr val="153047"/>
                </a:solidFill>
              </a:rPr>
              <a:t>Completed means all planned tasks completed. Incomplete means one or more failed or became blocked.</a:t>
            </a:r>
          </a:p>
        </p:txBody>
      </p:sp>
      <p:sp>
        <p:nvSpPr>
          <p:cNvPr id="9" name="">
            <a:extLst xmlns:a="http://schemas.openxmlformats.org/drawingml/2006/main">
              <a:ext uri="{FF2B5EF4-FFF2-40B4-BE49-F238E27FC236}">
                <a16:creationId xmlns:a16="http://schemas.microsoft.com/office/drawing/2014/main" id="{DF8B8784-E22F-46B3-BB10-E95668D3CBA5}"/>
              </a:ext>
            </a:extLst>
          </p:cNvPr>
          <p:cNvSpPr>
            <a:spLocks xmlns:a="http://schemas.openxmlformats.org/drawingml/2006/main" noGrp="1"/>
          </p:cNvSpPr>
          <p:nvPr/>
        </p:nvSpPr>
        <p:spPr>
          <a:xfrm xmlns:a="http://schemas.openxmlformats.org/drawingml/2006/main">
            <a:off x="704850" y="285750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07E78"/>
                </a:solidFill>
              </a:defRPr>
            </a:defPPr>
            <a:lvl1pPr>
              <a:defRPr sz="1725" b="1">
                <a:solidFill>
                  <a:srgbClr val="007E78"/>
                </a:solidFill>
              </a:defRPr>
            </a:lvl1pPr>
            <a:lvl2pPr>
              <a:defRPr sz="1725" b="1">
                <a:solidFill>
                  <a:srgbClr val="007E78"/>
                </a:solidFill>
              </a:defRPr>
            </a:lvl2pPr>
            <a:lvl3pPr>
              <a:defRPr sz="1725" b="1">
                <a:solidFill>
                  <a:srgbClr val="007E78"/>
                </a:solidFill>
              </a:defRPr>
            </a:lvl3pPr>
            <a:lvl4pPr>
              <a:defRPr sz="1725" b="1">
                <a:solidFill>
                  <a:srgbClr val="007E78"/>
                </a:solidFill>
              </a:defRPr>
            </a:lvl4pPr>
            <a:lvl5pPr>
              <a:defRPr sz="1725" b="1">
                <a:solidFill>
                  <a:srgbClr val="007E78"/>
                </a:solidFill>
              </a:defRPr>
            </a:lvl5pPr>
            <a:lvl6pPr>
              <a:defRPr sz="1725" b="1">
                <a:solidFill>
                  <a:srgbClr val="007E78"/>
                </a:solidFill>
              </a:defRPr>
            </a:lvl6pPr>
            <a:lvl7pPr>
              <a:defRPr sz="1725" b="1">
                <a:solidFill>
                  <a:srgbClr val="007E78"/>
                </a:solidFill>
              </a:defRPr>
            </a:lvl7pPr>
            <a:lvl8pPr>
              <a:defRPr sz="1725" b="1">
                <a:solidFill>
                  <a:srgbClr val="007E78"/>
                </a:solidFill>
              </a:defRPr>
            </a:lvl8pPr>
            <a:lvl9pPr>
              <a:defRPr sz="1725" b="1">
                <a:solidFill>
                  <a:srgbClr val="007E78"/>
                </a:solidFill>
              </a:defRPr>
            </a:lvl9pPr>
          </a:lstStyle>
          <a:p xmlns:a="http://schemas.openxmlformats.org/drawingml/2006/main">
            <a:pPr>
              <a:buNone/>
              <a:defRPr sz="1725" b="1">
                <a:solidFill>
                  <a:srgbClr val="007E78"/>
                </a:solidFill>
              </a:defRPr>
            </a:pPr>
            <a:r>
              <a:rPr sz="1725" b="1">
                <a:solidFill>
                  <a:srgbClr val="007E78"/>
                </a:solidFill>
              </a:rPr>
              <a:t>Task card</a:t>
            </a:r>
          </a:p>
        </p:txBody>
      </p:sp>
      <p:sp>
        <p:nvSpPr>
          <p:cNvPr id="10" name="">
            <a:extLst xmlns:a="http://schemas.openxmlformats.org/drawingml/2006/main">
              <a:ext uri="{FF2B5EF4-FFF2-40B4-BE49-F238E27FC236}">
                <a16:creationId xmlns:a16="http://schemas.microsoft.com/office/drawing/2014/main" id="{BF43DA21-A3D2-4353-8141-AEE8D2D9E06D}"/>
              </a:ext>
            </a:extLst>
          </p:cNvPr>
          <p:cNvSpPr>
            <a:spLocks xmlns:a="http://schemas.openxmlformats.org/drawingml/2006/main" noGrp="1"/>
          </p:cNvSpPr>
          <p:nvPr/>
        </p:nvSpPr>
        <p:spPr>
          <a:xfrm xmlns:a="http://schemas.openxmlformats.org/drawingml/2006/main">
            <a:off x="3352800" y="2857500"/>
            <a:ext cx="7924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153047"/>
                </a:solidFill>
              </a:defRPr>
            </a:defPPr>
            <a:lvl1pPr>
              <a:defRPr sz="1725" b="0">
                <a:solidFill>
                  <a:srgbClr val="153047"/>
                </a:solidFill>
              </a:defRPr>
            </a:lvl1pPr>
            <a:lvl2pPr>
              <a:defRPr sz="1725" b="0">
                <a:solidFill>
                  <a:srgbClr val="153047"/>
                </a:solidFill>
              </a:defRPr>
            </a:lvl2pPr>
            <a:lvl3pPr>
              <a:defRPr sz="1725" b="0">
                <a:solidFill>
                  <a:srgbClr val="153047"/>
                </a:solidFill>
              </a:defRPr>
            </a:lvl3pPr>
            <a:lvl4pPr>
              <a:defRPr sz="1725" b="0">
                <a:solidFill>
                  <a:srgbClr val="153047"/>
                </a:solidFill>
              </a:defRPr>
            </a:lvl4pPr>
            <a:lvl5pPr>
              <a:defRPr sz="1725" b="0">
                <a:solidFill>
                  <a:srgbClr val="153047"/>
                </a:solidFill>
              </a:defRPr>
            </a:lvl5pPr>
            <a:lvl6pPr>
              <a:defRPr sz="1725" b="0">
                <a:solidFill>
                  <a:srgbClr val="153047"/>
                </a:solidFill>
              </a:defRPr>
            </a:lvl6pPr>
            <a:lvl7pPr>
              <a:defRPr sz="1725" b="0">
                <a:solidFill>
                  <a:srgbClr val="153047"/>
                </a:solidFill>
              </a:defRPr>
            </a:lvl7pPr>
            <a:lvl8pPr>
              <a:defRPr sz="1725" b="0">
                <a:solidFill>
                  <a:srgbClr val="153047"/>
                </a:solidFill>
              </a:defRPr>
            </a:lvl8pPr>
            <a:lvl9pPr>
              <a:defRPr sz="1725" b="0">
                <a:solidFill>
                  <a:srgbClr val="153047"/>
                </a:solidFill>
              </a:defRPr>
            </a:lvl9pPr>
          </a:lstStyle>
          <a:p xmlns:a="http://schemas.openxmlformats.org/drawingml/2006/main">
            <a:pPr>
              <a:buNone/>
              <a:defRPr sz="1725" b="0">
                <a:solidFill>
                  <a:srgbClr val="153047"/>
                </a:solidFill>
              </a:defRPr>
            </a:pPr>
            <a:r>
              <a:rPr sz="1725" b="0">
                <a:solidFill>
                  <a:srgbClr val="153047"/>
                </a:solidFill>
              </a:rPr>
              <a:t>Shows role, approved tool, dependencies, attempts, validation, and inspectable output.</a:t>
            </a:r>
          </a:p>
        </p:txBody>
      </p:sp>
      <p:sp>
        <p:nvSpPr>
          <p:cNvPr id="11" name="">
            <a:extLst xmlns:a="http://schemas.openxmlformats.org/drawingml/2006/main">
              <a:ext uri="{FF2B5EF4-FFF2-40B4-BE49-F238E27FC236}">
                <a16:creationId xmlns:a16="http://schemas.microsoft.com/office/drawing/2014/main" id="{168D18F3-5552-4271-B18C-89132F68E7A3}"/>
              </a:ext>
            </a:extLst>
          </p:cNvPr>
          <p:cNvSpPr>
            <a:spLocks xmlns:a="http://schemas.openxmlformats.org/drawingml/2006/main" noGrp="1"/>
          </p:cNvSpPr>
          <p:nvPr/>
        </p:nvSpPr>
        <p:spPr>
          <a:xfrm xmlns:a="http://schemas.openxmlformats.org/drawingml/2006/main">
            <a:off x="704850" y="390525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07E78"/>
                </a:solidFill>
              </a:defRPr>
            </a:defPPr>
            <a:lvl1pPr>
              <a:defRPr sz="1725" b="1">
                <a:solidFill>
                  <a:srgbClr val="007E78"/>
                </a:solidFill>
              </a:defRPr>
            </a:lvl1pPr>
            <a:lvl2pPr>
              <a:defRPr sz="1725" b="1">
                <a:solidFill>
                  <a:srgbClr val="007E78"/>
                </a:solidFill>
              </a:defRPr>
            </a:lvl2pPr>
            <a:lvl3pPr>
              <a:defRPr sz="1725" b="1">
                <a:solidFill>
                  <a:srgbClr val="007E78"/>
                </a:solidFill>
              </a:defRPr>
            </a:lvl3pPr>
            <a:lvl4pPr>
              <a:defRPr sz="1725" b="1">
                <a:solidFill>
                  <a:srgbClr val="007E78"/>
                </a:solidFill>
              </a:defRPr>
            </a:lvl4pPr>
            <a:lvl5pPr>
              <a:defRPr sz="1725" b="1">
                <a:solidFill>
                  <a:srgbClr val="007E78"/>
                </a:solidFill>
              </a:defRPr>
            </a:lvl5pPr>
            <a:lvl6pPr>
              <a:defRPr sz="1725" b="1">
                <a:solidFill>
                  <a:srgbClr val="007E78"/>
                </a:solidFill>
              </a:defRPr>
            </a:lvl6pPr>
            <a:lvl7pPr>
              <a:defRPr sz="1725" b="1">
                <a:solidFill>
                  <a:srgbClr val="007E78"/>
                </a:solidFill>
              </a:defRPr>
            </a:lvl7pPr>
            <a:lvl8pPr>
              <a:defRPr sz="1725" b="1">
                <a:solidFill>
                  <a:srgbClr val="007E78"/>
                </a:solidFill>
              </a:defRPr>
            </a:lvl8pPr>
            <a:lvl9pPr>
              <a:defRPr sz="1725" b="1">
                <a:solidFill>
                  <a:srgbClr val="007E78"/>
                </a:solidFill>
              </a:defRPr>
            </a:lvl9pPr>
          </a:lstStyle>
          <a:p xmlns:a="http://schemas.openxmlformats.org/drawingml/2006/main">
            <a:pPr>
              <a:buNone/>
              <a:defRPr sz="1725" b="1">
                <a:solidFill>
                  <a:srgbClr val="007E78"/>
                </a:solidFill>
              </a:defRPr>
            </a:pPr>
            <a:r>
              <a:rPr sz="1725" b="1">
                <a:solidFill>
                  <a:srgbClr val="007E78"/>
                </a:solidFill>
              </a:rPr>
              <a:t>Graph</a:t>
            </a:r>
          </a:p>
        </p:txBody>
      </p:sp>
      <p:sp>
        <p:nvSpPr>
          <p:cNvPr id="12" name="">
            <a:extLst xmlns:a="http://schemas.openxmlformats.org/drawingml/2006/main">
              <a:ext uri="{FF2B5EF4-FFF2-40B4-BE49-F238E27FC236}">
                <a16:creationId xmlns:a16="http://schemas.microsoft.com/office/drawing/2014/main" id="{1B7951D5-08D8-450C-B4DA-66A027D12618}"/>
              </a:ext>
            </a:extLst>
          </p:cNvPr>
          <p:cNvSpPr>
            <a:spLocks xmlns:a="http://schemas.openxmlformats.org/drawingml/2006/main" noGrp="1"/>
          </p:cNvSpPr>
          <p:nvPr/>
        </p:nvSpPr>
        <p:spPr>
          <a:xfrm xmlns:a="http://schemas.openxmlformats.org/drawingml/2006/main">
            <a:off x="3352800" y="3905250"/>
            <a:ext cx="7924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153047"/>
                </a:solidFill>
              </a:defRPr>
            </a:defPPr>
            <a:lvl1pPr>
              <a:defRPr sz="1725" b="0">
                <a:solidFill>
                  <a:srgbClr val="153047"/>
                </a:solidFill>
              </a:defRPr>
            </a:lvl1pPr>
            <a:lvl2pPr>
              <a:defRPr sz="1725" b="0">
                <a:solidFill>
                  <a:srgbClr val="153047"/>
                </a:solidFill>
              </a:defRPr>
            </a:lvl2pPr>
            <a:lvl3pPr>
              <a:defRPr sz="1725" b="0">
                <a:solidFill>
                  <a:srgbClr val="153047"/>
                </a:solidFill>
              </a:defRPr>
            </a:lvl3pPr>
            <a:lvl4pPr>
              <a:defRPr sz="1725" b="0">
                <a:solidFill>
                  <a:srgbClr val="153047"/>
                </a:solidFill>
              </a:defRPr>
            </a:lvl4pPr>
            <a:lvl5pPr>
              <a:defRPr sz="1725" b="0">
                <a:solidFill>
                  <a:srgbClr val="153047"/>
                </a:solidFill>
              </a:defRPr>
            </a:lvl5pPr>
            <a:lvl6pPr>
              <a:defRPr sz="1725" b="0">
                <a:solidFill>
                  <a:srgbClr val="153047"/>
                </a:solidFill>
              </a:defRPr>
            </a:lvl6pPr>
            <a:lvl7pPr>
              <a:defRPr sz="1725" b="0">
                <a:solidFill>
                  <a:srgbClr val="153047"/>
                </a:solidFill>
              </a:defRPr>
            </a:lvl7pPr>
            <a:lvl8pPr>
              <a:defRPr sz="1725" b="0">
                <a:solidFill>
                  <a:srgbClr val="153047"/>
                </a:solidFill>
              </a:defRPr>
            </a:lvl8pPr>
            <a:lvl9pPr>
              <a:defRPr sz="1725" b="0">
                <a:solidFill>
                  <a:srgbClr val="153047"/>
                </a:solidFill>
              </a:defRPr>
            </a:lvl9pPr>
          </a:lstStyle>
          <a:p xmlns:a="http://schemas.openxmlformats.org/drawingml/2006/main">
            <a:pPr>
              <a:buNone/>
              <a:defRPr sz="1725" b="0">
                <a:solidFill>
                  <a:srgbClr val="153047"/>
                </a:solidFill>
              </a:defRPr>
            </a:pPr>
            <a:r>
              <a:rPr sz="1725" b="0">
                <a:solidFill>
                  <a:srgbClr val="153047"/>
                </a:solidFill>
              </a:rPr>
              <a:t>Shows which upstream task outputs each downstream task required.</a:t>
            </a:r>
          </a:p>
        </p:txBody>
      </p:sp>
      <p:sp>
        <p:nvSpPr>
          <p:cNvPr id="13" name="">
            <a:extLst xmlns:a="http://schemas.openxmlformats.org/drawingml/2006/main">
              <a:ext uri="{FF2B5EF4-FFF2-40B4-BE49-F238E27FC236}">
                <a16:creationId xmlns:a16="http://schemas.microsoft.com/office/drawing/2014/main" id="{0A7EB07B-33A8-437E-AB63-873191BD3CC7}"/>
              </a:ext>
            </a:extLst>
          </p:cNvPr>
          <p:cNvSpPr>
            <a:spLocks xmlns:a="http://schemas.openxmlformats.org/drawingml/2006/main" noGrp="1"/>
          </p:cNvSpPr>
          <p:nvPr/>
        </p:nvSpPr>
        <p:spPr>
          <a:xfrm xmlns:a="http://schemas.openxmlformats.org/drawingml/2006/main">
            <a:off x="704850" y="495300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07E78"/>
                </a:solidFill>
              </a:defRPr>
            </a:defPPr>
            <a:lvl1pPr>
              <a:defRPr sz="1725" b="1">
                <a:solidFill>
                  <a:srgbClr val="007E78"/>
                </a:solidFill>
              </a:defRPr>
            </a:lvl1pPr>
            <a:lvl2pPr>
              <a:defRPr sz="1725" b="1">
                <a:solidFill>
                  <a:srgbClr val="007E78"/>
                </a:solidFill>
              </a:defRPr>
            </a:lvl2pPr>
            <a:lvl3pPr>
              <a:defRPr sz="1725" b="1">
                <a:solidFill>
                  <a:srgbClr val="007E78"/>
                </a:solidFill>
              </a:defRPr>
            </a:lvl3pPr>
            <a:lvl4pPr>
              <a:defRPr sz="1725" b="1">
                <a:solidFill>
                  <a:srgbClr val="007E78"/>
                </a:solidFill>
              </a:defRPr>
            </a:lvl4pPr>
            <a:lvl5pPr>
              <a:defRPr sz="1725" b="1">
                <a:solidFill>
                  <a:srgbClr val="007E78"/>
                </a:solidFill>
              </a:defRPr>
            </a:lvl5pPr>
            <a:lvl6pPr>
              <a:defRPr sz="1725" b="1">
                <a:solidFill>
                  <a:srgbClr val="007E78"/>
                </a:solidFill>
              </a:defRPr>
            </a:lvl6pPr>
            <a:lvl7pPr>
              <a:defRPr sz="1725" b="1">
                <a:solidFill>
                  <a:srgbClr val="007E78"/>
                </a:solidFill>
              </a:defRPr>
            </a:lvl7pPr>
            <a:lvl8pPr>
              <a:defRPr sz="1725" b="1">
                <a:solidFill>
                  <a:srgbClr val="007E78"/>
                </a:solidFill>
              </a:defRPr>
            </a:lvl8pPr>
            <a:lvl9pPr>
              <a:defRPr sz="1725" b="1">
                <a:solidFill>
                  <a:srgbClr val="007E78"/>
                </a:solidFill>
              </a:defRPr>
            </a:lvl9pPr>
          </a:lstStyle>
          <a:p xmlns:a="http://schemas.openxmlformats.org/drawingml/2006/main">
            <a:pPr>
              <a:buNone/>
              <a:defRPr sz="1725" b="1">
                <a:solidFill>
                  <a:srgbClr val="007E78"/>
                </a:solidFill>
              </a:defRPr>
            </a:pPr>
            <a:r>
              <a:rPr sz="1725" b="1">
                <a:solidFill>
                  <a:srgbClr val="007E78"/>
                </a:solidFill>
              </a:rPr>
              <a:t>Deliverable</a:t>
            </a:r>
          </a:p>
        </p:txBody>
      </p:sp>
      <p:sp>
        <p:nvSpPr>
          <p:cNvPr id="14" name="">
            <a:extLst xmlns:a="http://schemas.openxmlformats.org/drawingml/2006/main">
              <a:ext uri="{FF2B5EF4-FFF2-40B4-BE49-F238E27FC236}">
                <a16:creationId xmlns:a16="http://schemas.microsoft.com/office/drawing/2014/main" id="{876BC485-C141-44A1-BB12-B7702986BA6C}"/>
              </a:ext>
            </a:extLst>
          </p:cNvPr>
          <p:cNvSpPr>
            <a:spLocks xmlns:a="http://schemas.openxmlformats.org/drawingml/2006/main" noGrp="1"/>
          </p:cNvSpPr>
          <p:nvPr/>
        </p:nvSpPr>
        <p:spPr>
          <a:xfrm xmlns:a="http://schemas.openxmlformats.org/drawingml/2006/main">
            <a:off x="3352800" y="4953000"/>
            <a:ext cx="7924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153047"/>
                </a:solidFill>
              </a:defRPr>
            </a:defPPr>
            <a:lvl1pPr>
              <a:defRPr sz="1725" b="0">
                <a:solidFill>
                  <a:srgbClr val="153047"/>
                </a:solidFill>
              </a:defRPr>
            </a:lvl1pPr>
            <a:lvl2pPr>
              <a:defRPr sz="1725" b="0">
                <a:solidFill>
                  <a:srgbClr val="153047"/>
                </a:solidFill>
              </a:defRPr>
            </a:lvl2pPr>
            <a:lvl3pPr>
              <a:defRPr sz="1725" b="0">
                <a:solidFill>
                  <a:srgbClr val="153047"/>
                </a:solidFill>
              </a:defRPr>
            </a:lvl3pPr>
            <a:lvl4pPr>
              <a:defRPr sz="1725" b="0">
                <a:solidFill>
                  <a:srgbClr val="153047"/>
                </a:solidFill>
              </a:defRPr>
            </a:lvl4pPr>
            <a:lvl5pPr>
              <a:defRPr sz="1725" b="0">
                <a:solidFill>
                  <a:srgbClr val="153047"/>
                </a:solidFill>
              </a:defRPr>
            </a:lvl5pPr>
            <a:lvl6pPr>
              <a:defRPr sz="1725" b="0">
                <a:solidFill>
                  <a:srgbClr val="153047"/>
                </a:solidFill>
              </a:defRPr>
            </a:lvl6pPr>
            <a:lvl7pPr>
              <a:defRPr sz="1725" b="0">
                <a:solidFill>
                  <a:srgbClr val="153047"/>
                </a:solidFill>
              </a:defRPr>
            </a:lvl7pPr>
            <a:lvl8pPr>
              <a:defRPr sz="1725" b="0">
                <a:solidFill>
                  <a:srgbClr val="153047"/>
                </a:solidFill>
              </a:defRPr>
            </a:lvl8pPr>
            <a:lvl9pPr>
              <a:defRPr sz="1725" b="0">
                <a:solidFill>
                  <a:srgbClr val="153047"/>
                </a:solidFill>
              </a:defRPr>
            </a:lvl9pPr>
          </a:lstStyle>
          <a:p xmlns:a="http://schemas.openxmlformats.org/drawingml/2006/main">
            <a:pPr>
              <a:buNone/>
              <a:defRPr sz="1725" b="0">
                <a:solidFill>
                  <a:srgbClr val="153047"/>
                </a:solidFill>
              </a:defRPr>
            </a:pPr>
            <a:r>
              <a:rPr sz="1725" b="0">
                <a:solidFill>
                  <a:srgbClr val="153047"/>
                </a:solidFill>
              </a:rPr>
              <a:t>A Markdown report is an automated draft; the user checks cited PDF pages before academic use.</a:t>
            </a:r>
          </a:p>
        </p:txBody>
      </p:sp>
    </p:spTree>
    <p:extLst>
      <p:ext uri="{BB962C8B-B14F-4D97-AF65-F5344CB8AC3E}">
        <p14:creationId xmlns:p14="http://schemas.microsoft.com/office/powerpoint/2010/main" val="1188600910"/>
      </p:ext>
    </p:extLst>
  </p:cSld>
</p:sld>
</file>

<file path=ppt/slides/slide35.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3E19F6A-7942-4262-9FEB-346C38428086}"/>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E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679D84B-176A-48ED-AF47-8E2FEC7EA49E}"/>
              </a:ext>
            </a:extLst>
          </p:cNvPr>
          <p:cNvSpPr>
            <a:spLocks xmlns:a="http://schemas.openxmlformats.org/drawingml/2006/main" noGrp="1"/>
          </p:cNvSpPr>
          <p:nvPr/>
        </p:nvSpPr>
        <p:spPr>
          <a:xfrm xmlns:a="http://schemas.openxmlformats.org/drawingml/2006/main">
            <a:off x="609600" y="323850"/>
            <a:ext cx="1009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07E78"/>
                </a:solidFill>
              </a:defRPr>
            </a:defPPr>
            <a:lvl1pPr>
              <a:defRPr sz="1125" b="1">
                <a:solidFill>
                  <a:srgbClr val="007E78"/>
                </a:solidFill>
              </a:defRPr>
            </a:lvl1pPr>
            <a:lvl2pPr>
              <a:defRPr sz="1125" b="1">
                <a:solidFill>
                  <a:srgbClr val="007E78"/>
                </a:solidFill>
              </a:defRPr>
            </a:lvl2pPr>
            <a:lvl3pPr>
              <a:defRPr sz="1125" b="1">
                <a:solidFill>
                  <a:srgbClr val="007E78"/>
                </a:solidFill>
              </a:defRPr>
            </a:lvl3pPr>
            <a:lvl4pPr>
              <a:defRPr sz="1125" b="1">
                <a:solidFill>
                  <a:srgbClr val="007E78"/>
                </a:solidFill>
              </a:defRPr>
            </a:lvl4pPr>
            <a:lvl5pPr>
              <a:defRPr sz="1125" b="1">
                <a:solidFill>
                  <a:srgbClr val="007E78"/>
                </a:solidFill>
              </a:defRPr>
            </a:lvl5pPr>
            <a:lvl6pPr>
              <a:defRPr sz="1125" b="1">
                <a:solidFill>
                  <a:srgbClr val="007E78"/>
                </a:solidFill>
              </a:defRPr>
            </a:lvl6pPr>
            <a:lvl7pPr>
              <a:defRPr sz="1125" b="1">
                <a:solidFill>
                  <a:srgbClr val="007E78"/>
                </a:solidFill>
              </a:defRPr>
            </a:lvl7pPr>
            <a:lvl8pPr>
              <a:defRPr sz="1125" b="1">
                <a:solidFill>
                  <a:srgbClr val="007E78"/>
                </a:solidFill>
              </a:defRPr>
            </a:lvl8pPr>
            <a:lvl9pPr>
              <a:defRPr sz="1125" b="1">
                <a:solidFill>
                  <a:srgbClr val="007E78"/>
                </a:solidFill>
              </a:defRPr>
            </a:lvl9pPr>
          </a:lstStyle>
          <a:p xmlns:a="http://schemas.openxmlformats.org/drawingml/2006/main">
            <a:pPr>
              <a:buNone/>
              <a:defRPr sz="1125" b="1">
                <a:solidFill>
                  <a:srgbClr val="007E78"/>
                </a:solidFill>
              </a:defRPr>
            </a:pPr>
            <a:r>
              <a:rPr sz="1125" b="1">
                <a:solidFill>
                  <a:srgbClr val="007E78"/>
                </a:solidFill>
              </a:rPr>
              <a:t>34  MEASURED RESULT</a:t>
            </a:r>
          </a:p>
        </p:txBody>
      </p:sp>
      <p:sp>
        <p:nvSpPr>
          <p:cNvPr id="3" name="">
            <a:extLst xmlns:a="http://schemas.openxmlformats.org/drawingml/2006/main">
              <a:ext uri="{FF2B5EF4-FFF2-40B4-BE49-F238E27FC236}">
                <a16:creationId xmlns:a16="http://schemas.microsoft.com/office/drawing/2014/main" id="{B1BAC0CC-89FA-4B25-B171-A9F96F0DD254}"/>
              </a:ext>
            </a:extLst>
          </p:cNvPr>
          <p:cNvSpPr>
            <a:spLocks xmlns:a="http://schemas.openxmlformats.org/drawingml/2006/main" noGrp="1"/>
          </p:cNvSpPr>
          <p:nvPr/>
        </p:nvSpPr>
        <p:spPr>
          <a:xfrm xmlns:a="http://schemas.openxmlformats.org/drawingml/2006/main">
            <a:off x="609600" y="685800"/>
            <a:ext cx="10858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10243A"/>
                </a:solidFill>
              </a:defRPr>
            </a:defPPr>
            <a:lvl1pPr>
              <a:defRPr sz="2850" b="1">
                <a:solidFill>
                  <a:srgbClr val="10243A"/>
                </a:solidFill>
              </a:defRPr>
            </a:lvl1pPr>
            <a:lvl2pPr>
              <a:defRPr sz="2850" b="1">
                <a:solidFill>
                  <a:srgbClr val="10243A"/>
                </a:solidFill>
              </a:defRPr>
            </a:lvl2pPr>
            <a:lvl3pPr>
              <a:defRPr sz="2850" b="1">
                <a:solidFill>
                  <a:srgbClr val="10243A"/>
                </a:solidFill>
              </a:defRPr>
            </a:lvl3pPr>
            <a:lvl4pPr>
              <a:defRPr sz="2850" b="1">
                <a:solidFill>
                  <a:srgbClr val="10243A"/>
                </a:solidFill>
              </a:defRPr>
            </a:lvl4pPr>
            <a:lvl5pPr>
              <a:defRPr sz="2850" b="1">
                <a:solidFill>
                  <a:srgbClr val="10243A"/>
                </a:solidFill>
              </a:defRPr>
            </a:lvl5pPr>
            <a:lvl6pPr>
              <a:defRPr sz="2850" b="1">
                <a:solidFill>
                  <a:srgbClr val="10243A"/>
                </a:solidFill>
              </a:defRPr>
            </a:lvl6pPr>
            <a:lvl7pPr>
              <a:defRPr sz="2850" b="1">
                <a:solidFill>
                  <a:srgbClr val="10243A"/>
                </a:solidFill>
              </a:defRPr>
            </a:lvl7pPr>
            <a:lvl8pPr>
              <a:defRPr sz="2850" b="1">
                <a:solidFill>
                  <a:srgbClr val="10243A"/>
                </a:solidFill>
              </a:defRPr>
            </a:lvl8pPr>
            <a:lvl9pPr>
              <a:defRPr sz="2850" b="1">
                <a:solidFill>
                  <a:srgbClr val="10243A"/>
                </a:solidFill>
              </a:defRPr>
            </a:lvl9pPr>
          </a:lstStyle>
          <a:p xmlns:a="http://schemas.openxmlformats.org/drawingml/2006/main">
            <a:pPr>
              <a:buNone/>
              <a:defRPr sz="2850" b="1">
                <a:solidFill>
                  <a:srgbClr val="10243A"/>
                </a:solidFill>
              </a:defRPr>
            </a:pPr>
            <a:r>
              <a:rPr sz="2850" b="1">
                <a:solidFill>
                  <a:srgbClr val="10243A"/>
                </a:solidFill>
              </a:rPr>
              <a:t>Evidence from a real run</a:t>
            </a:r>
          </a:p>
        </p:txBody>
      </p:sp>
      <p:sp>
        <p:nvSpPr>
          <p:cNvPr id="4" name="">
            <a:extLst xmlns:a="http://schemas.openxmlformats.org/drawingml/2006/main">
              <a:ext uri="{FF2B5EF4-FFF2-40B4-BE49-F238E27FC236}">
                <a16:creationId xmlns:a16="http://schemas.microsoft.com/office/drawing/2014/main" id="{C8529FD2-E191-470B-B42F-5588780256A8}"/>
              </a:ext>
            </a:extLst>
          </p:cNvPr>
          <p:cNvSpPr>
            <a:spLocks xmlns:a="http://schemas.openxmlformats.org/drawingml/2006/main" noGrp="1"/>
          </p:cNvSpPr>
          <p:nvPr/>
        </p:nvSpPr>
        <p:spPr>
          <a:xfrm xmlns:a="http://schemas.openxmlformats.org/drawingml/2006/main">
            <a:off x="609600" y="6324600"/>
            <a:ext cx="10972800" cy="9525"/>
          </a:xfrm>
          <a:prstGeom xmlns:a="http://schemas.openxmlformats.org/drawingml/2006/main" prst="rect">
            <a:avLst/>
          </a:prstGeom>
          <a:solidFill xmlns:a="http://schemas.openxmlformats.org/drawingml/2006/main">
            <a:srgbClr val="D7E3E9"/>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B279D80-D3A8-4868-BC4D-B587979BA332}"/>
              </a:ext>
            </a:extLst>
          </p:cNvPr>
          <p:cNvSpPr>
            <a:spLocks xmlns:a="http://schemas.openxmlformats.org/drawingml/2006/main" noGrp="1"/>
          </p:cNvSpPr>
          <p:nvPr/>
        </p:nvSpPr>
        <p:spPr>
          <a:xfrm xmlns:a="http://schemas.openxmlformats.org/drawingml/2006/main">
            <a:off x="609600" y="6429375"/>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AgentFlow  |  Final Review</a:t>
            </a:r>
          </a:p>
        </p:txBody>
      </p:sp>
      <p:sp>
        <p:nvSpPr>
          <p:cNvPr id="6" name="">
            <a:extLst xmlns:a="http://schemas.openxmlformats.org/drawingml/2006/main">
              <a:ext uri="{FF2B5EF4-FFF2-40B4-BE49-F238E27FC236}">
                <a16:creationId xmlns:a16="http://schemas.microsoft.com/office/drawing/2014/main" id="{F9BE3020-D099-44FC-B526-7EADB6C02BF1}"/>
              </a:ext>
            </a:extLst>
          </p:cNvPr>
          <p:cNvSpPr>
            <a:spLocks xmlns:a="http://schemas.openxmlformats.org/drawingml/2006/main" noGrp="1"/>
          </p:cNvSpPr>
          <p:nvPr/>
        </p:nvSpPr>
        <p:spPr>
          <a:xfrm xmlns:a="http://schemas.openxmlformats.org/drawingml/2006/main">
            <a:off x="11029950" y="642937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35</a:t>
            </a:r>
          </a:p>
        </p:txBody>
      </p:sp>
      <p:sp>
        <p:nvSpPr>
          <p:cNvPr id="7" name="">
            <a:extLst xmlns:a="http://schemas.openxmlformats.org/drawingml/2006/main">
              <a:ext uri="{FF2B5EF4-FFF2-40B4-BE49-F238E27FC236}">
                <a16:creationId xmlns:a16="http://schemas.microsoft.com/office/drawing/2014/main" id="{8DBA2D4D-2B38-4886-BFC6-9CF04984EE1F}"/>
              </a:ext>
            </a:extLst>
          </p:cNvPr>
          <p:cNvSpPr>
            <a:spLocks xmlns:a="http://schemas.openxmlformats.org/drawingml/2006/main" noGrp="1"/>
          </p:cNvSpPr>
          <p:nvPr/>
        </p:nvSpPr>
        <p:spPr>
          <a:xfrm xmlns:a="http://schemas.openxmlformats.org/drawingml/2006/main">
            <a:off x="704850" y="180975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07E78"/>
                </a:solidFill>
              </a:defRPr>
            </a:defPPr>
            <a:lvl1pPr>
              <a:defRPr sz="1725" b="1">
                <a:solidFill>
                  <a:srgbClr val="007E78"/>
                </a:solidFill>
              </a:defRPr>
            </a:lvl1pPr>
            <a:lvl2pPr>
              <a:defRPr sz="1725" b="1">
                <a:solidFill>
                  <a:srgbClr val="007E78"/>
                </a:solidFill>
              </a:defRPr>
            </a:lvl2pPr>
            <a:lvl3pPr>
              <a:defRPr sz="1725" b="1">
                <a:solidFill>
                  <a:srgbClr val="007E78"/>
                </a:solidFill>
              </a:defRPr>
            </a:lvl3pPr>
            <a:lvl4pPr>
              <a:defRPr sz="1725" b="1">
                <a:solidFill>
                  <a:srgbClr val="007E78"/>
                </a:solidFill>
              </a:defRPr>
            </a:lvl4pPr>
            <a:lvl5pPr>
              <a:defRPr sz="1725" b="1">
                <a:solidFill>
                  <a:srgbClr val="007E78"/>
                </a:solidFill>
              </a:defRPr>
            </a:lvl5pPr>
            <a:lvl6pPr>
              <a:defRPr sz="1725" b="1">
                <a:solidFill>
                  <a:srgbClr val="007E78"/>
                </a:solidFill>
              </a:defRPr>
            </a:lvl6pPr>
            <a:lvl7pPr>
              <a:defRPr sz="1725" b="1">
                <a:solidFill>
                  <a:srgbClr val="007E78"/>
                </a:solidFill>
              </a:defRPr>
            </a:lvl7pPr>
            <a:lvl8pPr>
              <a:defRPr sz="1725" b="1">
                <a:solidFill>
                  <a:srgbClr val="007E78"/>
                </a:solidFill>
              </a:defRPr>
            </a:lvl8pPr>
            <a:lvl9pPr>
              <a:defRPr sz="1725" b="1">
                <a:solidFill>
                  <a:srgbClr val="007E78"/>
                </a:solidFill>
              </a:defRPr>
            </a:lvl9pPr>
          </a:lstStyle>
          <a:p xmlns:a="http://schemas.openxmlformats.org/drawingml/2006/main">
            <a:pPr>
              <a:buNone/>
              <a:defRPr sz="1725" b="1">
                <a:solidFill>
                  <a:srgbClr val="007E78"/>
                </a:solidFill>
              </a:defRPr>
            </a:pPr>
            <a:r>
              <a:rPr sz="1725" b="1">
                <a:solidFill>
                  <a:srgbClr val="007E78"/>
                </a:solidFill>
              </a:rPr>
              <a:t>AgentFlow</a:t>
            </a:r>
          </a:p>
        </p:txBody>
      </p:sp>
      <p:sp>
        <p:nvSpPr>
          <p:cNvPr id="8" name="">
            <a:extLst xmlns:a="http://schemas.openxmlformats.org/drawingml/2006/main">
              <a:ext uri="{FF2B5EF4-FFF2-40B4-BE49-F238E27FC236}">
                <a16:creationId xmlns:a16="http://schemas.microsoft.com/office/drawing/2014/main" id="{AD774E1E-5D9A-4D27-86BD-6EFAF12441FB}"/>
              </a:ext>
            </a:extLst>
          </p:cNvPr>
          <p:cNvSpPr>
            <a:spLocks xmlns:a="http://schemas.openxmlformats.org/drawingml/2006/main" noGrp="1"/>
          </p:cNvSpPr>
          <p:nvPr/>
        </p:nvSpPr>
        <p:spPr>
          <a:xfrm xmlns:a="http://schemas.openxmlformats.org/drawingml/2006/main">
            <a:off x="3352800" y="1809750"/>
            <a:ext cx="7924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153047"/>
                </a:solidFill>
              </a:defRPr>
            </a:defPPr>
            <a:lvl1pPr>
              <a:defRPr sz="1725" b="0">
                <a:solidFill>
                  <a:srgbClr val="153047"/>
                </a:solidFill>
              </a:defRPr>
            </a:lvl1pPr>
            <a:lvl2pPr>
              <a:defRPr sz="1725" b="0">
                <a:solidFill>
                  <a:srgbClr val="153047"/>
                </a:solidFill>
              </a:defRPr>
            </a:lvl2pPr>
            <a:lvl3pPr>
              <a:defRPr sz="1725" b="0">
                <a:solidFill>
                  <a:srgbClr val="153047"/>
                </a:solidFill>
              </a:defRPr>
            </a:lvl3pPr>
            <a:lvl4pPr>
              <a:defRPr sz="1725" b="0">
                <a:solidFill>
                  <a:srgbClr val="153047"/>
                </a:solidFill>
              </a:defRPr>
            </a:lvl4pPr>
            <a:lvl5pPr>
              <a:defRPr sz="1725" b="0">
                <a:solidFill>
                  <a:srgbClr val="153047"/>
                </a:solidFill>
              </a:defRPr>
            </a:lvl5pPr>
            <a:lvl6pPr>
              <a:defRPr sz="1725" b="0">
                <a:solidFill>
                  <a:srgbClr val="153047"/>
                </a:solidFill>
              </a:defRPr>
            </a:lvl6pPr>
            <a:lvl7pPr>
              <a:defRPr sz="1725" b="0">
                <a:solidFill>
                  <a:srgbClr val="153047"/>
                </a:solidFill>
              </a:defRPr>
            </a:lvl7pPr>
            <a:lvl8pPr>
              <a:defRPr sz="1725" b="0">
                <a:solidFill>
                  <a:srgbClr val="153047"/>
                </a:solidFill>
              </a:defRPr>
            </a:lvl8pPr>
            <a:lvl9pPr>
              <a:defRPr sz="1725" b="0">
                <a:solidFill>
                  <a:srgbClr val="153047"/>
                </a:solidFill>
              </a:defRPr>
            </a:lvl9pPr>
          </a:lstStyle>
          <a:p xmlns:a="http://schemas.openxmlformats.org/drawingml/2006/main">
            <a:pPr>
              <a:buNone/>
              <a:defRPr sz="1725" b="0">
                <a:solidFill>
                  <a:srgbClr val="153047"/>
                </a:solidFill>
              </a:defRPr>
            </a:pPr>
            <a:r>
              <a:rPr sz="1725" b="0">
                <a:solidFill>
                  <a:srgbClr val="153047"/>
                </a:solidFill>
              </a:rPr>
              <a:t>7/7 visible requirements; 21.0 seconds; 4 model calls; 26,808 provider tokens.</a:t>
            </a:r>
          </a:p>
        </p:txBody>
      </p:sp>
      <p:sp>
        <p:nvSpPr>
          <p:cNvPr id="9" name="">
            <a:extLst xmlns:a="http://schemas.openxmlformats.org/drawingml/2006/main">
              <a:ext uri="{FF2B5EF4-FFF2-40B4-BE49-F238E27FC236}">
                <a16:creationId xmlns:a16="http://schemas.microsoft.com/office/drawing/2014/main" id="{291156F8-FF98-4C8C-94A1-09F2694D480C}"/>
              </a:ext>
            </a:extLst>
          </p:cNvPr>
          <p:cNvSpPr>
            <a:spLocks xmlns:a="http://schemas.openxmlformats.org/drawingml/2006/main" noGrp="1"/>
          </p:cNvSpPr>
          <p:nvPr/>
        </p:nvSpPr>
        <p:spPr>
          <a:xfrm xmlns:a="http://schemas.openxmlformats.org/drawingml/2006/main">
            <a:off x="704850" y="285750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07E78"/>
                </a:solidFill>
              </a:defRPr>
            </a:defPPr>
            <a:lvl1pPr>
              <a:defRPr sz="1725" b="1">
                <a:solidFill>
                  <a:srgbClr val="007E78"/>
                </a:solidFill>
              </a:defRPr>
            </a:lvl1pPr>
            <a:lvl2pPr>
              <a:defRPr sz="1725" b="1">
                <a:solidFill>
                  <a:srgbClr val="007E78"/>
                </a:solidFill>
              </a:defRPr>
            </a:lvl2pPr>
            <a:lvl3pPr>
              <a:defRPr sz="1725" b="1">
                <a:solidFill>
                  <a:srgbClr val="007E78"/>
                </a:solidFill>
              </a:defRPr>
            </a:lvl3pPr>
            <a:lvl4pPr>
              <a:defRPr sz="1725" b="1">
                <a:solidFill>
                  <a:srgbClr val="007E78"/>
                </a:solidFill>
              </a:defRPr>
            </a:lvl4pPr>
            <a:lvl5pPr>
              <a:defRPr sz="1725" b="1">
                <a:solidFill>
                  <a:srgbClr val="007E78"/>
                </a:solidFill>
              </a:defRPr>
            </a:lvl5pPr>
            <a:lvl6pPr>
              <a:defRPr sz="1725" b="1">
                <a:solidFill>
                  <a:srgbClr val="007E78"/>
                </a:solidFill>
              </a:defRPr>
            </a:lvl6pPr>
            <a:lvl7pPr>
              <a:defRPr sz="1725" b="1">
                <a:solidFill>
                  <a:srgbClr val="007E78"/>
                </a:solidFill>
              </a:defRPr>
            </a:lvl7pPr>
            <a:lvl8pPr>
              <a:defRPr sz="1725" b="1">
                <a:solidFill>
                  <a:srgbClr val="007E78"/>
                </a:solidFill>
              </a:defRPr>
            </a:lvl8pPr>
            <a:lvl9pPr>
              <a:defRPr sz="1725" b="1">
                <a:solidFill>
                  <a:srgbClr val="007E78"/>
                </a:solidFill>
              </a:defRPr>
            </a:lvl9pPr>
          </a:lstStyle>
          <a:p xmlns:a="http://schemas.openxmlformats.org/drawingml/2006/main">
            <a:pPr>
              <a:buNone/>
              <a:defRPr sz="1725" b="1">
                <a:solidFill>
                  <a:srgbClr val="007E78"/>
                </a:solidFill>
              </a:defRPr>
            </a:pPr>
            <a:r>
              <a:rPr sz="1725" b="1">
                <a:solidFill>
                  <a:srgbClr val="007E78"/>
                </a:solidFill>
              </a:rPr>
              <a:t>Baseline</a:t>
            </a:r>
          </a:p>
        </p:txBody>
      </p:sp>
      <p:sp>
        <p:nvSpPr>
          <p:cNvPr id="10" name="">
            <a:extLst xmlns:a="http://schemas.openxmlformats.org/drawingml/2006/main">
              <a:ext uri="{FF2B5EF4-FFF2-40B4-BE49-F238E27FC236}">
                <a16:creationId xmlns:a16="http://schemas.microsoft.com/office/drawing/2014/main" id="{E99C2A04-5D06-4498-94F8-83F0A40D2748}"/>
              </a:ext>
            </a:extLst>
          </p:cNvPr>
          <p:cNvSpPr>
            <a:spLocks xmlns:a="http://schemas.openxmlformats.org/drawingml/2006/main" noGrp="1"/>
          </p:cNvSpPr>
          <p:nvPr/>
        </p:nvSpPr>
        <p:spPr>
          <a:xfrm xmlns:a="http://schemas.openxmlformats.org/drawingml/2006/main">
            <a:off x="3352800" y="2857500"/>
            <a:ext cx="7924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153047"/>
                </a:solidFill>
              </a:defRPr>
            </a:defPPr>
            <a:lvl1pPr>
              <a:defRPr sz="1725" b="0">
                <a:solidFill>
                  <a:srgbClr val="153047"/>
                </a:solidFill>
              </a:defRPr>
            </a:lvl1pPr>
            <a:lvl2pPr>
              <a:defRPr sz="1725" b="0">
                <a:solidFill>
                  <a:srgbClr val="153047"/>
                </a:solidFill>
              </a:defRPr>
            </a:lvl2pPr>
            <a:lvl3pPr>
              <a:defRPr sz="1725" b="0">
                <a:solidFill>
                  <a:srgbClr val="153047"/>
                </a:solidFill>
              </a:defRPr>
            </a:lvl3pPr>
            <a:lvl4pPr>
              <a:defRPr sz="1725" b="0">
                <a:solidFill>
                  <a:srgbClr val="153047"/>
                </a:solidFill>
              </a:defRPr>
            </a:lvl4pPr>
            <a:lvl5pPr>
              <a:defRPr sz="1725" b="0">
                <a:solidFill>
                  <a:srgbClr val="153047"/>
                </a:solidFill>
              </a:defRPr>
            </a:lvl5pPr>
            <a:lvl6pPr>
              <a:defRPr sz="1725" b="0">
                <a:solidFill>
                  <a:srgbClr val="153047"/>
                </a:solidFill>
              </a:defRPr>
            </a:lvl6pPr>
            <a:lvl7pPr>
              <a:defRPr sz="1725" b="0">
                <a:solidFill>
                  <a:srgbClr val="153047"/>
                </a:solidFill>
              </a:defRPr>
            </a:lvl7pPr>
            <a:lvl8pPr>
              <a:defRPr sz="1725" b="0">
                <a:solidFill>
                  <a:srgbClr val="153047"/>
                </a:solidFill>
              </a:defRPr>
            </a:lvl8pPr>
            <a:lvl9pPr>
              <a:defRPr sz="1725" b="0">
                <a:solidFill>
                  <a:srgbClr val="153047"/>
                </a:solidFill>
              </a:defRPr>
            </a:lvl9pPr>
          </a:lstStyle>
          <a:p xmlns:a="http://schemas.openxmlformats.org/drawingml/2006/main">
            <a:pPr>
              <a:buNone/>
              <a:defRPr sz="1725" b="0">
                <a:solidFill>
                  <a:srgbClr val="153047"/>
                </a:solidFill>
              </a:defRPr>
            </a:pPr>
            <a:r>
              <a:rPr sz="1725" b="0">
                <a:solidFill>
                  <a:srgbClr val="153047"/>
                </a:solidFill>
              </a:rPr>
              <a:t>7/7 visible requirements; 17.4 seconds; 1 model call; 10,124 tokens.</a:t>
            </a:r>
          </a:p>
        </p:txBody>
      </p:sp>
      <p:sp>
        <p:nvSpPr>
          <p:cNvPr id="11" name="">
            <a:extLst xmlns:a="http://schemas.openxmlformats.org/drawingml/2006/main">
              <a:ext uri="{FF2B5EF4-FFF2-40B4-BE49-F238E27FC236}">
                <a16:creationId xmlns:a16="http://schemas.microsoft.com/office/drawing/2014/main" id="{3EB78EF8-C65B-44F5-8534-4AFC2D7A152B}"/>
              </a:ext>
            </a:extLst>
          </p:cNvPr>
          <p:cNvSpPr>
            <a:spLocks xmlns:a="http://schemas.openxmlformats.org/drawingml/2006/main" noGrp="1"/>
          </p:cNvSpPr>
          <p:nvPr/>
        </p:nvSpPr>
        <p:spPr>
          <a:xfrm xmlns:a="http://schemas.openxmlformats.org/drawingml/2006/main">
            <a:off x="704850" y="390525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07E78"/>
                </a:solidFill>
              </a:defRPr>
            </a:defPPr>
            <a:lvl1pPr>
              <a:defRPr sz="1725" b="1">
                <a:solidFill>
                  <a:srgbClr val="007E78"/>
                </a:solidFill>
              </a:defRPr>
            </a:lvl1pPr>
            <a:lvl2pPr>
              <a:defRPr sz="1725" b="1">
                <a:solidFill>
                  <a:srgbClr val="007E78"/>
                </a:solidFill>
              </a:defRPr>
            </a:lvl2pPr>
            <a:lvl3pPr>
              <a:defRPr sz="1725" b="1">
                <a:solidFill>
                  <a:srgbClr val="007E78"/>
                </a:solidFill>
              </a:defRPr>
            </a:lvl3pPr>
            <a:lvl4pPr>
              <a:defRPr sz="1725" b="1">
                <a:solidFill>
                  <a:srgbClr val="007E78"/>
                </a:solidFill>
              </a:defRPr>
            </a:lvl4pPr>
            <a:lvl5pPr>
              <a:defRPr sz="1725" b="1">
                <a:solidFill>
                  <a:srgbClr val="007E78"/>
                </a:solidFill>
              </a:defRPr>
            </a:lvl5pPr>
            <a:lvl6pPr>
              <a:defRPr sz="1725" b="1">
                <a:solidFill>
                  <a:srgbClr val="007E78"/>
                </a:solidFill>
              </a:defRPr>
            </a:lvl6pPr>
            <a:lvl7pPr>
              <a:defRPr sz="1725" b="1">
                <a:solidFill>
                  <a:srgbClr val="007E78"/>
                </a:solidFill>
              </a:defRPr>
            </a:lvl7pPr>
            <a:lvl8pPr>
              <a:defRPr sz="1725" b="1">
                <a:solidFill>
                  <a:srgbClr val="007E78"/>
                </a:solidFill>
              </a:defRPr>
            </a:lvl8pPr>
            <a:lvl9pPr>
              <a:defRPr sz="1725" b="1">
                <a:solidFill>
                  <a:srgbClr val="007E78"/>
                </a:solidFill>
              </a:defRPr>
            </a:lvl9pPr>
          </a:lstStyle>
          <a:p xmlns:a="http://schemas.openxmlformats.org/drawingml/2006/main">
            <a:pPr>
              <a:buNone/>
              <a:defRPr sz="1725" b="1">
                <a:solidFill>
                  <a:srgbClr val="007E78"/>
                </a:solidFill>
              </a:defRPr>
            </a:pPr>
            <a:r>
              <a:rPr sz="1725" b="1">
                <a:solidFill>
                  <a:srgbClr val="007E78"/>
                </a:solidFill>
              </a:rPr>
              <a:t>Audit</a:t>
            </a:r>
          </a:p>
        </p:txBody>
      </p:sp>
      <p:sp>
        <p:nvSpPr>
          <p:cNvPr id="12" name="">
            <a:extLst xmlns:a="http://schemas.openxmlformats.org/drawingml/2006/main">
              <a:ext uri="{FF2B5EF4-FFF2-40B4-BE49-F238E27FC236}">
                <a16:creationId xmlns:a16="http://schemas.microsoft.com/office/drawing/2014/main" id="{FFAE78EE-D011-4253-BD6B-630F4137744E}"/>
              </a:ext>
            </a:extLst>
          </p:cNvPr>
          <p:cNvSpPr>
            <a:spLocks xmlns:a="http://schemas.openxmlformats.org/drawingml/2006/main" noGrp="1"/>
          </p:cNvSpPr>
          <p:nvPr/>
        </p:nvSpPr>
        <p:spPr>
          <a:xfrm xmlns:a="http://schemas.openxmlformats.org/drawingml/2006/main">
            <a:off x="3352800" y="3905250"/>
            <a:ext cx="7924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153047"/>
                </a:solidFill>
              </a:defRPr>
            </a:defPPr>
            <a:lvl1pPr>
              <a:defRPr sz="1725" b="0">
                <a:solidFill>
                  <a:srgbClr val="153047"/>
                </a:solidFill>
              </a:defRPr>
            </a:lvl1pPr>
            <a:lvl2pPr>
              <a:defRPr sz="1725" b="0">
                <a:solidFill>
                  <a:srgbClr val="153047"/>
                </a:solidFill>
              </a:defRPr>
            </a:lvl2pPr>
            <a:lvl3pPr>
              <a:defRPr sz="1725" b="0">
                <a:solidFill>
                  <a:srgbClr val="153047"/>
                </a:solidFill>
              </a:defRPr>
            </a:lvl3pPr>
            <a:lvl4pPr>
              <a:defRPr sz="1725" b="0">
                <a:solidFill>
                  <a:srgbClr val="153047"/>
                </a:solidFill>
              </a:defRPr>
            </a:lvl4pPr>
            <a:lvl5pPr>
              <a:defRPr sz="1725" b="0">
                <a:solidFill>
                  <a:srgbClr val="153047"/>
                </a:solidFill>
              </a:defRPr>
            </a:lvl5pPr>
            <a:lvl6pPr>
              <a:defRPr sz="1725" b="0">
                <a:solidFill>
                  <a:srgbClr val="153047"/>
                </a:solidFill>
              </a:defRPr>
            </a:lvl6pPr>
            <a:lvl7pPr>
              <a:defRPr sz="1725" b="0">
                <a:solidFill>
                  <a:srgbClr val="153047"/>
                </a:solidFill>
              </a:defRPr>
            </a:lvl7pPr>
            <a:lvl8pPr>
              <a:defRPr sz="1725" b="0">
                <a:solidFill>
                  <a:srgbClr val="153047"/>
                </a:solidFill>
              </a:defRPr>
            </a:lvl8pPr>
            <a:lvl9pPr>
              <a:defRPr sz="1725" b="0">
                <a:solidFill>
                  <a:srgbClr val="153047"/>
                </a:solidFill>
              </a:defRPr>
            </a:lvl9pPr>
          </a:lstStyle>
          <a:p xmlns:a="http://schemas.openxmlformats.org/drawingml/2006/main">
            <a:pPr>
              <a:buNone/>
              <a:defRPr sz="1725" b="0">
                <a:solidFill>
                  <a:srgbClr val="153047"/>
                </a:solidFill>
              </a:defRPr>
            </a:pPr>
            <a:r>
              <a:rPr sz="1725" b="0">
                <a:solidFill>
                  <a:srgbClr val="153047"/>
                </a:solidFill>
              </a:rPr>
              <a:t>A later audit found a mismatched DOI hyperlink in the baseline draft; the current app rejects that form.</a:t>
            </a:r>
          </a:p>
        </p:txBody>
      </p:sp>
      <p:sp>
        <p:nvSpPr>
          <p:cNvPr id="13" name="">
            <a:extLst xmlns:a="http://schemas.openxmlformats.org/drawingml/2006/main">
              <a:ext uri="{FF2B5EF4-FFF2-40B4-BE49-F238E27FC236}">
                <a16:creationId xmlns:a16="http://schemas.microsoft.com/office/drawing/2014/main" id="{6DC15C35-CAC8-4DCD-9A2C-66DBEF894DF2}"/>
              </a:ext>
            </a:extLst>
          </p:cNvPr>
          <p:cNvSpPr>
            <a:spLocks xmlns:a="http://schemas.openxmlformats.org/drawingml/2006/main" noGrp="1"/>
          </p:cNvSpPr>
          <p:nvPr/>
        </p:nvSpPr>
        <p:spPr>
          <a:xfrm xmlns:a="http://schemas.openxmlformats.org/drawingml/2006/main">
            <a:off x="704850" y="495300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07E78"/>
                </a:solidFill>
              </a:defRPr>
            </a:defPPr>
            <a:lvl1pPr>
              <a:defRPr sz="1725" b="1">
                <a:solidFill>
                  <a:srgbClr val="007E78"/>
                </a:solidFill>
              </a:defRPr>
            </a:lvl1pPr>
            <a:lvl2pPr>
              <a:defRPr sz="1725" b="1">
                <a:solidFill>
                  <a:srgbClr val="007E78"/>
                </a:solidFill>
              </a:defRPr>
            </a:lvl2pPr>
            <a:lvl3pPr>
              <a:defRPr sz="1725" b="1">
                <a:solidFill>
                  <a:srgbClr val="007E78"/>
                </a:solidFill>
              </a:defRPr>
            </a:lvl3pPr>
            <a:lvl4pPr>
              <a:defRPr sz="1725" b="1">
                <a:solidFill>
                  <a:srgbClr val="007E78"/>
                </a:solidFill>
              </a:defRPr>
            </a:lvl4pPr>
            <a:lvl5pPr>
              <a:defRPr sz="1725" b="1">
                <a:solidFill>
                  <a:srgbClr val="007E78"/>
                </a:solidFill>
              </a:defRPr>
            </a:lvl5pPr>
            <a:lvl6pPr>
              <a:defRPr sz="1725" b="1">
                <a:solidFill>
                  <a:srgbClr val="007E78"/>
                </a:solidFill>
              </a:defRPr>
            </a:lvl6pPr>
            <a:lvl7pPr>
              <a:defRPr sz="1725" b="1">
                <a:solidFill>
                  <a:srgbClr val="007E78"/>
                </a:solidFill>
              </a:defRPr>
            </a:lvl7pPr>
            <a:lvl8pPr>
              <a:defRPr sz="1725" b="1">
                <a:solidFill>
                  <a:srgbClr val="007E78"/>
                </a:solidFill>
              </a:defRPr>
            </a:lvl8pPr>
            <a:lvl9pPr>
              <a:defRPr sz="1725" b="1">
                <a:solidFill>
                  <a:srgbClr val="007E78"/>
                </a:solidFill>
              </a:defRPr>
            </a:lvl9pPr>
          </a:lstStyle>
          <a:p xmlns:a="http://schemas.openxmlformats.org/drawingml/2006/main">
            <a:pPr>
              <a:buNone/>
              <a:defRPr sz="1725" b="1">
                <a:solidFill>
                  <a:srgbClr val="007E78"/>
                </a:solidFill>
              </a:defRPr>
            </a:pPr>
            <a:r>
              <a:rPr sz="1725" b="1">
                <a:solidFill>
                  <a:srgbClr val="007E78"/>
                </a:solidFill>
              </a:rPr>
              <a:t>Conclusion</a:t>
            </a:r>
          </a:p>
        </p:txBody>
      </p:sp>
      <p:sp>
        <p:nvSpPr>
          <p:cNvPr id="14" name="">
            <a:extLst xmlns:a="http://schemas.openxmlformats.org/drawingml/2006/main">
              <a:ext uri="{FF2B5EF4-FFF2-40B4-BE49-F238E27FC236}">
                <a16:creationId xmlns:a16="http://schemas.microsoft.com/office/drawing/2014/main" id="{097F5D17-CE83-4D60-8EE7-643C089C48EF}"/>
              </a:ext>
            </a:extLst>
          </p:cNvPr>
          <p:cNvSpPr>
            <a:spLocks xmlns:a="http://schemas.openxmlformats.org/drawingml/2006/main" noGrp="1"/>
          </p:cNvSpPr>
          <p:nvPr/>
        </p:nvSpPr>
        <p:spPr>
          <a:xfrm xmlns:a="http://schemas.openxmlformats.org/drawingml/2006/main">
            <a:off x="3352800" y="4953000"/>
            <a:ext cx="7924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153047"/>
                </a:solidFill>
              </a:defRPr>
            </a:defPPr>
            <a:lvl1pPr>
              <a:defRPr sz="1725" b="0">
                <a:solidFill>
                  <a:srgbClr val="153047"/>
                </a:solidFill>
              </a:defRPr>
            </a:lvl1pPr>
            <a:lvl2pPr>
              <a:defRPr sz="1725" b="0">
                <a:solidFill>
                  <a:srgbClr val="153047"/>
                </a:solidFill>
              </a:defRPr>
            </a:lvl2pPr>
            <a:lvl3pPr>
              <a:defRPr sz="1725" b="0">
                <a:solidFill>
                  <a:srgbClr val="153047"/>
                </a:solidFill>
              </a:defRPr>
            </a:lvl3pPr>
            <a:lvl4pPr>
              <a:defRPr sz="1725" b="0">
                <a:solidFill>
                  <a:srgbClr val="153047"/>
                </a:solidFill>
              </a:defRPr>
            </a:lvl4pPr>
            <a:lvl5pPr>
              <a:defRPr sz="1725" b="0">
                <a:solidFill>
                  <a:srgbClr val="153047"/>
                </a:solidFill>
              </a:defRPr>
            </a:lvl5pPr>
            <a:lvl6pPr>
              <a:defRPr sz="1725" b="0">
                <a:solidFill>
                  <a:srgbClr val="153047"/>
                </a:solidFill>
              </a:defRPr>
            </a:lvl6pPr>
            <a:lvl7pPr>
              <a:defRPr sz="1725" b="0">
                <a:solidFill>
                  <a:srgbClr val="153047"/>
                </a:solidFill>
              </a:defRPr>
            </a:lvl7pPr>
            <a:lvl8pPr>
              <a:defRPr sz="1725" b="0">
                <a:solidFill>
                  <a:srgbClr val="153047"/>
                </a:solidFill>
              </a:defRPr>
            </a:lvl8pPr>
            <a:lvl9pPr>
              <a:defRPr sz="1725" b="0">
                <a:solidFill>
                  <a:srgbClr val="153047"/>
                </a:solidFill>
              </a:defRPr>
            </a:lvl9pPr>
          </a:lstStyle>
          <a:p xmlns:a="http://schemas.openxmlformats.org/drawingml/2006/main">
            <a:pPr>
              <a:buNone/>
              <a:defRPr sz="1725" b="0">
                <a:solidFill>
                  <a:srgbClr val="153047"/>
                </a:solidFill>
              </a:defRPr>
            </a:pPr>
            <a:r>
              <a:rPr sz="1725" b="0">
                <a:solidFill>
                  <a:srgbClr val="153047"/>
                </a:solidFill>
              </a:rPr>
              <a:t>Traceable stages and validation add cost. One case cannot establish general superiority.</a:t>
            </a:r>
          </a:p>
        </p:txBody>
      </p:sp>
    </p:spTree>
    <p:extLst>
      <p:ext uri="{BB962C8B-B14F-4D97-AF65-F5344CB8AC3E}">
        <p14:creationId xmlns:p14="http://schemas.microsoft.com/office/powerpoint/2010/main" val="326494604"/>
      </p:ext>
    </p:extLst>
  </p:cSld>
</p:sld>
</file>

<file path=ppt/slides/slide36.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F196C8A-6AD0-4C1F-ACCB-6525CEA32045}"/>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E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C7C2425-CD34-42B6-A242-0D2C65C43744}"/>
              </a:ext>
            </a:extLst>
          </p:cNvPr>
          <p:cNvSpPr>
            <a:spLocks xmlns:a="http://schemas.openxmlformats.org/drawingml/2006/main" noGrp="1"/>
          </p:cNvSpPr>
          <p:nvPr/>
        </p:nvSpPr>
        <p:spPr>
          <a:xfrm xmlns:a="http://schemas.openxmlformats.org/drawingml/2006/main">
            <a:off x="609600" y="323850"/>
            <a:ext cx="1009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07E78"/>
                </a:solidFill>
              </a:defRPr>
            </a:defPPr>
            <a:lvl1pPr>
              <a:defRPr sz="1125" b="1">
                <a:solidFill>
                  <a:srgbClr val="007E78"/>
                </a:solidFill>
              </a:defRPr>
            </a:lvl1pPr>
            <a:lvl2pPr>
              <a:defRPr sz="1125" b="1">
                <a:solidFill>
                  <a:srgbClr val="007E78"/>
                </a:solidFill>
              </a:defRPr>
            </a:lvl2pPr>
            <a:lvl3pPr>
              <a:defRPr sz="1125" b="1">
                <a:solidFill>
                  <a:srgbClr val="007E78"/>
                </a:solidFill>
              </a:defRPr>
            </a:lvl3pPr>
            <a:lvl4pPr>
              <a:defRPr sz="1125" b="1">
                <a:solidFill>
                  <a:srgbClr val="007E78"/>
                </a:solidFill>
              </a:defRPr>
            </a:lvl4pPr>
            <a:lvl5pPr>
              <a:defRPr sz="1125" b="1">
                <a:solidFill>
                  <a:srgbClr val="007E78"/>
                </a:solidFill>
              </a:defRPr>
            </a:lvl5pPr>
            <a:lvl6pPr>
              <a:defRPr sz="1125" b="1">
                <a:solidFill>
                  <a:srgbClr val="007E78"/>
                </a:solidFill>
              </a:defRPr>
            </a:lvl6pPr>
            <a:lvl7pPr>
              <a:defRPr sz="1125" b="1">
                <a:solidFill>
                  <a:srgbClr val="007E78"/>
                </a:solidFill>
              </a:defRPr>
            </a:lvl7pPr>
            <a:lvl8pPr>
              <a:defRPr sz="1125" b="1">
                <a:solidFill>
                  <a:srgbClr val="007E78"/>
                </a:solidFill>
              </a:defRPr>
            </a:lvl8pPr>
            <a:lvl9pPr>
              <a:defRPr sz="1125" b="1">
                <a:solidFill>
                  <a:srgbClr val="007E78"/>
                </a:solidFill>
              </a:defRPr>
            </a:lvl9pPr>
          </a:lstStyle>
          <a:p xmlns:a="http://schemas.openxmlformats.org/drawingml/2006/main">
            <a:pPr>
              <a:buNone/>
              <a:defRPr sz="1125" b="1">
                <a:solidFill>
                  <a:srgbClr val="007E78"/>
                </a:solidFill>
              </a:defRPr>
            </a:pPr>
            <a:r>
              <a:rPr sz="1125" b="1">
                <a:solidFill>
                  <a:srgbClr val="007E78"/>
                </a:solidFill>
              </a:rPr>
              <a:t>35  HONEST ASSESSMENT</a:t>
            </a:r>
          </a:p>
        </p:txBody>
      </p:sp>
      <p:sp>
        <p:nvSpPr>
          <p:cNvPr id="3" name="">
            <a:extLst xmlns:a="http://schemas.openxmlformats.org/drawingml/2006/main">
              <a:ext uri="{FF2B5EF4-FFF2-40B4-BE49-F238E27FC236}">
                <a16:creationId xmlns:a16="http://schemas.microsoft.com/office/drawing/2014/main" id="{D41FFEB8-46CB-4480-A927-2F4CE1436E6C}"/>
              </a:ext>
            </a:extLst>
          </p:cNvPr>
          <p:cNvSpPr>
            <a:spLocks xmlns:a="http://schemas.openxmlformats.org/drawingml/2006/main" noGrp="1"/>
          </p:cNvSpPr>
          <p:nvPr/>
        </p:nvSpPr>
        <p:spPr>
          <a:xfrm xmlns:a="http://schemas.openxmlformats.org/drawingml/2006/main">
            <a:off x="609600" y="685800"/>
            <a:ext cx="10858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10243A"/>
                </a:solidFill>
              </a:defRPr>
            </a:defPPr>
            <a:lvl1pPr>
              <a:defRPr sz="2850" b="1">
                <a:solidFill>
                  <a:srgbClr val="10243A"/>
                </a:solidFill>
              </a:defRPr>
            </a:lvl1pPr>
            <a:lvl2pPr>
              <a:defRPr sz="2850" b="1">
                <a:solidFill>
                  <a:srgbClr val="10243A"/>
                </a:solidFill>
              </a:defRPr>
            </a:lvl2pPr>
            <a:lvl3pPr>
              <a:defRPr sz="2850" b="1">
                <a:solidFill>
                  <a:srgbClr val="10243A"/>
                </a:solidFill>
              </a:defRPr>
            </a:lvl3pPr>
            <a:lvl4pPr>
              <a:defRPr sz="2850" b="1">
                <a:solidFill>
                  <a:srgbClr val="10243A"/>
                </a:solidFill>
              </a:defRPr>
            </a:lvl4pPr>
            <a:lvl5pPr>
              <a:defRPr sz="2850" b="1">
                <a:solidFill>
                  <a:srgbClr val="10243A"/>
                </a:solidFill>
              </a:defRPr>
            </a:lvl5pPr>
            <a:lvl6pPr>
              <a:defRPr sz="2850" b="1">
                <a:solidFill>
                  <a:srgbClr val="10243A"/>
                </a:solidFill>
              </a:defRPr>
            </a:lvl6pPr>
            <a:lvl7pPr>
              <a:defRPr sz="2850" b="1">
                <a:solidFill>
                  <a:srgbClr val="10243A"/>
                </a:solidFill>
              </a:defRPr>
            </a:lvl7pPr>
            <a:lvl8pPr>
              <a:defRPr sz="2850" b="1">
                <a:solidFill>
                  <a:srgbClr val="10243A"/>
                </a:solidFill>
              </a:defRPr>
            </a:lvl8pPr>
            <a:lvl9pPr>
              <a:defRPr sz="2850" b="1">
                <a:solidFill>
                  <a:srgbClr val="10243A"/>
                </a:solidFill>
              </a:defRPr>
            </a:lvl9pPr>
          </a:lstStyle>
          <a:p xmlns:a="http://schemas.openxmlformats.org/drawingml/2006/main">
            <a:pPr>
              <a:buNone/>
              <a:defRPr sz="2850" b="1">
                <a:solidFill>
                  <a:srgbClr val="10243A"/>
                </a:solidFill>
              </a:defRPr>
            </a:pPr>
            <a:r>
              <a:rPr sz="2850" b="1">
                <a:solidFill>
                  <a:srgbClr val="10243A"/>
                </a:solidFill>
              </a:rPr>
              <a:t>Limitations and next evaluation</a:t>
            </a:r>
          </a:p>
        </p:txBody>
      </p:sp>
      <p:sp>
        <p:nvSpPr>
          <p:cNvPr id="4" name="">
            <a:extLst xmlns:a="http://schemas.openxmlformats.org/drawingml/2006/main">
              <a:ext uri="{FF2B5EF4-FFF2-40B4-BE49-F238E27FC236}">
                <a16:creationId xmlns:a16="http://schemas.microsoft.com/office/drawing/2014/main" id="{D2D6DD50-6C79-4ABB-BB52-4E7424EAE30F}"/>
              </a:ext>
            </a:extLst>
          </p:cNvPr>
          <p:cNvSpPr>
            <a:spLocks xmlns:a="http://schemas.openxmlformats.org/drawingml/2006/main" noGrp="1"/>
          </p:cNvSpPr>
          <p:nvPr/>
        </p:nvSpPr>
        <p:spPr>
          <a:xfrm xmlns:a="http://schemas.openxmlformats.org/drawingml/2006/main">
            <a:off x="609600" y="6324600"/>
            <a:ext cx="10972800" cy="9525"/>
          </a:xfrm>
          <a:prstGeom xmlns:a="http://schemas.openxmlformats.org/drawingml/2006/main" prst="rect">
            <a:avLst/>
          </a:prstGeom>
          <a:solidFill xmlns:a="http://schemas.openxmlformats.org/drawingml/2006/main">
            <a:srgbClr val="D7E3E9"/>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E0EDD64-65C5-4387-A951-C6E780AACAF6}"/>
              </a:ext>
            </a:extLst>
          </p:cNvPr>
          <p:cNvSpPr>
            <a:spLocks xmlns:a="http://schemas.openxmlformats.org/drawingml/2006/main" noGrp="1"/>
          </p:cNvSpPr>
          <p:nvPr/>
        </p:nvSpPr>
        <p:spPr>
          <a:xfrm xmlns:a="http://schemas.openxmlformats.org/drawingml/2006/main">
            <a:off x="609600" y="6429375"/>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AgentFlow  |  Final Review</a:t>
            </a:r>
          </a:p>
        </p:txBody>
      </p:sp>
      <p:sp>
        <p:nvSpPr>
          <p:cNvPr id="6" name="">
            <a:extLst xmlns:a="http://schemas.openxmlformats.org/drawingml/2006/main">
              <a:ext uri="{FF2B5EF4-FFF2-40B4-BE49-F238E27FC236}">
                <a16:creationId xmlns:a16="http://schemas.microsoft.com/office/drawing/2014/main" id="{5AFF7C1A-E322-4ED3-BBF3-447ED2EED4B9}"/>
              </a:ext>
            </a:extLst>
          </p:cNvPr>
          <p:cNvSpPr>
            <a:spLocks xmlns:a="http://schemas.openxmlformats.org/drawingml/2006/main" noGrp="1"/>
          </p:cNvSpPr>
          <p:nvPr/>
        </p:nvSpPr>
        <p:spPr>
          <a:xfrm xmlns:a="http://schemas.openxmlformats.org/drawingml/2006/main">
            <a:off x="11029950" y="642937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36</a:t>
            </a:r>
          </a:p>
        </p:txBody>
      </p:sp>
      <p:sp>
        <p:nvSpPr>
          <p:cNvPr id="7" name="">
            <a:extLst xmlns:a="http://schemas.openxmlformats.org/drawingml/2006/main">
              <a:ext uri="{FF2B5EF4-FFF2-40B4-BE49-F238E27FC236}">
                <a16:creationId xmlns:a16="http://schemas.microsoft.com/office/drawing/2014/main" id="{074A85C6-F2D7-4883-BE08-ACB099C96F78}"/>
              </a:ext>
            </a:extLst>
          </p:cNvPr>
          <p:cNvSpPr>
            <a:spLocks xmlns:a="http://schemas.openxmlformats.org/drawingml/2006/main" noGrp="1"/>
          </p:cNvSpPr>
          <p:nvPr/>
        </p:nvSpPr>
        <p:spPr>
          <a:xfrm xmlns:a="http://schemas.openxmlformats.org/drawingml/2006/main">
            <a:off x="704850" y="180975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07E78"/>
                </a:solidFill>
              </a:defRPr>
            </a:defPPr>
            <a:lvl1pPr>
              <a:defRPr sz="1725" b="1">
                <a:solidFill>
                  <a:srgbClr val="007E78"/>
                </a:solidFill>
              </a:defRPr>
            </a:lvl1pPr>
            <a:lvl2pPr>
              <a:defRPr sz="1725" b="1">
                <a:solidFill>
                  <a:srgbClr val="007E78"/>
                </a:solidFill>
              </a:defRPr>
            </a:lvl2pPr>
            <a:lvl3pPr>
              <a:defRPr sz="1725" b="1">
                <a:solidFill>
                  <a:srgbClr val="007E78"/>
                </a:solidFill>
              </a:defRPr>
            </a:lvl3pPr>
            <a:lvl4pPr>
              <a:defRPr sz="1725" b="1">
                <a:solidFill>
                  <a:srgbClr val="007E78"/>
                </a:solidFill>
              </a:defRPr>
            </a:lvl4pPr>
            <a:lvl5pPr>
              <a:defRPr sz="1725" b="1">
                <a:solidFill>
                  <a:srgbClr val="007E78"/>
                </a:solidFill>
              </a:defRPr>
            </a:lvl5pPr>
            <a:lvl6pPr>
              <a:defRPr sz="1725" b="1">
                <a:solidFill>
                  <a:srgbClr val="007E78"/>
                </a:solidFill>
              </a:defRPr>
            </a:lvl6pPr>
            <a:lvl7pPr>
              <a:defRPr sz="1725" b="1">
                <a:solidFill>
                  <a:srgbClr val="007E78"/>
                </a:solidFill>
              </a:defRPr>
            </a:lvl7pPr>
            <a:lvl8pPr>
              <a:defRPr sz="1725" b="1">
                <a:solidFill>
                  <a:srgbClr val="007E78"/>
                </a:solidFill>
              </a:defRPr>
            </a:lvl8pPr>
            <a:lvl9pPr>
              <a:defRPr sz="1725" b="1">
                <a:solidFill>
                  <a:srgbClr val="007E78"/>
                </a:solidFill>
              </a:defRPr>
            </a:lvl9pPr>
          </a:lstStyle>
          <a:p xmlns:a="http://schemas.openxmlformats.org/drawingml/2006/main">
            <a:pPr>
              <a:buNone/>
              <a:defRPr sz="1725" b="1">
                <a:solidFill>
                  <a:srgbClr val="007E78"/>
                </a:solidFill>
              </a:defRPr>
            </a:pPr>
            <a:r>
              <a:rPr sz="1725" b="1">
                <a:solidFill>
                  <a:srgbClr val="007E78"/>
                </a:solidFill>
              </a:rPr>
              <a:t>Scientific quality</a:t>
            </a:r>
          </a:p>
        </p:txBody>
      </p:sp>
      <p:sp>
        <p:nvSpPr>
          <p:cNvPr id="8" name="">
            <a:extLst xmlns:a="http://schemas.openxmlformats.org/drawingml/2006/main">
              <a:ext uri="{FF2B5EF4-FFF2-40B4-BE49-F238E27FC236}">
                <a16:creationId xmlns:a16="http://schemas.microsoft.com/office/drawing/2014/main" id="{65A71FC4-2969-4669-9CA8-F49150519458}"/>
              </a:ext>
            </a:extLst>
          </p:cNvPr>
          <p:cNvSpPr>
            <a:spLocks xmlns:a="http://schemas.openxmlformats.org/drawingml/2006/main" noGrp="1"/>
          </p:cNvSpPr>
          <p:nvPr/>
        </p:nvSpPr>
        <p:spPr>
          <a:xfrm xmlns:a="http://schemas.openxmlformats.org/drawingml/2006/main">
            <a:off x="3352800" y="1809750"/>
            <a:ext cx="7924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153047"/>
                </a:solidFill>
              </a:defRPr>
            </a:defPPr>
            <a:lvl1pPr>
              <a:defRPr sz="1725" b="0">
                <a:solidFill>
                  <a:srgbClr val="153047"/>
                </a:solidFill>
              </a:defRPr>
            </a:lvl1pPr>
            <a:lvl2pPr>
              <a:defRPr sz="1725" b="0">
                <a:solidFill>
                  <a:srgbClr val="153047"/>
                </a:solidFill>
              </a:defRPr>
            </a:lvl2pPr>
            <a:lvl3pPr>
              <a:defRPr sz="1725" b="0">
                <a:solidFill>
                  <a:srgbClr val="153047"/>
                </a:solidFill>
              </a:defRPr>
            </a:lvl3pPr>
            <a:lvl4pPr>
              <a:defRPr sz="1725" b="0">
                <a:solidFill>
                  <a:srgbClr val="153047"/>
                </a:solidFill>
              </a:defRPr>
            </a:lvl4pPr>
            <a:lvl5pPr>
              <a:defRPr sz="1725" b="0">
                <a:solidFill>
                  <a:srgbClr val="153047"/>
                </a:solidFill>
              </a:defRPr>
            </a:lvl5pPr>
            <a:lvl6pPr>
              <a:defRPr sz="1725" b="0">
                <a:solidFill>
                  <a:srgbClr val="153047"/>
                </a:solidFill>
              </a:defRPr>
            </a:lvl6pPr>
            <a:lvl7pPr>
              <a:defRPr sz="1725" b="0">
                <a:solidFill>
                  <a:srgbClr val="153047"/>
                </a:solidFill>
              </a:defRPr>
            </a:lvl7pPr>
            <a:lvl8pPr>
              <a:defRPr sz="1725" b="0">
                <a:solidFill>
                  <a:srgbClr val="153047"/>
                </a:solidFill>
              </a:defRPr>
            </a:lvl8pPr>
            <a:lvl9pPr>
              <a:defRPr sz="1725" b="0">
                <a:solidFill>
                  <a:srgbClr val="153047"/>
                </a:solidFill>
              </a:defRPr>
            </a:lvl9pPr>
          </a:lstStyle>
          <a:p xmlns:a="http://schemas.openxmlformats.org/drawingml/2006/main">
            <a:pPr>
              <a:buNone/>
              <a:defRPr sz="1725" b="0">
                <a:solidFill>
                  <a:srgbClr val="153047"/>
                </a:solidFill>
              </a:defRPr>
            </a:pPr>
            <a:r>
              <a:rPr sz="1725" b="0">
                <a:solidFill>
                  <a:srgbClr val="153047"/>
                </a:solidFill>
              </a:rPr>
              <a:t>OCR may misread labels. The reviewer checks coverage and apparent support, but cannot certify every claim or diagram arrow.</a:t>
            </a:r>
          </a:p>
        </p:txBody>
      </p:sp>
      <p:sp>
        <p:nvSpPr>
          <p:cNvPr id="9" name="">
            <a:extLst xmlns:a="http://schemas.openxmlformats.org/drawingml/2006/main">
              <a:ext uri="{FF2B5EF4-FFF2-40B4-BE49-F238E27FC236}">
                <a16:creationId xmlns:a16="http://schemas.microsoft.com/office/drawing/2014/main" id="{6A82F5B7-DD40-4422-B851-373D65D530A9}"/>
              </a:ext>
            </a:extLst>
          </p:cNvPr>
          <p:cNvSpPr>
            <a:spLocks xmlns:a="http://schemas.openxmlformats.org/drawingml/2006/main" noGrp="1"/>
          </p:cNvSpPr>
          <p:nvPr/>
        </p:nvSpPr>
        <p:spPr>
          <a:xfrm xmlns:a="http://schemas.openxmlformats.org/drawingml/2006/main">
            <a:off x="704850" y="285750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07E78"/>
                </a:solidFill>
              </a:defRPr>
            </a:defPPr>
            <a:lvl1pPr>
              <a:defRPr sz="1725" b="1">
                <a:solidFill>
                  <a:srgbClr val="007E78"/>
                </a:solidFill>
              </a:defRPr>
            </a:lvl1pPr>
            <a:lvl2pPr>
              <a:defRPr sz="1725" b="1">
                <a:solidFill>
                  <a:srgbClr val="007E78"/>
                </a:solidFill>
              </a:defRPr>
            </a:lvl2pPr>
            <a:lvl3pPr>
              <a:defRPr sz="1725" b="1">
                <a:solidFill>
                  <a:srgbClr val="007E78"/>
                </a:solidFill>
              </a:defRPr>
            </a:lvl3pPr>
            <a:lvl4pPr>
              <a:defRPr sz="1725" b="1">
                <a:solidFill>
                  <a:srgbClr val="007E78"/>
                </a:solidFill>
              </a:defRPr>
            </a:lvl4pPr>
            <a:lvl5pPr>
              <a:defRPr sz="1725" b="1">
                <a:solidFill>
                  <a:srgbClr val="007E78"/>
                </a:solidFill>
              </a:defRPr>
            </a:lvl5pPr>
            <a:lvl6pPr>
              <a:defRPr sz="1725" b="1">
                <a:solidFill>
                  <a:srgbClr val="007E78"/>
                </a:solidFill>
              </a:defRPr>
            </a:lvl6pPr>
            <a:lvl7pPr>
              <a:defRPr sz="1725" b="1">
                <a:solidFill>
                  <a:srgbClr val="007E78"/>
                </a:solidFill>
              </a:defRPr>
            </a:lvl7pPr>
            <a:lvl8pPr>
              <a:defRPr sz="1725" b="1">
                <a:solidFill>
                  <a:srgbClr val="007E78"/>
                </a:solidFill>
              </a:defRPr>
            </a:lvl8pPr>
            <a:lvl9pPr>
              <a:defRPr sz="1725" b="1">
                <a:solidFill>
                  <a:srgbClr val="007E78"/>
                </a:solidFill>
              </a:defRPr>
            </a:lvl9pPr>
          </a:lstStyle>
          <a:p xmlns:a="http://schemas.openxmlformats.org/drawingml/2006/main">
            <a:pPr>
              <a:buNone/>
              <a:defRPr sz="1725" b="1">
                <a:solidFill>
                  <a:srgbClr val="007E78"/>
                </a:solidFill>
              </a:defRPr>
            </a:pPr>
            <a:r>
              <a:rPr sz="1725" b="1">
                <a:solidFill>
                  <a:srgbClr val="007E78"/>
                </a:solidFill>
              </a:rPr>
              <a:t>Search depth</a:t>
            </a:r>
          </a:p>
        </p:txBody>
      </p:sp>
      <p:sp>
        <p:nvSpPr>
          <p:cNvPr id="10" name="">
            <a:extLst xmlns:a="http://schemas.openxmlformats.org/drawingml/2006/main">
              <a:ext uri="{FF2B5EF4-FFF2-40B4-BE49-F238E27FC236}">
                <a16:creationId xmlns:a16="http://schemas.microsoft.com/office/drawing/2014/main" id="{5A327FE3-4A2F-4D72-8EB3-E9A47BB58F81}"/>
              </a:ext>
            </a:extLst>
          </p:cNvPr>
          <p:cNvSpPr>
            <a:spLocks xmlns:a="http://schemas.openxmlformats.org/drawingml/2006/main" noGrp="1"/>
          </p:cNvSpPr>
          <p:nvPr/>
        </p:nvSpPr>
        <p:spPr>
          <a:xfrm xmlns:a="http://schemas.openxmlformats.org/drawingml/2006/main">
            <a:off x="3352800" y="2857500"/>
            <a:ext cx="7924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153047"/>
                </a:solidFill>
              </a:defRPr>
            </a:defPPr>
            <a:lvl1pPr>
              <a:defRPr sz="1725" b="0">
                <a:solidFill>
                  <a:srgbClr val="153047"/>
                </a:solidFill>
              </a:defRPr>
            </a:lvl1pPr>
            <a:lvl2pPr>
              <a:defRPr sz="1725" b="0">
                <a:solidFill>
                  <a:srgbClr val="153047"/>
                </a:solidFill>
              </a:defRPr>
            </a:lvl2pPr>
            <a:lvl3pPr>
              <a:defRPr sz="1725" b="0">
                <a:solidFill>
                  <a:srgbClr val="153047"/>
                </a:solidFill>
              </a:defRPr>
            </a:lvl3pPr>
            <a:lvl4pPr>
              <a:defRPr sz="1725" b="0">
                <a:solidFill>
                  <a:srgbClr val="153047"/>
                </a:solidFill>
              </a:defRPr>
            </a:lvl4pPr>
            <a:lvl5pPr>
              <a:defRPr sz="1725" b="0">
                <a:solidFill>
                  <a:srgbClr val="153047"/>
                </a:solidFill>
              </a:defRPr>
            </a:lvl5pPr>
            <a:lvl6pPr>
              <a:defRPr sz="1725" b="0">
                <a:solidFill>
                  <a:srgbClr val="153047"/>
                </a:solidFill>
              </a:defRPr>
            </a:lvl6pPr>
            <a:lvl7pPr>
              <a:defRPr sz="1725" b="0">
                <a:solidFill>
                  <a:srgbClr val="153047"/>
                </a:solidFill>
              </a:defRPr>
            </a:lvl7pPr>
            <a:lvl8pPr>
              <a:defRPr sz="1725" b="0">
                <a:solidFill>
                  <a:srgbClr val="153047"/>
                </a:solidFill>
              </a:defRPr>
            </a:lvl8pPr>
            <a:lvl9pPr>
              <a:defRPr sz="1725" b="0">
                <a:solidFill>
                  <a:srgbClr val="153047"/>
                </a:solidFill>
              </a:defRPr>
            </a:lvl9pPr>
          </a:lstStyle>
          <a:p xmlns:a="http://schemas.openxmlformats.org/drawingml/2006/main">
            <a:pPr>
              <a:buNone/>
              <a:defRPr sz="1725" b="0">
                <a:solidFill>
                  <a:srgbClr val="153047"/>
                </a:solidFill>
              </a:defRPr>
            </a:pPr>
            <a:r>
              <a:rPr sz="1725" b="0">
                <a:solidFill>
                  <a:srgbClr val="153047"/>
                </a:solidFill>
              </a:rPr>
              <a:t>Crossref supplies metadata; the system does not read every candidate paper returned by search.</a:t>
            </a:r>
          </a:p>
        </p:txBody>
      </p:sp>
      <p:sp>
        <p:nvSpPr>
          <p:cNvPr id="11" name="">
            <a:extLst xmlns:a="http://schemas.openxmlformats.org/drawingml/2006/main">
              <a:ext uri="{FF2B5EF4-FFF2-40B4-BE49-F238E27FC236}">
                <a16:creationId xmlns:a16="http://schemas.microsoft.com/office/drawing/2014/main" id="{DDA0D34D-C20F-4FC6-AC6D-EEEA992A34DC}"/>
              </a:ext>
            </a:extLst>
          </p:cNvPr>
          <p:cNvSpPr>
            <a:spLocks xmlns:a="http://schemas.openxmlformats.org/drawingml/2006/main" noGrp="1"/>
          </p:cNvSpPr>
          <p:nvPr/>
        </p:nvSpPr>
        <p:spPr>
          <a:xfrm xmlns:a="http://schemas.openxmlformats.org/drawingml/2006/main">
            <a:off x="704850" y="390525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07E78"/>
                </a:solidFill>
              </a:defRPr>
            </a:defPPr>
            <a:lvl1pPr>
              <a:defRPr sz="1725" b="1">
                <a:solidFill>
                  <a:srgbClr val="007E78"/>
                </a:solidFill>
              </a:defRPr>
            </a:lvl1pPr>
            <a:lvl2pPr>
              <a:defRPr sz="1725" b="1">
                <a:solidFill>
                  <a:srgbClr val="007E78"/>
                </a:solidFill>
              </a:defRPr>
            </a:lvl2pPr>
            <a:lvl3pPr>
              <a:defRPr sz="1725" b="1">
                <a:solidFill>
                  <a:srgbClr val="007E78"/>
                </a:solidFill>
              </a:defRPr>
            </a:lvl3pPr>
            <a:lvl4pPr>
              <a:defRPr sz="1725" b="1">
                <a:solidFill>
                  <a:srgbClr val="007E78"/>
                </a:solidFill>
              </a:defRPr>
            </a:lvl4pPr>
            <a:lvl5pPr>
              <a:defRPr sz="1725" b="1">
                <a:solidFill>
                  <a:srgbClr val="007E78"/>
                </a:solidFill>
              </a:defRPr>
            </a:lvl5pPr>
            <a:lvl6pPr>
              <a:defRPr sz="1725" b="1">
                <a:solidFill>
                  <a:srgbClr val="007E78"/>
                </a:solidFill>
              </a:defRPr>
            </a:lvl6pPr>
            <a:lvl7pPr>
              <a:defRPr sz="1725" b="1">
                <a:solidFill>
                  <a:srgbClr val="007E78"/>
                </a:solidFill>
              </a:defRPr>
            </a:lvl7pPr>
            <a:lvl8pPr>
              <a:defRPr sz="1725" b="1">
                <a:solidFill>
                  <a:srgbClr val="007E78"/>
                </a:solidFill>
              </a:defRPr>
            </a:lvl8pPr>
            <a:lvl9pPr>
              <a:defRPr sz="1725" b="1">
                <a:solidFill>
                  <a:srgbClr val="007E78"/>
                </a:solidFill>
              </a:defRPr>
            </a:lvl9pPr>
          </a:lstStyle>
          <a:p xmlns:a="http://schemas.openxmlformats.org/drawingml/2006/main">
            <a:pPr>
              <a:buNone/>
              <a:defRPr sz="1725" b="1">
                <a:solidFill>
                  <a:srgbClr val="007E78"/>
                </a:solidFill>
              </a:defRPr>
            </a:pPr>
            <a:r>
              <a:rPr sz="1725" b="1">
                <a:solidFill>
                  <a:srgbClr val="007E78"/>
                </a:solidFill>
              </a:rPr>
              <a:t>Availability</a:t>
            </a:r>
          </a:p>
        </p:txBody>
      </p:sp>
      <p:sp>
        <p:nvSpPr>
          <p:cNvPr id="12" name="">
            <a:extLst xmlns:a="http://schemas.openxmlformats.org/drawingml/2006/main">
              <a:ext uri="{FF2B5EF4-FFF2-40B4-BE49-F238E27FC236}">
                <a16:creationId xmlns:a16="http://schemas.microsoft.com/office/drawing/2014/main" id="{1DBDF1C3-9819-4764-8158-00A0F88E663A}"/>
              </a:ext>
            </a:extLst>
          </p:cNvPr>
          <p:cNvSpPr>
            <a:spLocks xmlns:a="http://schemas.openxmlformats.org/drawingml/2006/main" noGrp="1"/>
          </p:cNvSpPr>
          <p:nvPr/>
        </p:nvSpPr>
        <p:spPr>
          <a:xfrm xmlns:a="http://schemas.openxmlformats.org/drawingml/2006/main">
            <a:off x="3352800" y="3905250"/>
            <a:ext cx="7924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153047"/>
                </a:solidFill>
              </a:defRPr>
            </a:defPPr>
            <a:lvl1pPr>
              <a:defRPr sz="1725" b="0">
                <a:solidFill>
                  <a:srgbClr val="153047"/>
                </a:solidFill>
              </a:defRPr>
            </a:lvl1pPr>
            <a:lvl2pPr>
              <a:defRPr sz="1725" b="0">
                <a:solidFill>
                  <a:srgbClr val="153047"/>
                </a:solidFill>
              </a:defRPr>
            </a:lvl2pPr>
            <a:lvl3pPr>
              <a:defRPr sz="1725" b="0">
                <a:solidFill>
                  <a:srgbClr val="153047"/>
                </a:solidFill>
              </a:defRPr>
            </a:lvl3pPr>
            <a:lvl4pPr>
              <a:defRPr sz="1725" b="0">
                <a:solidFill>
                  <a:srgbClr val="153047"/>
                </a:solidFill>
              </a:defRPr>
            </a:lvl4pPr>
            <a:lvl5pPr>
              <a:defRPr sz="1725" b="0">
                <a:solidFill>
                  <a:srgbClr val="153047"/>
                </a:solidFill>
              </a:defRPr>
            </a:lvl5pPr>
            <a:lvl6pPr>
              <a:defRPr sz="1725" b="0">
                <a:solidFill>
                  <a:srgbClr val="153047"/>
                </a:solidFill>
              </a:defRPr>
            </a:lvl6pPr>
            <a:lvl7pPr>
              <a:defRPr sz="1725" b="0">
                <a:solidFill>
                  <a:srgbClr val="153047"/>
                </a:solidFill>
              </a:defRPr>
            </a:lvl7pPr>
            <a:lvl8pPr>
              <a:defRPr sz="1725" b="0">
                <a:solidFill>
                  <a:srgbClr val="153047"/>
                </a:solidFill>
              </a:defRPr>
            </a:lvl8pPr>
            <a:lvl9pPr>
              <a:defRPr sz="1725" b="0">
                <a:solidFill>
                  <a:srgbClr val="153047"/>
                </a:solidFill>
              </a:defRPr>
            </a:lvl9pPr>
          </a:lstStyle>
          <a:p xmlns:a="http://schemas.openxmlformats.org/drawingml/2006/main">
            <a:pPr>
              <a:buNone/>
              <a:defRPr sz="1725" b="0">
                <a:solidFill>
                  <a:srgbClr val="153047"/>
                </a:solidFill>
              </a:defRPr>
            </a:pPr>
            <a:r>
              <a:rPr sz="1725" b="0">
                <a:solidFill>
                  <a:srgbClr val="153047"/>
                </a:solidFill>
              </a:rPr>
              <a:t>A local server and hosted model quota must be available for an AI-mode live demo.</a:t>
            </a:r>
          </a:p>
        </p:txBody>
      </p:sp>
      <p:sp>
        <p:nvSpPr>
          <p:cNvPr id="13" name="">
            <a:extLst xmlns:a="http://schemas.openxmlformats.org/drawingml/2006/main">
              <a:ext uri="{FF2B5EF4-FFF2-40B4-BE49-F238E27FC236}">
                <a16:creationId xmlns:a16="http://schemas.microsoft.com/office/drawing/2014/main" id="{E1E85815-9085-4154-801F-76C879C9081C}"/>
              </a:ext>
            </a:extLst>
          </p:cNvPr>
          <p:cNvSpPr>
            <a:spLocks xmlns:a="http://schemas.openxmlformats.org/drawingml/2006/main" noGrp="1"/>
          </p:cNvSpPr>
          <p:nvPr/>
        </p:nvSpPr>
        <p:spPr>
          <a:xfrm xmlns:a="http://schemas.openxmlformats.org/drawingml/2006/main">
            <a:off x="704850" y="495300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07E78"/>
                </a:solidFill>
              </a:defRPr>
            </a:defPPr>
            <a:lvl1pPr>
              <a:defRPr sz="1725" b="1">
                <a:solidFill>
                  <a:srgbClr val="007E78"/>
                </a:solidFill>
              </a:defRPr>
            </a:lvl1pPr>
            <a:lvl2pPr>
              <a:defRPr sz="1725" b="1">
                <a:solidFill>
                  <a:srgbClr val="007E78"/>
                </a:solidFill>
              </a:defRPr>
            </a:lvl2pPr>
            <a:lvl3pPr>
              <a:defRPr sz="1725" b="1">
                <a:solidFill>
                  <a:srgbClr val="007E78"/>
                </a:solidFill>
              </a:defRPr>
            </a:lvl3pPr>
            <a:lvl4pPr>
              <a:defRPr sz="1725" b="1">
                <a:solidFill>
                  <a:srgbClr val="007E78"/>
                </a:solidFill>
              </a:defRPr>
            </a:lvl4pPr>
            <a:lvl5pPr>
              <a:defRPr sz="1725" b="1">
                <a:solidFill>
                  <a:srgbClr val="007E78"/>
                </a:solidFill>
              </a:defRPr>
            </a:lvl5pPr>
            <a:lvl6pPr>
              <a:defRPr sz="1725" b="1">
                <a:solidFill>
                  <a:srgbClr val="007E78"/>
                </a:solidFill>
              </a:defRPr>
            </a:lvl6pPr>
            <a:lvl7pPr>
              <a:defRPr sz="1725" b="1">
                <a:solidFill>
                  <a:srgbClr val="007E78"/>
                </a:solidFill>
              </a:defRPr>
            </a:lvl7pPr>
            <a:lvl8pPr>
              <a:defRPr sz="1725" b="1">
                <a:solidFill>
                  <a:srgbClr val="007E78"/>
                </a:solidFill>
              </a:defRPr>
            </a:lvl8pPr>
            <a:lvl9pPr>
              <a:defRPr sz="1725" b="1">
                <a:solidFill>
                  <a:srgbClr val="007E78"/>
                </a:solidFill>
              </a:defRPr>
            </a:lvl9pPr>
          </a:lstStyle>
          <a:p xmlns:a="http://schemas.openxmlformats.org/drawingml/2006/main">
            <a:pPr>
              <a:buNone/>
              <a:defRPr sz="1725" b="1">
                <a:solidFill>
                  <a:srgbClr val="007E78"/>
                </a:solidFill>
              </a:defRPr>
            </a:pPr>
            <a:r>
              <a:rPr sz="1725" b="1">
                <a:solidFill>
                  <a:srgbClr val="007E78"/>
                </a:solidFill>
              </a:rPr>
              <a:t>Evaluation</a:t>
            </a:r>
          </a:p>
        </p:txBody>
      </p:sp>
      <p:sp>
        <p:nvSpPr>
          <p:cNvPr id="14" name="">
            <a:extLst xmlns:a="http://schemas.openxmlformats.org/drawingml/2006/main">
              <a:ext uri="{FF2B5EF4-FFF2-40B4-BE49-F238E27FC236}">
                <a16:creationId xmlns:a16="http://schemas.microsoft.com/office/drawing/2014/main" id="{4E6574A0-5C07-4B7F-BDC6-5C31D20D5E04}"/>
              </a:ext>
            </a:extLst>
          </p:cNvPr>
          <p:cNvSpPr>
            <a:spLocks xmlns:a="http://schemas.openxmlformats.org/drawingml/2006/main" noGrp="1"/>
          </p:cNvSpPr>
          <p:nvPr/>
        </p:nvSpPr>
        <p:spPr>
          <a:xfrm xmlns:a="http://schemas.openxmlformats.org/drawingml/2006/main">
            <a:off x="3352800" y="4953000"/>
            <a:ext cx="7924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153047"/>
                </a:solidFill>
              </a:defRPr>
            </a:defPPr>
            <a:lvl1pPr>
              <a:defRPr sz="1725" b="0">
                <a:solidFill>
                  <a:srgbClr val="153047"/>
                </a:solidFill>
              </a:defRPr>
            </a:lvl1pPr>
            <a:lvl2pPr>
              <a:defRPr sz="1725" b="0">
                <a:solidFill>
                  <a:srgbClr val="153047"/>
                </a:solidFill>
              </a:defRPr>
            </a:lvl2pPr>
            <a:lvl3pPr>
              <a:defRPr sz="1725" b="0">
                <a:solidFill>
                  <a:srgbClr val="153047"/>
                </a:solidFill>
              </a:defRPr>
            </a:lvl3pPr>
            <a:lvl4pPr>
              <a:defRPr sz="1725" b="0">
                <a:solidFill>
                  <a:srgbClr val="153047"/>
                </a:solidFill>
              </a:defRPr>
            </a:lvl4pPr>
            <a:lvl5pPr>
              <a:defRPr sz="1725" b="0">
                <a:solidFill>
                  <a:srgbClr val="153047"/>
                </a:solidFill>
              </a:defRPr>
            </a:lvl5pPr>
            <a:lvl6pPr>
              <a:defRPr sz="1725" b="0">
                <a:solidFill>
                  <a:srgbClr val="153047"/>
                </a:solidFill>
              </a:defRPr>
            </a:lvl6pPr>
            <a:lvl7pPr>
              <a:defRPr sz="1725" b="0">
                <a:solidFill>
                  <a:srgbClr val="153047"/>
                </a:solidFill>
              </a:defRPr>
            </a:lvl7pPr>
            <a:lvl8pPr>
              <a:defRPr sz="1725" b="0">
                <a:solidFill>
                  <a:srgbClr val="153047"/>
                </a:solidFill>
              </a:defRPr>
            </a:lvl8pPr>
            <a:lvl9pPr>
              <a:defRPr sz="1725" b="0">
                <a:solidFill>
                  <a:srgbClr val="153047"/>
                </a:solidFill>
              </a:defRPr>
            </a:lvl9pPr>
          </a:lstStyle>
          <a:p xmlns:a="http://schemas.openxmlformats.org/drawingml/2006/main">
            <a:pPr>
              <a:buNone/>
              <a:defRPr sz="1725" b="0">
                <a:solidFill>
                  <a:srgbClr val="153047"/>
                </a:solidFill>
              </a:defRPr>
            </a:pPr>
            <a:r>
              <a:rPr sz="1725" b="0">
                <a:solidFill>
                  <a:srgbClr val="153047"/>
                </a:solidFill>
              </a:rPr>
              <a:t>A larger human-scored study is still needed for claim accuracy, diagram interpretation, recovery, cost, and latency.</a:t>
            </a:r>
          </a:p>
        </p:txBody>
      </p:sp>
    </p:spTree>
    <p:extLst>
      <p:ext uri="{BB962C8B-B14F-4D97-AF65-F5344CB8AC3E}">
        <p14:creationId xmlns:p14="http://schemas.microsoft.com/office/powerpoint/2010/main" val="1185183269"/>
      </p:ext>
    </p:extLst>
  </p:cSld>
</p:sld>
</file>

<file path=ppt/slides/slide37.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BEF0225C-0710-4935-A9AC-FD1B300875C7}"/>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E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FB1450D-399B-4751-934D-62374052E1B8}"/>
              </a:ext>
            </a:extLst>
          </p:cNvPr>
          <p:cNvSpPr>
            <a:spLocks xmlns:a="http://schemas.openxmlformats.org/drawingml/2006/main" noGrp="1"/>
          </p:cNvSpPr>
          <p:nvPr/>
        </p:nvSpPr>
        <p:spPr>
          <a:xfrm xmlns:a="http://schemas.openxmlformats.org/drawingml/2006/main">
            <a:off x="609600" y="323850"/>
            <a:ext cx="1009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07E78"/>
                </a:solidFill>
              </a:defRPr>
            </a:defPPr>
            <a:lvl1pPr>
              <a:defRPr sz="1125" b="1">
                <a:solidFill>
                  <a:srgbClr val="007E78"/>
                </a:solidFill>
              </a:defRPr>
            </a:lvl1pPr>
            <a:lvl2pPr>
              <a:defRPr sz="1125" b="1">
                <a:solidFill>
                  <a:srgbClr val="007E78"/>
                </a:solidFill>
              </a:defRPr>
            </a:lvl2pPr>
            <a:lvl3pPr>
              <a:defRPr sz="1125" b="1">
                <a:solidFill>
                  <a:srgbClr val="007E78"/>
                </a:solidFill>
              </a:defRPr>
            </a:lvl3pPr>
            <a:lvl4pPr>
              <a:defRPr sz="1125" b="1">
                <a:solidFill>
                  <a:srgbClr val="007E78"/>
                </a:solidFill>
              </a:defRPr>
            </a:lvl4pPr>
            <a:lvl5pPr>
              <a:defRPr sz="1125" b="1">
                <a:solidFill>
                  <a:srgbClr val="007E78"/>
                </a:solidFill>
              </a:defRPr>
            </a:lvl5pPr>
            <a:lvl6pPr>
              <a:defRPr sz="1125" b="1">
                <a:solidFill>
                  <a:srgbClr val="007E78"/>
                </a:solidFill>
              </a:defRPr>
            </a:lvl6pPr>
            <a:lvl7pPr>
              <a:defRPr sz="1125" b="1">
                <a:solidFill>
                  <a:srgbClr val="007E78"/>
                </a:solidFill>
              </a:defRPr>
            </a:lvl7pPr>
            <a:lvl8pPr>
              <a:defRPr sz="1125" b="1">
                <a:solidFill>
                  <a:srgbClr val="007E78"/>
                </a:solidFill>
              </a:defRPr>
            </a:lvl8pPr>
            <a:lvl9pPr>
              <a:defRPr sz="1125" b="1">
                <a:solidFill>
                  <a:srgbClr val="007E78"/>
                </a:solidFill>
              </a:defRPr>
            </a:lvl9pPr>
          </a:lstStyle>
          <a:p xmlns:a="http://schemas.openxmlformats.org/drawingml/2006/main">
            <a:pPr>
              <a:buNone/>
              <a:defRPr sz="1125" b="1">
                <a:solidFill>
                  <a:srgbClr val="007E78"/>
                </a:solidFill>
              </a:defRPr>
            </a:pPr>
            <a:r>
              <a:rPr sz="1125" b="1">
                <a:solidFill>
                  <a:srgbClr val="007E78"/>
                </a:solidFill>
              </a:rPr>
              <a:t>36  CODE-LEVEL ANSWERS</a:t>
            </a:r>
          </a:p>
        </p:txBody>
      </p:sp>
      <p:sp>
        <p:nvSpPr>
          <p:cNvPr id="3" name="">
            <a:extLst xmlns:a="http://schemas.openxmlformats.org/drawingml/2006/main">
              <a:ext uri="{FF2B5EF4-FFF2-40B4-BE49-F238E27FC236}">
                <a16:creationId xmlns:a16="http://schemas.microsoft.com/office/drawing/2014/main" id="{CDAAF7AE-9533-4DB0-BB3E-8FBA3C249672}"/>
              </a:ext>
            </a:extLst>
          </p:cNvPr>
          <p:cNvSpPr>
            <a:spLocks xmlns:a="http://schemas.openxmlformats.org/drawingml/2006/main" noGrp="1"/>
          </p:cNvSpPr>
          <p:nvPr/>
        </p:nvSpPr>
        <p:spPr>
          <a:xfrm xmlns:a="http://schemas.openxmlformats.org/drawingml/2006/main">
            <a:off x="609600" y="685800"/>
            <a:ext cx="10858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10243A"/>
                </a:solidFill>
              </a:defRPr>
            </a:defPPr>
            <a:lvl1pPr>
              <a:defRPr sz="2850" b="1">
                <a:solidFill>
                  <a:srgbClr val="10243A"/>
                </a:solidFill>
              </a:defRPr>
            </a:lvl1pPr>
            <a:lvl2pPr>
              <a:defRPr sz="2850" b="1">
                <a:solidFill>
                  <a:srgbClr val="10243A"/>
                </a:solidFill>
              </a:defRPr>
            </a:lvl2pPr>
            <a:lvl3pPr>
              <a:defRPr sz="2850" b="1">
                <a:solidFill>
                  <a:srgbClr val="10243A"/>
                </a:solidFill>
              </a:defRPr>
            </a:lvl3pPr>
            <a:lvl4pPr>
              <a:defRPr sz="2850" b="1">
                <a:solidFill>
                  <a:srgbClr val="10243A"/>
                </a:solidFill>
              </a:defRPr>
            </a:lvl4pPr>
            <a:lvl5pPr>
              <a:defRPr sz="2850" b="1">
                <a:solidFill>
                  <a:srgbClr val="10243A"/>
                </a:solidFill>
              </a:defRPr>
            </a:lvl5pPr>
            <a:lvl6pPr>
              <a:defRPr sz="2850" b="1">
                <a:solidFill>
                  <a:srgbClr val="10243A"/>
                </a:solidFill>
              </a:defRPr>
            </a:lvl6pPr>
            <a:lvl7pPr>
              <a:defRPr sz="2850" b="1">
                <a:solidFill>
                  <a:srgbClr val="10243A"/>
                </a:solidFill>
              </a:defRPr>
            </a:lvl7pPr>
            <a:lvl8pPr>
              <a:defRPr sz="2850" b="1">
                <a:solidFill>
                  <a:srgbClr val="10243A"/>
                </a:solidFill>
              </a:defRPr>
            </a:lvl8pPr>
            <a:lvl9pPr>
              <a:defRPr sz="2850" b="1">
                <a:solidFill>
                  <a:srgbClr val="10243A"/>
                </a:solidFill>
              </a:defRPr>
            </a:lvl9pPr>
          </a:lstStyle>
          <a:p xmlns:a="http://schemas.openxmlformats.org/drawingml/2006/main">
            <a:pPr>
              <a:buNone/>
              <a:defRPr sz="2850" b="1">
                <a:solidFill>
                  <a:srgbClr val="10243A"/>
                </a:solidFill>
              </a:defRPr>
            </a:pPr>
            <a:r>
              <a:rPr sz="2850" b="1">
                <a:solidFill>
                  <a:srgbClr val="10243A"/>
                </a:solidFill>
              </a:rPr>
              <a:t>Viva: implementation questions</a:t>
            </a:r>
          </a:p>
        </p:txBody>
      </p:sp>
      <p:sp>
        <p:nvSpPr>
          <p:cNvPr id="4" name="">
            <a:extLst xmlns:a="http://schemas.openxmlformats.org/drawingml/2006/main">
              <a:ext uri="{FF2B5EF4-FFF2-40B4-BE49-F238E27FC236}">
                <a16:creationId xmlns:a16="http://schemas.microsoft.com/office/drawing/2014/main" id="{D074A014-6AB4-4CE7-9146-045C5B4A1760}"/>
              </a:ext>
            </a:extLst>
          </p:cNvPr>
          <p:cNvSpPr>
            <a:spLocks xmlns:a="http://schemas.openxmlformats.org/drawingml/2006/main" noGrp="1"/>
          </p:cNvSpPr>
          <p:nvPr/>
        </p:nvSpPr>
        <p:spPr>
          <a:xfrm xmlns:a="http://schemas.openxmlformats.org/drawingml/2006/main">
            <a:off x="609600" y="6324600"/>
            <a:ext cx="10972800" cy="9525"/>
          </a:xfrm>
          <a:prstGeom xmlns:a="http://schemas.openxmlformats.org/drawingml/2006/main" prst="rect">
            <a:avLst/>
          </a:prstGeom>
          <a:solidFill xmlns:a="http://schemas.openxmlformats.org/drawingml/2006/main">
            <a:srgbClr val="D7E3E9"/>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B826448-6F09-4EBB-885D-B771735CAAE0}"/>
              </a:ext>
            </a:extLst>
          </p:cNvPr>
          <p:cNvSpPr>
            <a:spLocks xmlns:a="http://schemas.openxmlformats.org/drawingml/2006/main" noGrp="1"/>
          </p:cNvSpPr>
          <p:nvPr/>
        </p:nvSpPr>
        <p:spPr>
          <a:xfrm xmlns:a="http://schemas.openxmlformats.org/drawingml/2006/main">
            <a:off x="609600" y="6429375"/>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AgentFlow  |  Final Review</a:t>
            </a:r>
          </a:p>
        </p:txBody>
      </p:sp>
      <p:sp>
        <p:nvSpPr>
          <p:cNvPr id="6" name="">
            <a:extLst xmlns:a="http://schemas.openxmlformats.org/drawingml/2006/main">
              <a:ext uri="{FF2B5EF4-FFF2-40B4-BE49-F238E27FC236}">
                <a16:creationId xmlns:a16="http://schemas.microsoft.com/office/drawing/2014/main" id="{799E5669-705D-4C88-9B9E-5831B1A2D5DB}"/>
              </a:ext>
            </a:extLst>
          </p:cNvPr>
          <p:cNvSpPr>
            <a:spLocks xmlns:a="http://schemas.openxmlformats.org/drawingml/2006/main" noGrp="1"/>
          </p:cNvSpPr>
          <p:nvPr/>
        </p:nvSpPr>
        <p:spPr>
          <a:xfrm xmlns:a="http://schemas.openxmlformats.org/drawingml/2006/main">
            <a:off x="11029950" y="642937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37</a:t>
            </a:r>
          </a:p>
        </p:txBody>
      </p:sp>
      <p:sp>
        <p:nvSpPr>
          <p:cNvPr id="7" name="">
            <a:extLst xmlns:a="http://schemas.openxmlformats.org/drawingml/2006/main">
              <a:ext uri="{FF2B5EF4-FFF2-40B4-BE49-F238E27FC236}">
                <a16:creationId xmlns:a16="http://schemas.microsoft.com/office/drawing/2014/main" id="{9F336128-62F6-4626-80BC-8B4EB0F1347B}"/>
              </a:ext>
            </a:extLst>
          </p:cNvPr>
          <p:cNvSpPr>
            <a:spLocks xmlns:a="http://schemas.openxmlformats.org/drawingml/2006/main" noGrp="1"/>
          </p:cNvSpPr>
          <p:nvPr/>
        </p:nvSpPr>
        <p:spPr>
          <a:xfrm xmlns:a="http://schemas.openxmlformats.org/drawingml/2006/main">
            <a:off x="704850" y="180975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07E78"/>
                </a:solidFill>
              </a:defRPr>
            </a:defPPr>
            <a:lvl1pPr>
              <a:defRPr sz="1725" b="1">
                <a:solidFill>
                  <a:srgbClr val="007E78"/>
                </a:solidFill>
              </a:defRPr>
            </a:lvl1pPr>
            <a:lvl2pPr>
              <a:defRPr sz="1725" b="1">
                <a:solidFill>
                  <a:srgbClr val="007E78"/>
                </a:solidFill>
              </a:defRPr>
            </a:lvl2pPr>
            <a:lvl3pPr>
              <a:defRPr sz="1725" b="1">
                <a:solidFill>
                  <a:srgbClr val="007E78"/>
                </a:solidFill>
              </a:defRPr>
            </a:lvl3pPr>
            <a:lvl4pPr>
              <a:defRPr sz="1725" b="1">
                <a:solidFill>
                  <a:srgbClr val="007E78"/>
                </a:solidFill>
              </a:defRPr>
            </a:lvl4pPr>
            <a:lvl5pPr>
              <a:defRPr sz="1725" b="1">
                <a:solidFill>
                  <a:srgbClr val="007E78"/>
                </a:solidFill>
              </a:defRPr>
            </a:lvl5pPr>
            <a:lvl6pPr>
              <a:defRPr sz="1725" b="1">
                <a:solidFill>
                  <a:srgbClr val="007E78"/>
                </a:solidFill>
              </a:defRPr>
            </a:lvl6pPr>
            <a:lvl7pPr>
              <a:defRPr sz="1725" b="1">
                <a:solidFill>
                  <a:srgbClr val="007E78"/>
                </a:solidFill>
              </a:defRPr>
            </a:lvl7pPr>
            <a:lvl8pPr>
              <a:defRPr sz="1725" b="1">
                <a:solidFill>
                  <a:srgbClr val="007E78"/>
                </a:solidFill>
              </a:defRPr>
            </a:lvl8pPr>
            <a:lvl9pPr>
              <a:defRPr sz="1725" b="1">
                <a:solidFill>
                  <a:srgbClr val="007E78"/>
                </a:solidFill>
              </a:defRPr>
            </a:lvl9pPr>
          </a:lstStyle>
          <a:p xmlns:a="http://schemas.openxmlformats.org/drawingml/2006/main">
            <a:pPr>
              <a:buNone/>
              <a:defRPr sz="1725" b="1">
                <a:solidFill>
                  <a:srgbClr val="007E78"/>
                </a:solidFill>
              </a:defRPr>
            </a:pPr>
            <a:r>
              <a:rPr sz="1725" b="1">
                <a:solidFill>
                  <a:srgbClr val="007E78"/>
                </a:solidFill>
              </a:rPr>
              <a:t>Where is the controller?</a:t>
            </a:r>
          </a:p>
        </p:txBody>
      </p:sp>
      <p:sp>
        <p:nvSpPr>
          <p:cNvPr id="8" name="">
            <a:extLst xmlns:a="http://schemas.openxmlformats.org/drawingml/2006/main">
              <a:ext uri="{FF2B5EF4-FFF2-40B4-BE49-F238E27FC236}">
                <a16:creationId xmlns:a16="http://schemas.microsoft.com/office/drawing/2014/main" id="{D599D539-1492-491F-8FE7-13A18C47BAED}"/>
              </a:ext>
            </a:extLst>
          </p:cNvPr>
          <p:cNvSpPr>
            <a:spLocks xmlns:a="http://schemas.openxmlformats.org/drawingml/2006/main" noGrp="1"/>
          </p:cNvSpPr>
          <p:nvPr/>
        </p:nvSpPr>
        <p:spPr>
          <a:xfrm xmlns:a="http://schemas.openxmlformats.org/drawingml/2006/main">
            <a:off x="3352800" y="1809750"/>
            <a:ext cx="7924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153047"/>
                </a:solidFill>
              </a:defRPr>
            </a:defPPr>
            <a:lvl1pPr>
              <a:defRPr sz="1725" b="0">
                <a:solidFill>
                  <a:srgbClr val="153047"/>
                </a:solidFill>
              </a:defRPr>
            </a:lvl1pPr>
            <a:lvl2pPr>
              <a:defRPr sz="1725" b="0">
                <a:solidFill>
                  <a:srgbClr val="153047"/>
                </a:solidFill>
              </a:defRPr>
            </a:lvl2pPr>
            <a:lvl3pPr>
              <a:defRPr sz="1725" b="0">
                <a:solidFill>
                  <a:srgbClr val="153047"/>
                </a:solidFill>
              </a:defRPr>
            </a:lvl3pPr>
            <a:lvl4pPr>
              <a:defRPr sz="1725" b="0">
                <a:solidFill>
                  <a:srgbClr val="153047"/>
                </a:solidFill>
              </a:defRPr>
            </a:lvl4pPr>
            <a:lvl5pPr>
              <a:defRPr sz="1725" b="0">
                <a:solidFill>
                  <a:srgbClr val="153047"/>
                </a:solidFill>
              </a:defRPr>
            </a:lvl5pPr>
            <a:lvl6pPr>
              <a:defRPr sz="1725" b="0">
                <a:solidFill>
                  <a:srgbClr val="153047"/>
                </a:solidFill>
              </a:defRPr>
            </a:lvl6pPr>
            <a:lvl7pPr>
              <a:defRPr sz="1725" b="0">
                <a:solidFill>
                  <a:srgbClr val="153047"/>
                </a:solidFill>
              </a:defRPr>
            </a:lvl7pPr>
            <a:lvl8pPr>
              <a:defRPr sz="1725" b="0">
                <a:solidFill>
                  <a:srgbClr val="153047"/>
                </a:solidFill>
              </a:defRPr>
            </a:lvl8pPr>
            <a:lvl9pPr>
              <a:defRPr sz="1725" b="0">
                <a:solidFill>
                  <a:srgbClr val="153047"/>
                </a:solidFill>
              </a:defRPr>
            </a:lvl9pPr>
          </a:lstStyle>
          <a:p xmlns:a="http://schemas.openxmlformats.org/drawingml/2006/main">
            <a:pPr>
              <a:buNone/>
              <a:defRPr sz="1725" b="0">
                <a:solidFill>
                  <a:srgbClr val="153047"/>
                </a:solidFill>
              </a:defRPr>
            </a:pPr>
            <a:r>
              <a:rPr sz="1725" b="0">
                <a:solidFill>
                  <a:srgbClr val="153047"/>
                </a:solidFill>
              </a:rPr>
              <a:t>workflow.py builds a LangGraph with one scheduling and execution node that loops.</a:t>
            </a:r>
          </a:p>
        </p:txBody>
      </p:sp>
      <p:sp>
        <p:nvSpPr>
          <p:cNvPr id="9" name="">
            <a:extLst xmlns:a="http://schemas.openxmlformats.org/drawingml/2006/main">
              <a:ext uri="{FF2B5EF4-FFF2-40B4-BE49-F238E27FC236}">
                <a16:creationId xmlns:a16="http://schemas.microsoft.com/office/drawing/2014/main" id="{5313874B-61FC-4196-A635-3C600A946EEA}"/>
              </a:ext>
            </a:extLst>
          </p:cNvPr>
          <p:cNvSpPr>
            <a:spLocks xmlns:a="http://schemas.openxmlformats.org/drawingml/2006/main" noGrp="1"/>
          </p:cNvSpPr>
          <p:nvPr/>
        </p:nvSpPr>
        <p:spPr>
          <a:xfrm xmlns:a="http://schemas.openxmlformats.org/drawingml/2006/main">
            <a:off x="704850" y="285750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07E78"/>
                </a:solidFill>
              </a:defRPr>
            </a:defPPr>
            <a:lvl1pPr>
              <a:defRPr sz="1725" b="1">
                <a:solidFill>
                  <a:srgbClr val="007E78"/>
                </a:solidFill>
              </a:defRPr>
            </a:lvl1pPr>
            <a:lvl2pPr>
              <a:defRPr sz="1725" b="1">
                <a:solidFill>
                  <a:srgbClr val="007E78"/>
                </a:solidFill>
              </a:defRPr>
            </a:lvl2pPr>
            <a:lvl3pPr>
              <a:defRPr sz="1725" b="1">
                <a:solidFill>
                  <a:srgbClr val="007E78"/>
                </a:solidFill>
              </a:defRPr>
            </a:lvl3pPr>
            <a:lvl4pPr>
              <a:defRPr sz="1725" b="1">
                <a:solidFill>
                  <a:srgbClr val="007E78"/>
                </a:solidFill>
              </a:defRPr>
            </a:lvl4pPr>
            <a:lvl5pPr>
              <a:defRPr sz="1725" b="1">
                <a:solidFill>
                  <a:srgbClr val="007E78"/>
                </a:solidFill>
              </a:defRPr>
            </a:lvl5pPr>
            <a:lvl6pPr>
              <a:defRPr sz="1725" b="1">
                <a:solidFill>
                  <a:srgbClr val="007E78"/>
                </a:solidFill>
              </a:defRPr>
            </a:lvl6pPr>
            <a:lvl7pPr>
              <a:defRPr sz="1725" b="1">
                <a:solidFill>
                  <a:srgbClr val="007E78"/>
                </a:solidFill>
              </a:defRPr>
            </a:lvl7pPr>
            <a:lvl8pPr>
              <a:defRPr sz="1725" b="1">
                <a:solidFill>
                  <a:srgbClr val="007E78"/>
                </a:solidFill>
              </a:defRPr>
            </a:lvl8pPr>
            <a:lvl9pPr>
              <a:defRPr sz="1725" b="1">
                <a:solidFill>
                  <a:srgbClr val="007E78"/>
                </a:solidFill>
              </a:defRPr>
            </a:lvl9pPr>
          </a:lstStyle>
          <a:p xmlns:a="http://schemas.openxmlformats.org/drawingml/2006/main">
            <a:pPr>
              <a:buNone/>
              <a:defRPr sz="1725" b="1">
                <a:solidFill>
                  <a:srgbClr val="007E78"/>
                </a:solidFill>
              </a:defRPr>
            </a:pPr>
            <a:r>
              <a:rPr sz="1725" b="1">
                <a:solidFill>
                  <a:srgbClr val="007E78"/>
                </a:solidFill>
              </a:rPr>
              <a:t>Where is the plan checked?</a:t>
            </a:r>
          </a:p>
        </p:txBody>
      </p:sp>
      <p:sp>
        <p:nvSpPr>
          <p:cNvPr id="10" name="">
            <a:extLst xmlns:a="http://schemas.openxmlformats.org/drawingml/2006/main">
              <a:ext uri="{FF2B5EF4-FFF2-40B4-BE49-F238E27FC236}">
                <a16:creationId xmlns:a16="http://schemas.microsoft.com/office/drawing/2014/main" id="{1963551C-F7F1-470F-B98F-8C60B6989F5F}"/>
              </a:ext>
            </a:extLst>
          </p:cNvPr>
          <p:cNvSpPr>
            <a:spLocks xmlns:a="http://schemas.openxmlformats.org/drawingml/2006/main" noGrp="1"/>
          </p:cNvSpPr>
          <p:nvPr/>
        </p:nvSpPr>
        <p:spPr>
          <a:xfrm xmlns:a="http://schemas.openxmlformats.org/drawingml/2006/main">
            <a:off x="3352800" y="2857500"/>
            <a:ext cx="7924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153047"/>
                </a:solidFill>
              </a:defRPr>
            </a:defPPr>
            <a:lvl1pPr>
              <a:defRPr sz="1725" b="0">
                <a:solidFill>
                  <a:srgbClr val="153047"/>
                </a:solidFill>
              </a:defRPr>
            </a:lvl1pPr>
            <a:lvl2pPr>
              <a:defRPr sz="1725" b="0">
                <a:solidFill>
                  <a:srgbClr val="153047"/>
                </a:solidFill>
              </a:defRPr>
            </a:lvl2pPr>
            <a:lvl3pPr>
              <a:defRPr sz="1725" b="0">
                <a:solidFill>
                  <a:srgbClr val="153047"/>
                </a:solidFill>
              </a:defRPr>
            </a:lvl3pPr>
            <a:lvl4pPr>
              <a:defRPr sz="1725" b="0">
                <a:solidFill>
                  <a:srgbClr val="153047"/>
                </a:solidFill>
              </a:defRPr>
            </a:lvl4pPr>
            <a:lvl5pPr>
              <a:defRPr sz="1725" b="0">
                <a:solidFill>
                  <a:srgbClr val="153047"/>
                </a:solidFill>
              </a:defRPr>
            </a:lvl5pPr>
            <a:lvl6pPr>
              <a:defRPr sz="1725" b="0">
                <a:solidFill>
                  <a:srgbClr val="153047"/>
                </a:solidFill>
              </a:defRPr>
            </a:lvl6pPr>
            <a:lvl7pPr>
              <a:defRPr sz="1725" b="0">
                <a:solidFill>
                  <a:srgbClr val="153047"/>
                </a:solidFill>
              </a:defRPr>
            </a:lvl7pPr>
            <a:lvl8pPr>
              <a:defRPr sz="1725" b="0">
                <a:solidFill>
                  <a:srgbClr val="153047"/>
                </a:solidFill>
              </a:defRPr>
            </a:lvl8pPr>
            <a:lvl9pPr>
              <a:defRPr sz="1725" b="0">
                <a:solidFill>
                  <a:srgbClr val="153047"/>
                </a:solidFill>
              </a:defRPr>
            </a:lvl9pPr>
          </a:lstStyle>
          <a:p xmlns:a="http://schemas.openxmlformats.org/drawingml/2006/main">
            <a:pPr>
              <a:buNone/>
              <a:defRPr sz="1725" b="0">
                <a:solidFill>
                  <a:srgbClr val="153047"/>
                </a:solidFill>
              </a:defRPr>
            </a:pPr>
            <a:r>
              <a:rPr sz="1725" b="0">
                <a:solidFill>
                  <a:srgbClr val="153047"/>
                </a:solidFill>
              </a:rPr>
              <a:t>intelligence.py parses TaskSpec / PlanSpec and validates dependencies and permissions.</a:t>
            </a:r>
          </a:p>
        </p:txBody>
      </p:sp>
      <p:sp>
        <p:nvSpPr>
          <p:cNvPr id="11" name="">
            <a:extLst xmlns:a="http://schemas.openxmlformats.org/drawingml/2006/main">
              <a:ext uri="{FF2B5EF4-FFF2-40B4-BE49-F238E27FC236}">
                <a16:creationId xmlns:a16="http://schemas.microsoft.com/office/drawing/2014/main" id="{49C6C64F-426E-4739-BC96-6BCCE8E303BF}"/>
              </a:ext>
            </a:extLst>
          </p:cNvPr>
          <p:cNvSpPr>
            <a:spLocks xmlns:a="http://schemas.openxmlformats.org/drawingml/2006/main" noGrp="1"/>
          </p:cNvSpPr>
          <p:nvPr/>
        </p:nvSpPr>
        <p:spPr>
          <a:xfrm xmlns:a="http://schemas.openxmlformats.org/drawingml/2006/main">
            <a:off x="704850" y="390525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07E78"/>
                </a:solidFill>
              </a:defRPr>
            </a:defPPr>
            <a:lvl1pPr>
              <a:defRPr sz="1725" b="1">
                <a:solidFill>
                  <a:srgbClr val="007E78"/>
                </a:solidFill>
              </a:defRPr>
            </a:lvl1pPr>
            <a:lvl2pPr>
              <a:defRPr sz="1725" b="1">
                <a:solidFill>
                  <a:srgbClr val="007E78"/>
                </a:solidFill>
              </a:defRPr>
            </a:lvl2pPr>
            <a:lvl3pPr>
              <a:defRPr sz="1725" b="1">
                <a:solidFill>
                  <a:srgbClr val="007E78"/>
                </a:solidFill>
              </a:defRPr>
            </a:lvl3pPr>
            <a:lvl4pPr>
              <a:defRPr sz="1725" b="1">
                <a:solidFill>
                  <a:srgbClr val="007E78"/>
                </a:solidFill>
              </a:defRPr>
            </a:lvl4pPr>
            <a:lvl5pPr>
              <a:defRPr sz="1725" b="1">
                <a:solidFill>
                  <a:srgbClr val="007E78"/>
                </a:solidFill>
              </a:defRPr>
            </a:lvl5pPr>
            <a:lvl6pPr>
              <a:defRPr sz="1725" b="1">
                <a:solidFill>
                  <a:srgbClr val="007E78"/>
                </a:solidFill>
              </a:defRPr>
            </a:lvl6pPr>
            <a:lvl7pPr>
              <a:defRPr sz="1725" b="1">
                <a:solidFill>
                  <a:srgbClr val="007E78"/>
                </a:solidFill>
              </a:defRPr>
            </a:lvl7pPr>
            <a:lvl8pPr>
              <a:defRPr sz="1725" b="1">
                <a:solidFill>
                  <a:srgbClr val="007E78"/>
                </a:solidFill>
              </a:defRPr>
            </a:lvl8pPr>
            <a:lvl9pPr>
              <a:defRPr sz="1725" b="1">
                <a:solidFill>
                  <a:srgbClr val="007E78"/>
                </a:solidFill>
              </a:defRPr>
            </a:lvl9pPr>
          </a:lstStyle>
          <a:p xmlns:a="http://schemas.openxmlformats.org/drawingml/2006/main">
            <a:pPr>
              <a:buNone/>
              <a:defRPr sz="1725" b="1">
                <a:solidFill>
                  <a:srgbClr val="007E78"/>
                </a:solidFill>
              </a:defRPr>
            </a:pPr>
            <a:r>
              <a:rPr sz="1725" b="1">
                <a:solidFill>
                  <a:srgbClr val="007E78"/>
                </a:solidFill>
              </a:rPr>
              <a:t>Where are runs saved?</a:t>
            </a:r>
          </a:p>
        </p:txBody>
      </p:sp>
      <p:sp>
        <p:nvSpPr>
          <p:cNvPr id="12" name="">
            <a:extLst xmlns:a="http://schemas.openxmlformats.org/drawingml/2006/main">
              <a:ext uri="{FF2B5EF4-FFF2-40B4-BE49-F238E27FC236}">
                <a16:creationId xmlns:a16="http://schemas.microsoft.com/office/drawing/2014/main" id="{BC9ACD03-703E-4E7B-956A-7D552C700F46}"/>
              </a:ext>
            </a:extLst>
          </p:cNvPr>
          <p:cNvSpPr>
            <a:spLocks xmlns:a="http://schemas.openxmlformats.org/drawingml/2006/main" noGrp="1"/>
          </p:cNvSpPr>
          <p:nvPr/>
        </p:nvSpPr>
        <p:spPr>
          <a:xfrm xmlns:a="http://schemas.openxmlformats.org/drawingml/2006/main">
            <a:off x="3352800" y="3905250"/>
            <a:ext cx="7924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153047"/>
                </a:solidFill>
              </a:defRPr>
            </a:defPPr>
            <a:lvl1pPr>
              <a:defRPr sz="1725" b="0">
                <a:solidFill>
                  <a:srgbClr val="153047"/>
                </a:solidFill>
              </a:defRPr>
            </a:lvl1pPr>
            <a:lvl2pPr>
              <a:defRPr sz="1725" b="0">
                <a:solidFill>
                  <a:srgbClr val="153047"/>
                </a:solidFill>
              </a:defRPr>
            </a:lvl2pPr>
            <a:lvl3pPr>
              <a:defRPr sz="1725" b="0">
                <a:solidFill>
                  <a:srgbClr val="153047"/>
                </a:solidFill>
              </a:defRPr>
            </a:lvl3pPr>
            <a:lvl4pPr>
              <a:defRPr sz="1725" b="0">
                <a:solidFill>
                  <a:srgbClr val="153047"/>
                </a:solidFill>
              </a:defRPr>
            </a:lvl4pPr>
            <a:lvl5pPr>
              <a:defRPr sz="1725" b="0">
                <a:solidFill>
                  <a:srgbClr val="153047"/>
                </a:solidFill>
              </a:defRPr>
            </a:lvl5pPr>
            <a:lvl6pPr>
              <a:defRPr sz="1725" b="0">
                <a:solidFill>
                  <a:srgbClr val="153047"/>
                </a:solidFill>
              </a:defRPr>
            </a:lvl6pPr>
            <a:lvl7pPr>
              <a:defRPr sz="1725" b="0">
                <a:solidFill>
                  <a:srgbClr val="153047"/>
                </a:solidFill>
              </a:defRPr>
            </a:lvl7pPr>
            <a:lvl8pPr>
              <a:defRPr sz="1725" b="0">
                <a:solidFill>
                  <a:srgbClr val="153047"/>
                </a:solidFill>
              </a:defRPr>
            </a:lvl8pPr>
            <a:lvl9pPr>
              <a:defRPr sz="1725" b="0">
                <a:solidFill>
                  <a:srgbClr val="153047"/>
                </a:solidFill>
              </a:defRPr>
            </a:lvl9pPr>
          </a:lstStyle>
          <a:p xmlns:a="http://schemas.openxmlformats.org/drawingml/2006/main">
            <a:pPr>
              <a:buNone/>
              <a:defRPr sz="1725" b="0">
                <a:solidFill>
                  <a:srgbClr val="153047"/>
                </a:solidFill>
              </a:defRPr>
            </a:pPr>
            <a:r>
              <a:rPr sz="1725" b="0">
                <a:solidFill>
                  <a:srgbClr val="153047"/>
                </a:solidFill>
              </a:rPr>
              <a:t>workflow.py serializes state to the SQLite runs table after transitions.</a:t>
            </a:r>
          </a:p>
        </p:txBody>
      </p:sp>
      <p:sp>
        <p:nvSpPr>
          <p:cNvPr id="13" name="">
            <a:extLst xmlns:a="http://schemas.openxmlformats.org/drawingml/2006/main">
              <a:ext uri="{FF2B5EF4-FFF2-40B4-BE49-F238E27FC236}">
                <a16:creationId xmlns:a16="http://schemas.microsoft.com/office/drawing/2014/main" id="{F386D0D0-2993-47A1-8DD2-DFF3E35C4C03}"/>
              </a:ext>
            </a:extLst>
          </p:cNvPr>
          <p:cNvSpPr>
            <a:spLocks xmlns:a="http://schemas.openxmlformats.org/drawingml/2006/main" noGrp="1"/>
          </p:cNvSpPr>
          <p:nvPr/>
        </p:nvSpPr>
        <p:spPr>
          <a:xfrm xmlns:a="http://schemas.openxmlformats.org/drawingml/2006/main">
            <a:off x="704850" y="495300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07E78"/>
                </a:solidFill>
              </a:defRPr>
            </a:defPPr>
            <a:lvl1pPr>
              <a:defRPr sz="1725" b="1">
                <a:solidFill>
                  <a:srgbClr val="007E78"/>
                </a:solidFill>
              </a:defRPr>
            </a:lvl1pPr>
            <a:lvl2pPr>
              <a:defRPr sz="1725" b="1">
                <a:solidFill>
                  <a:srgbClr val="007E78"/>
                </a:solidFill>
              </a:defRPr>
            </a:lvl2pPr>
            <a:lvl3pPr>
              <a:defRPr sz="1725" b="1">
                <a:solidFill>
                  <a:srgbClr val="007E78"/>
                </a:solidFill>
              </a:defRPr>
            </a:lvl3pPr>
            <a:lvl4pPr>
              <a:defRPr sz="1725" b="1">
                <a:solidFill>
                  <a:srgbClr val="007E78"/>
                </a:solidFill>
              </a:defRPr>
            </a:lvl4pPr>
            <a:lvl5pPr>
              <a:defRPr sz="1725" b="1">
                <a:solidFill>
                  <a:srgbClr val="007E78"/>
                </a:solidFill>
              </a:defRPr>
            </a:lvl5pPr>
            <a:lvl6pPr>
              <a:defRPr sz="1725" b="1">
                <a:solidFill>
                  <a:srgbClr val="007E78"/>
                </a:solidFill>
              </a:defRPr>
            </a:lvl6pPr>
            <a:lvl7pPr>
              <a:defRPr sz="1725" b="1">
                <a:solidFill>
                  <a:srgbClr val="007E78"/>
                </a:solidFill>
              </a:defRPr>
            </a:lvl7pPr>
            <a:lvl8pPr>
              <a:defRPr sz="1725" b="1">
                <a:solidFill>
                  <a:srgbClr val="007E78"/>
                </a:solidFill>
              </a:defRPr>
            </a:lvl8pPr>
            <a:lvl9pPr>
              <a:defRPr sz="1725" b="1">
                <a:solidFill>
                  <a:srgbClr val="007E78"/>
                </a:solidFill>
              </a:defRPr>
            </a:lvl9pPr>
          </a:lstStyle>
          <a:p xmlns:a="http://schemas.openxmlformats.org/drawingml/2006/main">
            <a:pPr>
              <a:buNone/>
              <a:defRPr sz="1725" b="1">
                <a:solidFill>
                  <a:srgbClr val="007E78"/>
                </a:solidFill>
              </a:defRPr>
            </a:pPr>
            <a:r>
              <a:rPr sz="1725" b="1">
                <a:solidFill>
                  <a:srgbClr val="007E78"/>
                </a:solidFill>
              </a:rPr>
              <a:t>How do agents communicate?</a:t>
            </a:r>
          </a:p>
        </p:txBody>
      </p:sp>
      <p:sp>
        <p:nvSpPr>
          <p:cNvPr id="14" name="">
            <a:extLst xmlns:a="http://schemas.openxmlformats.org/drawingml/2006/main">
              <a:ext uri="{FF2B5EF4-FFF2-40B4-BE49-F238E27FC236}">
                <a16:creationId xmlns:a16="http://schemas.microsoft.com/office/drawing/2014/main" id="{99200287-DBF6-4C5C-8F70-A7BE450210E4}"/>
              </a:ext>
            </a:extLst>
          </p:cNvPr>
          <p:cNvSpPr>
            <a:spLocks xmlns:a="http://schemas.openxmlformats.org/drawingml/2006/main" noGrp="1"/>
          </p:cNvSpPr>
          <p:nvPr/>
        </p:nvSpPr>
        <p:spPr>
          <a:xfrm xmlns:a="http://schemas.openxmlformats.org/drawingml/2006/main">
            <a:off x="3352800" y="4953000"/>
            <a:ext cx="7924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153047"/>
                </a:solidFill>
              </a:defRPr>
            </a:defPPr>
            <a:lvl1pPr>
              <a:defRPr sz="1725" b="0">
                <a:solidFill>
                  <a:srgbClr val="153047"/>
                </a:solidFill>
              </a:defRPr>
            </a:lvl1pPr>
            <a:lvl2pPr>
              <a:defRPr sz="1725" b="0">
                <a:solidFill>
                  <a:srgbClr val="153047"/>
                </a:solidFill>
              </a:defRPr>
            </a:lvl2pPr>
            <a:lvl3pPr>
              <a:defRPr sz="1725" b="0">
                <a:solidFill>
                  <a:srgbClr val="153047"/>
                </a:solidFill>
              </a:defRPr>
            </a:lvl3pPr>
            <a:lvl4pPr>
              <a:defRPr sz="1725" b="0">
                <a:solidFill>
                  <a:srgbClr val="153047"/>
                </a:solidFill>
              </a:defRPr>
            </a:lvl4pPr>
            <a:lvl5pPr>
              <a:defRPr sz="1725" b="0">
                <a:solidFill>
                  <a:srgbClr val="153047"/>
                </a:solidFill>
              </a:defRPr>
            </a:lvl5pPr>
            <a:lvl6pPr>
              <a:defRPr sz="1725" b="0">
                <a:solidFill>
                  <a:srgbClr val="153047"/>
                </a:solidFill>
              </a:defRPr>
            </a:lvl6pPr>
            <a:lvl7pPr>
              <a:defRPr sz="1725" b="0">
                <a:solidFill>
                  <a:srgbClr val="153047"/>
                </a:solidFill>
              </a:defRPr>
            </a:lvl7pPr>
            <a:lvl8pPr>
              <a:defRPr sz="1725" b="0">
                <a:solidFill>
                  <a:srgbClr val="153047"/>
                </a:solidFill>
              </a:defRPr>
            </a:lvl8pPr>
            <a:lvl9pPr>
              <a:defRPr sz="1725" b="0">
                <a:solidFill>
                  <a:srgbClr val="153047"/>
                </a:solidFill>
              </a:defRPr>
            </a:lvl9pPr>
          </a:lstStyle>
          <a:p xmlns:a="http://schemas.openxmlformats.org/drawingml/2006/main">
            <a:pPr>
              <a:buNone/>
              <a:defRPr sz="1725" b="0">
                <a:solidFill>
                  <a:srgbClr val="153047"/>
                </a:solidFill>
              </a:defRPr>
            </a:pPr>
            <a:r>
              <a:rPr sz="1725" b="0">
                <a:solidFill>
                  <a:srgbClr val="153047"/>
                </a:solidFill>
              </a:rPr>
              <a:t>Completed parent outputs are passed to dependent tasks and logged as hand-offs.</a:t>
            </a:r>
          </a:p>
        </p:txBody>
      </p:sp>
    </p:spTree>
    <p:extLst>
      <p:ext uri="{BB962C8B-B14F-4D97-AF65-F5344CB8AC3E}">
        <p14:creationId xmlns:p14="http://schemas.microsoft.com/office/powerpoint/2010/main" val="1452006662"/>
      </p:ext>
    </p:extLst>
  </p:cSld>
</p:sld>
</file>

<file path=ppt/slides/slide38.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8243494-7970-404F-A725-58188F41F64F}"/>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E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2EDED84-6CF9-4649-AFC9-63692B35ECC3}"/>
              </a:ext>
            </a:extLst>
          </p:cNvPr>
          <p:cNvSpPr>
            <a:spLocks xmlns:a="http://schemas.openxmlformats.org/drawingml/2006/main" noGrp="1"/>
          </p:cNvSpPr>
          <p:nvPr/>
        </p:nvSpPr>
        <p:spPr>
          <a:xfrm xmlns:a="http://schemas.openxmlformats.org/drawingml/2006/main">
            <a:off x="609600" y="323850"/>
            <a:ext cx="1009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07E78"/>
                </a:solidFill>
              </a:defRPr>
            </a:defPPr>
            <a:lvl1pPr>
              <a:defRPr sz="1125" b="1">
                <a:solidFill>
                  <a:srgbClr val="007E78"/>
                </a:solidFill>
              </a:defRPr>
            </a:lvl1pPr>
            <a:lvl2pPr>
              <a:defRPr sz="1125" b="1">
                <a:solidFill>
                  <a:srgbClr val="007E78"/>
                </a:solidFill>
              </a:defRPr>
            </a:lvl2pPr>
            <a:lvl3pPr>
              <a:defRPr sz="1125" b="1">
                <a:solidFill>
                  <a:srgbClr val="007E78"/>
                </a:solidFill>
              </a:defRPr>
            </a:lvl3pPr>
            <a:lvl4pPr>
              <a:defRPr sz="1125" b="1">
                <a:solidFill>
                  <a:srgbClr val="007E78"/>
                </a:solidFill>
              </a:defRPr>
            </a:lvl4pPr>
            <a:lvl5pPr>
              <a:defRPr sz="1125" b="1">
                <a:solidFill>
                  <a:srgbClr val="007E78"/>
                </a:solidFill>
              </a:defRPr>
            </a:lvl5pPr>
            <a:lvl6pPr>
              <a:defRPr sz="1125" b="1">
                <a:solidFill>
                  <a:srgbClr val="007E78"/>
                </a:solidFill>
              </a:defRPr>
            </a:lvl6pPr>
            <a:lvl7pPr>
              <a:defRPr sz="1125" b="1">
                <a:solidFill>
                  <a:srgbClr val="007E78"/>
                </a:solidFill>
              </a:defRPr>
            </a:lvl7pPr>
            <a:lvl8pPr>
              <a:defRPr sz="1125" b="1">
                <a:solidFill>
                  <a:srgbClr val="007E78"/>
                </a:solidFill>
              </a:defRPr>
            </a:lvl8pPr>
            <a:lvl9pPr>
              <a:defRPr sz="1125" b="1">
                <a:solidFill>
                  <a:srgbClr val="007E78"/>
                </a:solidFill>
              </a:defRPr>
            </a:lvl9pPr>
          </a:lstStyle>
          <a:p xmlns:a="http://schemas.openxmlformats.org/drawingml/2006/main">
            <a:pPr>
              <a:buNone/>
              <a:defRPr sz="1125" b="1">
                <a:solidFill>
                  <a:srgbClr val="007E78"/>
                </a:solidFill>
              </a:defRPr>
            </a:pPr>
            <a:r>
              <a:rPr sz="1125" b="1">
                <a:solidFill>
                  <a:srgbClr val="007E78"/>
                </a:solidFill>
              </a:rPr>
              <a:t>37  RESEARCH ANSWERS</a:t>
            </a:r>
          </a:p>
        </p:txBody>
      </p:sp>
      <p:sp>
        <p:nvSpPr>
          <p:cNvPr id="3" name="">
            <a:extLst xmlns:a="http://schemas.openxmlformats.org/drawingml/2006/main">
              <a:ext uri="{FF2B5EF4-FFF2-40B4-BE49-F238E27FC236}">
                <a16:creationId xmlns:a16="http://schemas.microsoft.com/office/drawing/2014/main" id="{018F7606-1A7F-4856-B7D7-F627616173D6}"/>
              </a:ext>
            </a:extLst>
          </p:cNvPr>
          <p:cNvSpPr>
            <a:spLocks xmlns:a="http://schemas.openxmlformats.org/drawingml/2006/main" noGrp="1"/>
          </p:cNvSpPr>
          <p:nvPr/>
        </p:nvSpPr>
        <p:spPr>
          <a:xfrm xmlns:a="http://schemas.openxmlformats.org/drawingml/2006/main">
            <a:off x="609600" y="685800"/>
            <a:ext cx="10858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10243A"/>
                </a:solidFill>
              </a:defRPr>
            </a:defPPr>
            <a:lvl1pPr>
              <a:defRPr sz="2850" b="1">
                <a:solidFill>
                  <a:srgbClr val="10243A"/>
                </a:solidFill>
              </a:defRPr>
            </a:lvl1pPr>
            <a:lvl2pPr>
              <a:defRPr sz="2850" b="1">
                <a:solidFill>
                  <a:srgbClr val="10243A"/>
                </a:solidFill>
              </a:defRPr>
            </a:lvl2pPr>
            <a:lvl3pPr>
              <a:defRPr sz="2850" b="1">
                <a:solidFill>
                  <a:srgbClr val="10243A"/>
                </a:solidFill>
              </a:defRPr>
            </a:lvl3pPr>
            <a:lvl4pPr>
              <a:defRPr sz="2850" b="1">
                <a:solidFill>
                  <a:srgbClr val="10243A"/>
                </a:solidFill>
              </a:defRPr>
            </a:lvl4pPr>
            <a:lvl5pPr>
              <a:defRPr sz="2850" b="1">
                <a:solidFill>
                  <a:srgbClr val="10243A"/>
                </a:solidFill>
              </a:defRPr>
            </a:lvl5pPr>
            <a:lvl6pPr>
              <a:defRPr sz="2850" b="1">
                <a:solidFill>
                  <a:srgbClr val="10243A"/>
                </a:solidFill>
              </a:defRPr>
            </a:lvl6pPr>
            <a:lvl7pPr>
              <a:defRPr sz="2850" b="1">
                <a:solidFill>
                  <a:srgbClr val="10243A"/>
                </a:solidFill>
              </a:defRPr>
            </a:lvl7pPr>
            <a:lvl8pPr>
              <a:defRPr sz="2850" b="1">
                <a:solidFill>
                  <a:srgbClr val="10243A"/>
                </a:solidFill>
              </a:defRPr>
            </a:lvl8pPr>
            <a:lvl9pPr>
              <a:defRPr sz="2850" b="1">
                <a:solidFill>
                  <a:srgbClr val="10243A"/>
                </a:solidFill>
              </a:defRPr>
            </a:lvl9pPr>
          </a:lstStyle>
          <a:p xmlns:a="http://schemas.openxmlformats.org/drawingml/2006/main">
            <a:pPr>
              <a:buNone/>
              <a:defRPr sz="2850" b="1">
                <a:solidFill>
                  <a:srgbClr val="10243A"/>
                </a:solidFill>
              </a:defRPr>
            </a:pPr>
            <a:r>
              <a:rPr sz="2850" b="1">
                <a:solidFill>
                  <a:srgbClr val="10243A"/>
                </a:solidFill>
              </a:rPr>
              <a:t>Viva: interpretation questions</a:t>
            </a:r>
          </a:p>
        </p:txBody>
      </p:sp>
      <p:sp>
        <p:nvSpPr>
          <p:cNvPr id="4" name="">
            <a:extLst xmlns:a="http://schemas.openxmlformats.org/drawingml/2006/main">
              <a:ext uri="{FF2B5EF4-FFF2-40B4-BE49-F238E27FC236}">
                <a16:creationId xmlns:a16="http://schemas.microsoft.com/office/drawing/2014/main" id="{B6820728-03BF-426C-B367-D762B3DFD6E5}"/>
              </a:ext>
            </a:extLst>
          </p:cNvPr>
          <p:cNvSpPr>
            <a:spLocks xmlns:a="http://schemas.openxmlformats.org/drawingml/2006/main" noGrp="1"/>
          </p:cNvSpPr>
          <p:nvPr/>
        </p:nvSpPr>
        <p:spPr>
          <a:xfrm xmlns:a="http://schemas.openxmlformats.org/drawingml/2006/main">
            <a:off x="609600" y="6324600"/>
            <a:ext cx="10972800" cy="9525"/>
          </a:xfrm>
          <a:prstGeom xmlns:a="http://schemas.openxmlformats.org/drawingml/2006/main" prst="rect">
            <a:avLst/>
          </a:prstGeom>
          <a:solidFill xmlns:a="http://schemas.openxmlformats.org/drawingml/2006/main">
            <a:srgbClr val="D7E3E9"/>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A541548-C1DA-46CB-97DE-E7D7D9FD267D}"/>
              </a:ext>
            </a:extLst>
          </p:cNvPr>
          <p:cNvSpPr>
            <a:spLocks xmlns:a="http://schemas.openxmlformats.org/drawingml/2006/main" noGrp="1"/>
          </p:cNvSpPr>
          <p:nvPr/>
        </p:nvSpPr>
        <p:spPr>
          <a:xfrm xmlns:a="http://schemas.openxmlformats.org/drawingml/2006/main">
            <a:off x="609600" y="6429375"/>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AgentFlow  |  Final Review</a:t>
            </a:r>
          </a:p>
        </p:txBody>
      </p:sp>
      <p:sp>
        <p:nvSpPr>
          <p:cNvPr id="6" name="">
            <a:extLst xmlns:a="http://schemas.openxmlformats.org/drawingml/2006/main">
              <a:ext uri="{FF2B5EF4-FFF2-40B4-BE49-F238E27FC236}">
                <a16:creationId xmlns:a16="http://schemas.microsoft.com/office/drawing/2014/main" id="{7D50DBF7-B34D-4023-8207-9F6AE443513D}"/>
              </a:ext>
            </a:extLst>
          </p:cNvPr>
          <p:cNvSpPr>
            <a:spLocks xmlns:a="http://schemas.openxmlformats.org/drawingml/2006/main" noGrp="1"/>
          </p:cNvSpPr>
          <p:nvPr/>
        </p:nvSpPr>
        <p:spPr>
          <a:xfrm xmlns:a="http://schemas.openxmlformats.org/drawingml/2006/main">
            <a:off x="11029950" y="642937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38</a:t>
            </a:r>
          </a:p>
        </p:txBody>
      </p:sp>
      <p:sp>
        <p:nvSpPr>
          <p:cNvPr id="7" name="">
            <a:extLst xmlns:a="http://schemas.openxmlformats.org/drawingml/2006/main">
              <a:ext uri="{FF2B5EF4-FFF2-40B4-BE49-F238E27FC236}">
                <a16:creationId xmlns:a16="http://schemas.microsoft.com/office/drawing/2014/main" id="{78EAD84F-1858-4860-9925-9479F89B3409}"/>
              </a:ext>
            </a:extLst>
          </p:cNvPr>
          <p:cNvSpPr>
            <a:spLocks xmlns:a="http://schemas.openxmlformats.org/drawingml/2006/main" noGrp="1"/>
          </p:cNvSpPr>
          <p:nvPr/>
        </p:nvSpPr>
        <p:spPr>
          <a:xfrm xmlns:a="http://schemas.openxmlformats.org/drawingml/2006/main">
            <a:off x="704850" y="180975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07E78"/>
                </a:solidFill>
              </a:defRPr>
            </a:defPPr>
            <a:lvl1pPr>
              <a:defRPr sz="1725" b="1">
                <a:solidFill>
                  <a:srgbClr val="007E78"/>
                </a:solidFill>
              </a:defRPr>
            </a:lvl1pPr>
            <a:lvl2pPr>
              <a:defRPr sz="1725" b="1">
                <a:solidFill>
                  <a:srgbClr val="007E78"/>
                </a:solidFill>
              </a:defRPr>
            </a:lvl2pPr>
            <a:lvl3pPr>
              <a:defRPr sz="1725" b="1">
                <a:solidFill>
                  <a:srgbClr val="007E78"/>
                </a:solidFill>
              </a:defRPr>
            </a:lvl3pPr>
            <a:lvl4pPr>
              <a:defRPr sz="1725" b="1">
                <a:solidFill>
                  <a:srgbClr val="007E78"/>
                </a:solidFill>
              </a:defRPr>
            </a:lvl4pPr>
            <a:lvl5pPr>
              <a:defRPr sz="1725" b="1">
                <a:solidFill>
                  <a:srgbClr val="007E78"/>
                </a:solidFill>
              </a:defRPr>
            </a:lvl5pPr>
            <a:lvl6pPr>
              <a:defRPr sz="1725" b="1">
                <a:solidFill>
                  <a:srgbClr val="007E78"/>
                </a:solidFill>
              </a:defRPr>
            </a:lvl6pPr>
            <a:lvl7pPr>
              <a:defRPr sz="1725" b="1">
                <a:solidFill>
                  <a:srgbClr val="007E78"/>
                </a:solidFill>
              </a:defRPr>
            </a:lvl7pPr>
            <a:lvl8pPr>
              <a:defRPr sz="1725" b="1">
                <a:solidFill>
                  <a:srgbClr val="007E78"/>
                </a:solidFill>
              </a:defRPr>
            </a:lvl8pPr>
            <a:lvl9pPr>
              <a:defRPr sz="1725" b="1">
                <a:solidFill>
                  <a:srgbClr val="007E78"/>
                </a:solidFill>
              </a:defRPr>
            </a:lvl9pPr>
          </a:lstStyle>
          <a:p xmlns:a="http://schemas.openxmlformats.org/drawingml/2006/main">
            <a:pPr>
              <a:buNone/>
              <a:defRPr sz="1725" b="1">
                <a:solidFill>
                  <a:srgbClr val="007E78"/>
                </a:solidFill>
              </a:defRPr>
            </a:pPr>
            <a:r>
              <a:rPr sz="1725" b="1">
                <a:solidFill>
                  <a:srgbClr val="007E78"/>
                </a:solidFill>
              </a:rPr>
              <a:t>Are the agents trained?</a:t>
            </a:r>
          </a:p>
        </p:txBody>
      </p:sp>
      <p:sp>
        <p:nvSpPr>
          <p:cNvPr id="8" name="">
            <a:extLst xmlns:a="http://schemas.openxmlformats.org/drawingml/2006/main">
              <a:ext uri="{FF2B5EF4-FFF2-40B4-BE49-F238E27FC236}">
                <a16:creationId xmlns:a16="http://schemas.microsoft.com/office/drawing/2014/main" id="{E68B644D-BB21-4CE3-B844-EE39E06C3756}"/>
              </a:ext>
            </a:extLst>
          </p:cNvPr>
          <p:cNvSpPr>
            <a:spLocks xmlns:a="http://schemas.openxmlformats.org/drawingml/2006/main" noGrp="1"/>
          </p:cNvSpPr>
          <p:nvPr/>
        </p:nvSpPr>
        <p:spPr>
          <a:xfrm xmlns:a="http://schemas.openxmlformats.org/drawingml/2006/main">
            <a:off x="3352800" y="1809750"/>
            <a:ext cx="7924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153047"/>
                </a:solidFill>
              </a:defRPr>
            </a:defPPr>
            <a:lvl1pPr>
              <a:defRPr sz="1725" b="0">
                <a:solidFill>
                  <a:srgbClr val="153047"/>
                </a:solidFill>
              </a:defRPr>
            </a:lvl1pPr>
            <a:lvl2pPr>
              <a:defRPr sz="1725" b="0">
                <a:solidFill>
                  <a:srgbClr val="153047"/>
                </a:solidFill>
              </a:defRPr>
            </a:lvl2pPr>
            <a:lvl3pPr>
              <a:defRPr sz="1725" b="0">
                <a:solidFill>
                  <a:srgbClr val="153047"/>
                </a:solidFill>
              </a:defRPr>
            </a:lvl3pPr>
            <a:lvl4pPr>
              <a:defRPr sz="1725" b="0">
                <a:solidFill>
                  <a:srgbClr val="153047"/>
                </a:solidFill>
              </a:defRPr>
            </a:lvl4pPr>
            <a:lvl5pPr>
              <a:defRPr sz="1725" b="0">
                <a:solidFill>
                  <a:srgbClr val="153047"/>
                </a:solidFill>
              </a:defRPr>
            </a:lvl5pPr>
            <a:lvl6pPr>
              <a:defRPr sz="1725" b="0">
                <a:solidFill>
                  <a:srgbClr val="153047"/>
                </a:solidFill>
              </a:defRPr>
            </a:lvl6pPr>
            <a:lvl7pPr>
              <a:defRPr sz="1725" b="0">
                <a:solidFill>
                  <a:srgbClr val="153047"/>
                </a:solidFill>
              </a:defRPr>
            </a:lvl7pPr>
            <a:lvl8pPr>
              <a:defRPr sz="1725" b="0">
                <a:solidFill>
                  <a:srgbClr val="153047"/>
                </a:solidFill>
              </a:defRPr>
            </a:lvl8pPr>
            <a:lvl9pPr>
              <a:defRPr sz="1725" b="0">
                <a:solidFill>
                  <a:srgbClr val="153047"/>
                </a:solidFill>
              </a:defRPr>
            </a:lvl9pPr>
          </a:lstStyle>
          <a:p xmlns:a="http://schemas.openxmlformats.org/drawingml/2006/main">
            <a:pPr>
              <a:buNone/>
              <a:defRPr sz="1725" b="0">
                <a:solidFill>
                  <a:srgbClr val="153047"/>
                </a:solidFill>
              </a:defRPr>
            </a:pPr>
            <a:r>
              <a:rPr sz="1725" b="0">
                <a:solidFill>
                  <a:srgbClr val="153047"/>
                </a:solidFill>
              </a:rPr>
              <a:t>No. A selected pretrained provider model uses role-specific instructions; fixed tools handle extraction.</a:t>
            </a:r>
          </a:p>
        </p:txBody>
      </p:sp>
      <p:sp>
        <p:nvSpPr>
          <p:cNvPr id="9" name="">
            <a:extLst xmlns:a="http://schemas.openxmlformats.org/drawingml/2006/main">
              <a:ext uri="{FF2B5EF4-FFF2-40B4-BE49-F238E27FC236}">
                <a16:creationId xmlns:a16="http://schemas.microsoft.com/office/drawing/2014/main" id="{DDCB946A-F6B1-4779-B728-F6891EEB9457}"/>
              </a:ext>
            </a:extLst>
          </p:cNvPr>
          <p:cNvSpPr>
            <a:spLocks xmlns:a="http://schemas.openxmlformats.org/drawingml/2006/main" noGrp="1"/>
          </p:cNvSpPr>
          <p:nvPr/>
        </p:nvSpPr>
        <p:spPr>
          <a:xfrm xmlns:a="http://schemas.openxmlformats.org/drawingml/2006/main">
            <a:off x="704850" y="285750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07E78"/>
                </a:solidFill>
              </a:defRPr>
            </a:defPPr>
            <a:lvl1pPr>
              <a:defRPr sz="1725" b="1">
                <a:solidFill>
                  <a:srgbClr val="007E78"/>
                </a:solidFill>
              </a:defRPr>
            </a:lvl1pPr>
            <a:lvl2pPr>
              <a:defRPr sz="1725" b="1">
                <a:solidFill>
                  <a:srgbClr val="007E78"/>
                </a:solidFill>
              </a:defRPr>
            </a:lvl2pPr>
            <a:lvl3pPr>
              <a:defRPr sz="1725" b="1">
                <a:solidFill>
                  <a:srgbClr val="007E78"/>
                </a:solidFill>
              </a:defRPr>
            </a:lvl3pPr>
            <a:lvl4pPr>
              <a:defRPr sz="1725" b="1">
                <a:solidFill>
                  <a:srgbClr val="007E78"/>
                </a:solidFill>
              </a:defRPr>
            </a:lvl4pPr>
            <a:lvl5pPr>
              <a:defRPr sz="1725" b="1">
                <a:solidFill>
                  <a:srgbClr val="007E78"/>
                </a:solidFill>
              </a:defRPr>
            </a:lvl5pPr>
            <a:lvl6pPr>
              <a:defRPr sz="1725" b="1">
                <a:solidFill>
                  <a:srgbClr val="007E78"/>
                </a:solidFill>
              </a:defRPr>
            </a:lvl6pPr>
            <a:lvl7pPr>
              <a:defRPr sz="1725" b="1">
                <a:solidFill>
                  <a:srgbClr val="007E78"/>
                </a:solidFill>
              </a:defRPr>
            </a:lvl7pPr>
            <a:lvl8pPr>
              <a:defRPr sz="1725" b="1">
                <a:solidFill>
                  <a:srgbClr val="007E78"/>
                </a:solidFill>
              </a:defRPr>
            </a:lvl8pPr>
            <a:lvl9pPr>
              <a:defRPr sz="1725" b="1">
                <a:solidFill>
                  <a:srgbClr val="007E78"/>
                </a:solidFill>
              </a:defRPr>
            </a:lvl9pPr>
          </a:lstStyle>
          <a:p xmlns:a="http://schemas.openxmlformats.org/drawingml/2006/main">
            <a:pPr>
              <a:buNone/>
              <a:defRPr sz="1725" b="1">
                <a:solidFill>
                  <a:srgbClr val="007E78"/>
                </a:solidFill>
              </a:defRPr>
            </a:pPr>
            <a:r>
              <a:rPr sz="1725" b="1">
                <a:solidFill>
                  <a:srgbClr val="007E78"/>
                </a:solidFill>
              </a:rPr>
              <a:t>Are tasks parallel?</a:t>
            </a:r>
          </a:p>
        </p:txBody>
      </p:sp>
      <p:sp>
        <p:nvSpPr>
          <p:cNvPr id="10" name="">
            <a:extLst xmlns:a="http://schemas.openxmlformats.org/drawingml/2006/main">
              <a:ext uri="{FF2B5EF4-FFF2-40B4-BE49-F238E27FC236}">
                <a16:creationId xmlns:a16="http://schemas.microsoft.com/office/drawing/2014/main" id="{CB6999E9-85E4-40AB-9A83-19597A239959}"/>
              </a:ext>
            </a:extLst>
          </p:cNvPr>
          <p:cNvSpPr>
            <a:spLocks xmlns:a="http://schemas.openxmlformats.org/drawingml/2006/main" noGrp="1"/>
          </p:cNvSpPr>
          <p:nvPr/>
        </p:nvSpPr>
        <p:spPr>
          <a:xfrm xmlns:a="http://schemas.openxmlformats.org/drawingml/2006/main">
            <a:off x="3352800" y="2857500"/>
            <a:ext cx="7924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153047"/>
                </a:solidFill>
              </a:defRPr>
            </a:defPPr>
            <a:lvl1pPr>
              <a:defRPr sz="1725" b="0">
                <a:solidFill>
                  <a:srgbClr val="153047"/>
                </a:solidFill>
              </a:defRPr>
            </a:lvl1pPr>
            <a:lvl2pPr>
              <a:defRPr sz="1725" b="0">
                <a:solidFill>
                  <a:srgbClr val="153047"/>
                </a:solidFill>
              </a:defRPr>
            </a:lvl2pPr>
            <a:lvl3pPr>
              <a:defRPr sz="1725" b="0">
                <a:solidFill>
                  <a:srgbClr val="153047"/>
                </a:solidFill>
              </a:defRPr>
            </a:lvl3pPr>
            <a:lvl4pPr>
              <a:defRPr sz="1725" b="0">
                <a:solidFill>
                  <a:srgbClr val="153047"/>
                </a:solidFill>
              </a:defRPr>
            </a:lvl4pPr>
            <a:lvl5pPr>
              <a:defRPr sz="1725" b="0">
                <a:solidFill>
                  <a:srgbClr val="153047"/>
                </a:solidFill>
              </a:defRPr>
            </a:lvl5pPr>
            <a:lvl6pPr>
              <a:defRPr sz="1725" b="0">
                <a:solidFill>
                  <a:srgbClr val="153047"/>
                </a:solidFill>
              </a:defRPr>
            </a:lvl6pPr>
            <a:lvl7pPr>
              <a:defRPr sz="1725" b="0">
                <a:solidFill>
                  <a:srgbClr val="153047"/>
                </a:solidFill>
              </a:defRPr>
            </a:lvl7pPr>
            <a:lvl8pPr>
              <a:defRPr sz="1725" b="0">
                <a:solidFill>
                  <a:srgbClr val="153047"/>
                </a:solidFill>
              </a:defRPr>
            </a:lvl8pPr>
            <a:lvl9pPr>
              <a:defRPr sz="1725" b="0">
                <a:solidFill>
                  <a:srgbClr val="153047"/>
                </a:solidFill>
              </a:defRPr>
            </a:lvl9pPr>
          </a:lstStyle>
          <a:p xmlns:a="http://schemas.openxmlformats.org/drawingml/2006/main">
            <a:pPr>
              <a:buNone/>
              <a:defRPr sz="1725" b="0">
                <a:solidFill>
                  <a:srgbClr val="153047"/>
                </a:solidFill>
              </a:defRPr>
            </a:pPr>
            <a:r>
              <a:rPr sz="1725" b="0">
                <a:solidFill>
                  <a:srgbClr val="153047"/>
                </a:solidFill>
              </a:rPr>
              <a:t>No. Several tasks may be ready together, but the current controller executes one per iteration.</a:t>
            </a:r>
          </a:p>
        </p:txBody>
      </p:sp>
      <p:sp>
        <p:nvSpPr>
          <p:cNvPr id="11" name="">
            <a:extLst xmlns:a="http://schemas.openxmlformats.org/drawingml/2006/main">
              <a:ext uri="{FF2B5EF4-FFF2-40B4-BE49-F238E27FC236}">
                <a16:creationId xmlns:a16="http://schemas.microsoft.com/office/drawing/2014/main" id="{71D1797C-D67B-44C1-B161-6D80DA310474}"/>
              </a:ext>
            </a:extLst>
          </p:cNvPr>
          <p:cNvSpPr>
            <a:spLocks xmlns:a="http://schemas.openxmlformats.org/drawingml/2006/main" noGrp="1"/>
          </p:cNvSpPr>
          <p:nvPr/>
        </p:nvSpPr>
        <p:spPr>
          <a:xfrm xmlns:a="http://schemas.openxmlformats.org/drawingml/2006/main">
            <a:off x="704850" y="390525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07E78"/>
                </a:solidFill>
              </a:defRPr>
            </a:defPPr>
            <a:lvl1pPr>
              <a:defRPr sz="1725" b="1">
                <a:solidFill>
                  <a:srgbClr val="007E78"/>
                </a:solidFill>
              </a:defRPr>
            </a:lvl1pPr>
            <a:lvl2pPr>
              <a:defRPr sz="1725" b="1">
                <a:solidFill>
                  <a:srgbClr val="007E78"/>
                </a:solidFill>
              </a:defRPr>
            </a:lvl2pPr>
            <a:lvl3pPr>
              <a:defRPr sz="1725" b="1">
                <a:solidFill>
                  <a:srgbClr val="007E78"/>
                </a:solidFill>
              </a:defRPr>
            </a:lvl3pPr>
            <a:lvl4pPr>
              <a:defRPr sz="1725" b="1">
                <a:solidFill>
                  <a:srgbClr val="007E78"/>
                </a:solidFill>
              </a:defRPr>
            </a:lvl4pPr>
            <a:lvl5pPr>
              <a:defRPr sz="1725" b="1">
                <a:solidFill>
                  <a:srgbClr val="007E78"/>
                </a:solidFill>
              </a:defRPr>
            </a:lvl5pPr>
            <a:lvl6pPr>
              <a:defRPr sz="1725" b="1">
                <a:solidFill>
                  <a:srgbClr val="007E78"/>
                </a:solidFill>
              </a:defRPr>
            </a:lvl6pPr>
            <a:lvl7pPr>
              <a:defRPr sz="1725" b="1">
                <a:solidFill>
                  <a:srgbClr val="007E78"/>
                </a:solidFill>
              </a:defRPr>
            </a:lvl7pPr>
            <a:lvl8pPr>
              <a:defRPr sz="1725" b="1">
                <a:solidFill>
                  <a:srgbClr val="007E78"/>
                </a:solidFill>
              </a:defRPr>
            </a:lvl8pPr>
            <a:lvl9pPr>
              <a:defRPr sz="1725" b="1">
                <a:solidFill>
                  <a:srgbClr val="007E78"/>
                </a:solidFill>
              </a:defRPr>
            </a:lvl9pPr>
          </a:lstStyle>
          <a:p xmlns:a="http://schemas.openxmlformats.org/drawingml/2006/main">
            <a:pPr>
              <a:buNone/>
              <a:defRPr sz="1725" b="1">
                <a:solidFill>
                  <a:srgbClr val="007E78"/>
                </a:solidFill>
              </a:defRPr>
            </a:pPr>
            <a:r>
              <a:rPr sz="1725" b="1">
                <a:solidFill>
                  <a:srgbClr val="007E78"/>
                </a:solidFill>
              </a:rPr>
              <a:t>Is a gap novel?</a:t>
            </a:r>
          </a:p>
        </p:txBody>
      </p:sp>
      <p:sp>
        <p:nvSpPr>
          <p:cNvPr id="12" name="">
            <a:extLst xmlns:a="http://schemas.openxmlformats.org/drawingml/2006/main">
              <a:ext uri="{FF2B5EF4-FFF2-40B4-BE49-F238E27FC236}">
                <a16:creationId xmlns:a16="http://schemas.microsoft.com/office/drawing/2014/main" id="{5ADFE028-EADA-4289-9D73-563E2395501A}"/>
              </a:ext>
            </a:extLst>
          </p:cNvPr>
          <p:cNvSpPr>
            <a:spLocks xmlns:a="http://schemas.openxmlformats.org/drawingml/2006/main" noGrp="1"/>
          </p:cNvSpPr>
          <p:nvPr/>
        </p:nvSpPr>
        <p:spPr>
          <a:xfrm xmlns:a="http://schemas.openxmlformats.org/drawingml/2006/main">
            <a:off x="3352800" y="3905250"/>
            <a:ext cx="7924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153047"/>
                </a:solidFill>
              </a:defRPr>
            </a:defPPr>
            <a:lvl1pPr>
              <a:defRPr sz="1725" b="0">
                <a:solidFill>
                  <a:srgbClr val="153047"/>
                </a:solidFill>
              </a:defRPr>
            </a:lvl1pPr>
            <a:lvl2pPr>
              <a:defRPr sz="1725" b="0">
                <a:solidFill>
                  <a:srgbClr val="153047"/>
                </a:solidFill>
              </a:defRPr>
            </a:lvl2pPr>
            <a:lvl3pPr>
              <a:defRPr sz="1725" b="0">
                <a:solidFill>
                  <a:srgbClr val="153047"/>
                </a:solidFill>
              </a:defRPr>
            </a:lvl3pPr>
            <a:lvl4pPr>
              <a:defRPr sz="1725" b="0">
                <a:solidFill>
                  <a:srgbClr val="153047"/>
                </a:solidFill>
              </a:defRPr>
            </a:lvl4pPr>
            <a:lvl5pPr>
              <a:defRPr sz="1725" b="0">
                <a:solidFill>
                  <a:srgbClr val="153047"/>
                </a:solidFill>
              </a:defRPr>
            </a:lvl5pPr>
            <a:lvl6pPr>
              <a:defRPr sz="1725" b="0">
                <a:solidFill>
                  <a:srgbClr val="153047"/>
                </a:solidFill>
              </a:defRPr>
            </a:lvl6pPr>
            <a:lvl7pPr>
              <a:defRPr sz="1725" b="0">
                <a:solidFill>
                  <a:srgbClr val="153047"/>
                </a:solidFill>
              </a:defRPr>
            </a:lvl7pPr>
            <a:lvl8pPr>
              <a:defRPr sz="1725" b="0">
                <a:solidFill>
                  <a:srgbClr val="153047"/>
                </a:solidFill>
              </a:defRPr>
            </a:lvl8pPr>
            <a:lvl9pPr>
              <a:defRPr sz="1725" b="0">
                <a:solidFill>
                  <a:srgbClr val="153047"/>
                </a:solidFill>
              </a:defRPr>
            </a:lvl9pPr>
          </a:lstStyle>
          <a:p xmlns:a="http://schemas.openxmlformats.org/drawingml/2006/main">
            <a:pPr>
              <a:buNone/>
              <a:defRPr sz="1725" b="0">
                <a:solidFill>
                  <a:srgbClr val="153047"/>
                </a:solidFill>
              </a:defRPr>
            </a:pPr>
            <a:r>
              <a:rPr sz="1725" b="0">
                <a:solidFill>
                  <a:srgbClr val="153047"/>
                </a:solidFill>
              </a:rPr>
              <a:t>The report proposes candidate gaps from uploaded papers; broader literature review determines novelty.</a:t>
            </a:r>
          </a:p>
        </p:txBody>
      </p:sp>
      <p:sp>
        <p:nvSpPr>
          <p:cNvPr id="13" name="">
            <a:extLst xmlns:a="http://schemas.openxmlformats.org/drawingml/2006/main">
              <a:ext uri="{FF2B5EF4-FFF2-40B4-BE49-F238E27FC236}">
                <a16:creationId xmlns:a16="http://schemas.microsoft.com/office/drawing/2014/main" id="{AE482EC4-98B0-4E2A-9A4A-B94694224E43}"/>
              </a:ext>
            </a:extLst>
          </p:cNvPr>
          <p:cNvSpPr>
            <a:spLocks xmlns:a="http://schemas.openxmlformats.org/drawingml/2006/main" noGrp="1"/>
          </p:cNvSpPr>
          <p:nvPr/>
        </p:nvSpPr>
        <p:spPr>
          <a:xfrm xmlns:a="http://schemas.openxmlformats.org/drawingml/2006/main">
            <a:off x="704850" y="495300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07E78"/>
                </a:solidFill>
              </a:defRPr>
            </a:defPPr>
            <a:lvl1pPr>
              <a:defRPr sz="1725" b="1">
                <a:solidFill>
                  <a:srgbClr val="007E78"/>
                </a:solidFill>
              </a:defRPr>
            </a:lvl1pPr>
            <a:lvl2pPr>
              <a:defRPr sz="1725" b="1">
                <a:solidFill>
                  <a:srgbClr val="007E78"/>
                </a:solidFill>
              </a:defRPr>
            </a:lvl2pPr>
            <a:lvl3pPr>
              <a:defRPr sz="1725" b="1">
                <a:solidFill>
                  <a:srgbClr val="007E78"/>
                </a:solidFill>
              </a:defRPr>
            </a:lvl3pPr>
            <a:lvl4pPr>
              <a:defRPr sz="1725" b="1">
                <a:solidFill>
                  <a:srgbClr val="007E78"/>
                </a:solidFill>
              </a:defRPr>
            </a:lvl4pPr>
            <a:lvl5pPr>
              <a:defRPr sz="1725" b="1">
                <a:solidFill>
                  <a:srgbClr val="007E78"/>
                </a:solidFill>
              </a:defRPr>
            </a:lvl5pPr>
            <a:lvl6pPr>
              <a:defRPr sz="1725" b="1">
                <a:solidFill>
                  <a:srgbClr val="007E78"/>
                </a:solidFill>
              </a:defRPr>
            </a:lvl6pPr>
            <a:lvl7pPr>
              <a:defRPr sz="1725" b="1">
                <a:solidFill>
                  <a:srgbClr val="007E78"/>
                </a:solidFill>
              </a:defRPr>
            </a:lvl7pPr>
            <a:lvl8pPr>
              <a:defRPr sz="1725" b="1">
                <a:solidFill>
                  <a:srgbClr val="007E78"/>
                </a:solidFill>
              </a:defRPr>
            </a:lvl8pPr>
            <a:lvl9pPr>
              <a:defRPr sz="1725" b="1">
                <a:solidFill>
                  <a:srgbClr val="007E78"/>
                </a:solidFill>
              </a:defRPr>
            </a:lvl9pPr>
          </a:lstStyle>
          <a:p xmlns:a="http://schemas.openxmlformats.org/drawingml/2006/main">
            <a:pPr>
              <a:buNone/>
              <a:defRPr sz="1725" b="1">
                <a:solidFill>
                  <a:srgbClr val="007E78"/>
                </a:solidFill>
              </a:defRPr>
            </a:pPr>
            <a:r>
              <a:rPr sz="1725" b="1">
                <a:solidFill>
                  <a:srgbClr val="007E78"/>
                </a:solidFill>
              </a:rPr>
              <a:t>Is 100% review coverage proof?</a:t>
            </a:r>
          </a:p>
        </p:txBody>
      </p:sp>
      <p:sp>
        <p:nvSpPr>
          <p:cNvPr id="14" name="">
            <a:extLst xmlns:a="http://schemas.openxmlformats.org/drawingml/2006/main">
              <a:ext uri="{FF2B5EF4-FFF2-40B4-BE49-F238E27FC236}">
                <a16:creationId xmlns:a16="http://schemas.microsoft.com/office/drawing/2014/main" id="{1820A176-38E7-48B7-9D92-F634AC1E6328}"/>
              </a:ext>
            </a:extLst>
          </p:cNvPr>
          <p:cNvSpPr>
            <a:spLocks xmlns:a="http://schemas.openxmlformats.org/drawingml/2006/main" noGrp="1"/>
          </p:cNvSpPr>
          <p:nvPr/>
        </p:nvSpPr>
        <p:spPr>
          <a:xfrm xmlns:a="http://schemas.openxmlformats.org/drawingml/2006/main">
            <a:off x="3352800" y="4953000"/>
            <a:ext cx="7924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153047"/>
                </a:solidFill>
              </a:defRPr>
            </a:defPPr>
            <a:lvl1pPr>
              <a:defRPr sz="1725" b="0">
                <a:solidFill>
                  <a:srgbClr val="153047"/>
                </a:solidFill>
              </a:defRPr>
            </a:lvl1pPr>
            <a:lvl2pPr>
              <a:defRPr sz="1725" b="0">
                <a:solidFill>
                  <a:srgbClr val="153047"/>
                </a:solidFill>
              </a:defRPr>
            </a:lvl2pPr>
            <a:lvl3pPr>
              <a:defRPr sz="1725" b="0">
                <a:solidFill>
                  <a:srgbClr val="153047"/>
                </a:solidFill>
              </a:defRPr>
            </a:lvl3pPr>
            <a:lvl4pPr>
              <a:defRPr sz="1725" b="0">
                <a:solidFill>
                  <a:srgbClr val="153047"/>
                </a:solidFill>
              </a:defRPr>
            </a:lvl4pPr>
            <a:lvl5pPr>
              <a:defRPr sz="1725" b="0">
                <a:solidFill>
                  <a:srgbClr val="153047"/>
                </a:solidFill>
              </a:defRPr>
            </a:lvl5pPr>
            <a:lvl6pPr>
              <a:defRPr sz="1725" b="0">
                <a:solidFill>
                  <a:srgbClr val="153047"/>
                </a:solidFill>
              </a:defRPr>
            </a:lvl6pPr>
            <a:lvl7pPr>
              <a:defRPr sz="1725" b="0">
                <a:solidFill>
                  <a:srgbClr val="153047"/>
                </a:solidFill>
              </a:defRPr>
            </a:lvl7pPr>
            <a:lvl8pPr>
              <a:defRPr sz="1725" b="0">
                <a:solidFill>
                  <a:srgbClr val="153047"/>
                </a:solidFill>
              </a:defRPr>
            </a:lvl8pPr>
            <a:lvl9pPr>
              <a:defRPr sz="1725" b="0">
                <a:solidFill>
                  <a:srgbClr val="153047"/>
                </a:solidFill>
              </a:defRPr>
            </a:lvl9pPr>
          </a:lstStyle>
          <a:p xmlns:a="http://schemas.openxmlformats.org/drawingml/2006/main">
            <a:pPr>
              <a:buNone/>
              <a:defRPr sz="1725" b="0">
                <a:solidFill>
                  <a:srgbClr val="153047"/>
                </a:solidFill>
              </a:defRPr>
            </a:pPr>
            <a:r>
              <a:rPr sz="1725" b="0">
                <a:solidFill>
                  <a:srgbClr val="153047"/>
                </a:solidFill>
              </a:rPr>
              <a:t>No. It indicates model-judged requirement coverage, not factual verification.</a:t>
            </a:r>
          </a:p>
        </p:txBody>
      </p:sp>
    </p:spTree>
    <p:extLst>
      <p:ext uri="{BB962C8B-B14F-4D97-AF65-F5344CB8AC3E}">
        <p14:creationId xmlns:p14="http://schemas.microsoft.com/office/powerpoint/2010/main" val="988025173"/>
      </p:ext>
    </p:extLst>
  </p:cSld>
</p:sld>
</file>

<file path=ppt/slides/slide39.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8F3E677-CFD8-4CB4-BC67-BFE1C6B0959A}"/>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E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5B47012-702D-486F-A063-09275CC9F4CA}"/>
              </a:ext>
            </a:extLst>
          </p:cNvPr>
          <p:cNvSpPr>
            <a:spLocks xmlns:a="http://schemas.openxmlformats.org/drawingml/2006/main" noGrp="1"/>
          </p:cNvSpPr>
          <p:nvPr/>
        </p:nvSpPr>
        <p:spPr>
          <a:xfrm xmlns:a="http://schemas.openxmlformats.org/drawingml/2006/main">
            <a:off x="609600" y="323850"/>
            <a:ext cx="1009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07E78"/>
                </a:solidFill>
              </a:defRPr>
            </a:defPPr>
            <a:lvl1pPr>
              <a:defRPr sz="1125" b="1">
                <a:solidFill>
                  <a:srgbClr val="007E78"/>
                </a:solidFill>
              </a:defRPr>
            </a:lvl1pPr>
            <a:lvl2pPr>
              <a:defRPr sz="1125" b="1">
                <a:solidFill>
                  <a:srgbClr val="007E78"/>
                </a:solidFill>
              </a:defRPr>
            </a:lvl2pPr>
            <a:lvl3pPr>
              <a:defRPr sz="1125" b="1">
                <a:solidFill>
                  <a:srgbClr val="007E78"/>
                </a:solidFill>
              </a:defRPr>
            </a:lvl3pPr>
            <a:lvl4pPr>
              <a:defRPr sz="1125" b="1">
                <a:solidFill>
                  <a:srgbClr val="007E78"/>
                </a:solidFill>
              </a:defRPr>
            </a:lvl4pPr>
            <a:lvl5pPr>
              <a:defRPr sz="1125" b="1">
                <a:solidFill>
                  <a:srgbClr val="007E78"/>
                </a:solidFill>
              </a:defRPr>
            </a:lvl5pPr>
            <a:lvl6pPr>
              <a:defRPr sz="1125" b="1">
                <a:solidFill>
                  <a:srgbClr val="007E78"/>
                </a:solidFill>
              </a:defRPr>
            </a:lvl6pPr>
            <a:lvl7pPr>
              <a:defRPr sz="1125" b="1">
                <a:solidFill>
                  <a:srgbClr val="007E78"/>
                </a:solidFill>
              </a:defRPr>
            </a:lvl7pPr>
            <a:lvl8pPr>
              <a:defRPr sz="1125" b="1">
                <a:solidFill>
                  <a:srgbClr val="007E78"/>
                </a:solidFill>
              </a:defRPr>
            </a:lvl8pPr>
            <a:lvl9pPr>
              <a:defRPr sz="1125" b="1">
                <a:solidFill>
                  <a:srgbClr val="007E78"/>
                </a:solidFill>
              </a:defRPr>
            </a:lvl9pPr>
          </a:lstStyle>
          <a:p xmlns:a="http://schemas.openxmlformats.org/drawingml/2006/main">
            <a:pPr>
              <a:buNone/>
              <a:defRPr sz="1125" b="1">
                <a:solidFill>
                  <a:srgbClr val="007E78"/>
                </a:solidFill>
              </a:defRPr>
            </a:pPr>
            <a:r>
              <a:rPr sz="1125" b="1">
                <a:solidFill>
                  <a:srgbClr val="007E78"/>
                </a:solidFill>
              </a:rPr>
              <a:t>38  SCANNED PAPERS AND FIGURES</a:t>
            </a:r>
          </a:p>
        </p:txBody>
      </p:sp>
      <p:sp>
        <p:nvSpPr>
          <p:cNvPr id="3" name="">
            <a:extLst xmlns:a="http://schemas.openxmlformats.org/drawingml/2006/main">
              <a:ext uri="{FF2B5EF4-FFF2-40B4-BE49-F238E27FC236}">
                <a16:creationId xmlns:a16="http://schemas.microsoft.com/office/drawing/2014/main" id="{86C9C74D-E28D-435C-9D48-9B4FD384FECE}"/>
              </a:ext>
            </a:extLst>
          </p:cNvPr>
          <p:cNvSpPr>
            <a:spLocks xmlns:a="http://schemas.openxmlformats.org/drawingml/2006/main" noGrp="1"/>
          </p:cNvSpPr>
          <p:nvPr/>
        </p:nvSpPr>
        <p:spPr>
          <a:xfrm xmlns:a="http://schemas.openxmlformats.org/drawingml/2006/main">
            <a:off x="609600" y="685800"/>
            <a:ext cx="10858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10243A"/>
                </a:solidFill>
              </a:defRPr>
            </a:defPPr>
            <a:lvl1pPr>
              <a:defRPr sz="2850" b="1">
                <a:solidFill>
                  <a:srgbClr val="10243A"/>
                </a:solidFill>
              </a:defRPr>
            </a:lvl1pPr>
            <a:lvl2pPr>
              <a:defRPr sz="2850" b="1">
                <a:solidFill>
                  <a:srgbClr val="10243A"/>
                </a:solidFill>
              </a:defRPr>
            </a:lvl2pPr>
            <a:lvl3pPr>
              <a:defRPr sz="2850" b="1">
                <a:solidFill>
                  <a:srgbClr val="10243A"/>
                </a:solidFill>
              </a:defRPr>
            </a:lvl3pPr>
            <a:lvl4pPr>
              <a:defRPr sz="2850" b="1">
                <a:solidFill>
                  <a:srgbClr val="10243A"/>
                </a:solidFill>
              </a:defRPr>
            </a:lvl4pPr>
            <a:lvl5pPr>
              <a:defRPr sz="2850" b="1">
                <a:solidFill>
                  <a:srgbClr val="10243A"/>
                </a:solidFill>
              </a:defRPr>
            </a:lvl5pPr>
            <a:lvl6pPr>
              <a:defRPr sz="2850" b="1">
                <a:solidFill>
                  <a:srgbClr val="10243A"/>
                </a:solidFill>
              </a:defRPr>
            </a:lvl6pPr>
            <a:lvl7pPr>
              <a:defRPr sz="2850" b="1">
                <a:solidFill>
                  <a:srgbClr val="10243A"/>
                </a:solidFill>
              </a:defRPr>
            </a:lvl7pPr>
            <a:lvl8pPr>
              <a:defRPr sz="2850" b="1">
                <a:solidFill>
                  <a:srgbClr val="10243A"/>
                </a:solidFill>
              </a:defRPr>
            </a:lvl8pPr>
            <a:lvl9pPr>
              <a:defRPr sz="2850" b="1">
                <a:solidFill>
                  <a:srgbClr val="10243A"/>
                </a:solidFill>
              </a:defRPr>
            </a:lvl9pPr>
          </a:lstStyle>
          <a:p xmlns:a="http://schemas.openxmlformats.org/drawingml/2006/main">
            <a:pPr>
              <a:buNone/>
              <a:defRPr sz="2850" b="1">
                <a:solidFill>
                  <a:srgbClr val="10243A"/>
                </a:solidFill>
              </a:defRPr>
            </a:pPr>
            <a:r>
              <a:rPr sz="2850" b="1">
                <a:solidFill>
                  <a:srgbClr val="10243A"/>
                </a:solidFill>
              </a:rPr>
              <a:t>OCR and visual evidence</a:t>
            </a:r>
          </a:p>
        </p:txBody>
      </p:sp>
      <p:sp>
        <p:nvSpPr>
          <p:cNvPr id="4" name="">
            <a:extLst xmlns:a="http://schemas.openxmlformats.org/drawingml/2006/main">
              <a:ext uri="{FF2B5EF4-FFF2-40B4-BE49-F238E27FC236}">
                <a16:creationId xmlns:a16="http://schemas.microsoft.com/office/drawing/2014/main" id="{FC458690-588B-4255-A1D7-EDC292DFC305}"/>
              </a:ext>
            </a:extLst>
          </p:cNvPr>
          <p:cNvSpPr>
            <a:spLocks xmlns:a="http://schemas.openxmlformats.org/drawingml/2006/main" noGrp="1"/>
          </p:cNvSpPr>
          <p:nvPr/>
        </p:nvSpPr>
        <p:spPr>
          <a:xfrm xmlns:a="http://schemas.openxmlformats.org/drawingml/2006/main">
            <a:off x="609600" y="6324600"/>
            <a:ext cx="10972800" cy="9525"/>
          </a:xfrm>
          <a:prstGeom xmlns:a="http://schemas.openxmlformats.org/drawingml/2006/main" prst="rect">
            <a:avLst/>
          </a:prstGeom>
          <a:solidFill xmlns:a="http://schemas.openxmlformats.org/drawingml/2006/main">
            <a:srgbClr val="D7E3E9"/>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24E0574-BF41-4260-9B1A-C61D43889669}"/>
              </a:ext>
            </a:extLst>
          </p:cNvPr>
          <p:cNvSpPr>
            <a:spLocks xmlns:a="http://schemas.openxmlformats.org/drawingml/2006/main" noGrp="1"/>
          </p:cNvSpPr>
          <p:nvPr/>
        </p:nvSpPr>
        <p:spPr>
          <a:xfrm xmlns:a="http://schemas.openxmlformats.org/drawingml/2006/main">
            <a:off x="609600" y="6429375"/>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AgentFlow  |  Final Review</a:t>
            </a:r>
          </a:p>
        </p:txBody>
      </p:sp>
      <p:sp>
        <p:nvSpPr>
          <p:cNvPr id="6" name="">
            <a:extLst xmlns:a="http://schemas.openxmlformats.org/drawingml/2006/main">
              <a:ext uri="{FF2B5EF4-FFF2-40B4-BE49-F238E27FC236}">
                <a16:creationId xmlns:a16="http://schemas.microsoft.com/office/drawing/2014/main" id="{9ACDE089-FA28-4E37-B121-901211CCD4CA}"/>
              </a:ext>
            </a:extLst>
          </p:cNvPr>
          <p:cNvSpPr>
            <a:spLocks xmlns:a="http://schemas.openxmlformats.org/drawingml/2006/main" noGrp="1"/>
          </p:cNvSpPr>
          <p:nvPr/>
        </p:nvSpPr>
        <p:spPr>
          <a:xfrm xmlns:a="http://schemas.openxmlformats.org/drawingml/2006/main">
            <a:off x="11029950" y="642937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39</a:t>
            </a:r>
          </a:p>
        </p:txBody>
      </p:sp>
      <p:sp>
        <p:nvSpPr>
          <p:cNvPr id="7" name="">
            <a:extLst xmlns:a="http://schemas.openxmlformats.org/drawingml/2006/main">
              <a:ext uri="{FF2B5EF4-FFF2-40B4-BE49-F238E27FC236}">
                <a16:creationId xmlns:a16="http://schemas.microsoft.com/office/drawing/2014/main" id="{CDDE6120-B0BA-47A0-91C1-45E584A516BB}"/>
              </a:ext>
            </a:extLst>
          </p:cNvPr>
          <p:cNvSpPr>
            <a:spLocks xmlns:a="http://schemas.openxmlformats.org/drawingml/2006/main" noGrp="1"/>
          </p:cNvSpPr>
          <p:nvPr/>
        </p:nvSpPr>
        <p:spPr>
          <a:xfrm xmlns:a="http://schemas.openxmlformats.org/drawingml/2006/main">
            <a:off x="704850" y="180975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007E78"/>
                </a:solidFill>
              </a:defRPr>
            </a:defPPr>
            <a:lvl1pPr>
              <a:defRPr sz="1575" b="1">
                <a:solidFill>
                  <a:srgbClr val="007E78"/>
                </a:solidFill>
              </a:defRPr>
            </a:lvl1pPr>
            <a:lvl2pPr>
              <a:defRPr sz="1575" b="1">
                <a:solidFill>
                  <a:srgbClr val="007E78"/>
                </a:solidFill>
              </a:defRPr>
            </a:lvl2pPr>
            <a:lvl3pPr>
              <a:defRPr sz="1575" b="1">
                <a:solidFill>
                  <a:srgbClr val="007E78"/>
                </a:solidFill>
              </a:defRPr>
            </a:lvl3pPr>
            <a:lvl4pPr>
              <a:defRPr sz="1575" b="1">
                <a:solidFill>
                  <a:srgbClr val="007E78"/>
                </a:solidFill>
              </a:defRPr>
            </a:lvl4pPr>
            <a:lvl5pPr>
              <a:defRPr sz="1575" b="1">
                <a:solidFill>
                  <a:srgbClr val="007E78"/>
                </a:solidFill>
              </a:defRPr>
            </a:lvl5pPr>
            <a:lvl6pPr>
              <a:defRPr sz="1575" b="1">
                <a:solidFill>
                  <a:srgbClr val="007E78"/>
                </a:solidFill>
              </a:defRPr>
            </a:lvl6pPr>
            <a:lvl7pPr>
              <a:defRPr sz="1575" b="1">
                <a:solidFill>
                  <a:srgbClr val="007E78"/>
                </a:solidFill>
              </a:defRPr>
            </a:lvl7pPr>
            <a:lvl8pPr>
              <a:defRPr sz="1575" b="1">
                <a:solidFill>
                  <a:srgbClr val="007E78"/>
                </a:solidFill>
              </a:defRPr>
            </a:lvl8pPr>
            <a:lvl9pPr>
              <a:defRPr sz="1575" b="1">
                <a:solidFill>
                  <a:srgbClr val="007E78"/>
                </a:solidFill>
              </a:defRPr>
            </a:lvl9pPr>
          </a:lstStyle>
          <a:p xmlns:a="http://schemas.openxmlformats.org/drawingml/2006/main">
            <a:pPr>
              <a:buNone/>
              <a:defRPr sz="1575" b="1">
                <a:solidFill>
                  <a:srgbClr val="007E78"/>
                </a:solidFill>
              </a:defRPr>
            </a:pPr>
            <a:r>
              <a:rPr sz="1575" b="1">
                <a:solidFill>
                  <a:srgbClr val="007E78"/>
                </a:solidFill>
              </a:rPr>
              <a:t>Scanned PDF</a:t>
            </a:r>
          </a:p>
        </p:txBody>
      </p:sp>
      <p:sp>
        <p:nvSpPr>
          <p:cNvPr id="8" name="">
            <a:extLst xmlns:a="http://schemas.openxmlformats.org/drawingml/2006/main">
              <a:ext uri="{FF2B5EF4-FFF2-40B4-BE49-F238E27FC236}">
                <a16:creationId xmlns:a16="http://schemas.microsoft.com/office/drawing/2014/main" id="{7A0BD7FA-C442-4402-B047-686E4CAAC8F1}"/>
              </a:ext>
            </a:extLst>
          </p:cNvPr>
          <p:cNvSpPr>
            <a:spLocks xmlns:a="http://schemas.openxmlformats.org/drawingml/2006/main" noGrp="1"/>
          </p:cNvSpPr>
          <p:nvPr/>
        </p:nvSpPr>
        <p:spPr>
          <a:xfrm xmlns:a="http://schemas.openxmlformats.org/drawingml/2006/main">
            <a:off x="3352800" y="1809750"/>
            <a:ext cx="7924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153047"/>
                </a:solidFill>
              </a:defRPr>
            </a:defPPr>
            <a:lvl1pPr>
              <a:defRPr sz="1575" b="0">
                <a:solidFill>
                  <a:srgbClr val="153047"/>
                </a:solidFill>
              </a:defRPr>
            </a:lvl1pPr>
            <a:lvl2pPr>
              <a:defRPr sz="1575" b="0">
                <a:solidFill>
                  <a:srgbClr val="153047"/>
                </a:solidFill>
              </a:defRPr>
            </a:lvl2pPr>
            <a:lvl3pPr>
              <a:defRPr sz="1575" b="0">
                <a:solidFill>
                  <a:srgbClr val="153047"/>
                </a:solidFill>
              </a:defRPr>
            </a:lvl3pPr>
            <a:lvl4pPr>
              <a:defRPr sz="1575" b="0">
                <a:solidFill>
                  <a:srgbClr val="153047"/>
                </a:solidFill>
              </a:defRPr>
            </a:lvl4pPr>
            <a:lvl5pPr>
              <a:defRPr sz="1575" b="0">
                <a:solidFill>
                  <a:srgbClr val="153047"/>
                </a:solidFill>
              </a:defRPr>
            </a:lvl5pPr>
            <a:lvl6pPr>
              <a:defRPr sz="1575" b="0">
                <a:solidFill>
                  <a:srgbClr val="153047"/>
                </a:solidFill>
              </a:defRPr>
            </a:lvl6pPr>
            <a:lvl7pPr>
              <a:defRPr sz="1575" b="0">
                <a:solidFill>
                  <a:srgbClr val="153047"/>
                </a:solidFill>
              </a:defRPr>
            </a:lvl7pPr>
            <a:lvl8pPr>
              <a:defRPr sz="1575" b="0">
                <a:solidFill>
                  <a:srgbClr val="153047"/>
                </a:solidFill>
              </a:defRPr>
            </a:lvl8pPr>
            <a:lvl9pPr>
              <a:defRPr sz="1575" b="0">
                <a:solidFill>
                  <a:srgbClr val="153047"/>
                </a:solidFill>
              </a:defRPr>
            </a:lvl9pPr>
          </a:lstStyle>
          <a:p xmlns:a="http://schemas.openxmlformats.org/drawingml/2006/main">
            <a:pPr>
              <a:buNone/>
              <a:defRPr sz="1575" b="0">
                <a:solidFill>
                  <a:srgbClr val="153047"/>
                </a:solidFill>
              </a:defRPr>
            </a:pPr>
            <a:r>
              <a:rPr sz="1575" b="0">
                <a:solidFill>
                  <a:srgbClr val="153047"/>
                </a:solidFill>
              </a:rPr>
              <a:t>When a page has no selectable text, local OCR extracts its labels and records the PDF page number.</a:t>
            </a:r>
          </a:p>
        </p:txBody>
      </p:sp>
      <p:sp>
        <p:nvSpPr>
          <p:cNvPr id="9" name="">
            <a:extLst xmlns:a="http://schemas.openxmlformats.org/drawingml/2006/main">
              <a:ext uri="{FF2B5EF4-FFF2-40B4-BE49-F238E27FC236}">
                <a16:creationId xmlns:a16="http://schemas.microsoft.com/office/drawing/2014/main" id="{41EA4C07-4720-40AF-9EE9-4DF1C6EC8C19}"/>
              </a:ext>
            </a:extLst>
          </p:cNvPr>
          <p:cNvSpPr>
            <a:spLocks xmlns:a="http://schemas.openxmlformats.org/drawingml/2006/main" noGrp="1"/>
          </p:cNvSpPr>
          <p:nvPr/>
        </p:nvSpPr>
        <p:spPr>
          <a:xfrm xmlns:a="http://schemas.openxmlformats.org/drawingml/2006/main">
            <a:off x="704850" y="285750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007E78"/>
                </a:solidFill>
              </a:defRPr>
            </a:defPPr>
            <a:lvl1pPr>
              <a:defRPr sz="1575" b="1">
                <a:solidFill>
                  <a:srgbClr val="007E78"/>
                </a:solidFill>
              </a:defRPr>
            </a:lvl1pPr>
            <a:lvl2pPr>
              <a:defRPr sz="1575" b="1">
                <a:solidFill>
                  <a:srgbClr val="007E78"/>
                </a:solidFill>
              </a:defRPr>
            </a:lvl2pPr>
            <a:lvl3pPr>
              <a:defRPr sz="1575" b="1">
                <a:solidFill>
                  <a:srgbClr val="007E78"/>
                </a:solidFill>
              </a:defRPr>
            </a:lvl3pPr>
            <a:lvl4pPr>
              <a:defRPr sz="1575" b="1">
                <a:solidFill>
                  <a:srgbClr val="007E78"/>
                </a:solidFill>
              </a:defRPr>
            </a:lvl4pPr>
            <a:lvl5pPr>
              <a:defRPr sz="1575" b="1">
                <a:solidFill>
                  <a:srgbClr val="007E78"/>
                </a:solidFill>
              </a:defRPr>
            </a:lvl5pPr>
            <a:lvl6pPr>
              <a:defRPr sz="1575" b="1">
                <a:solidFill>
                  <a:srgbClr val="007E78"/>
                </a:solidFill>
              </a:defRPr>
            </a:lvl6pPr>
            <a:lvl7pPr>
              <a:defRPr sz="1575" b="1">
                <a:solidFill>
                  <a:srgbClr val="007E78"/>
                </a:solidFill>
              </a:defRPr>
            </a:lvl7pPr>
            <a:lvl8pPr>
              <a:defRPr sz="1575" b="1">
                <a:solidFill>
                  <a:srgbClr val="007E78"/>
                </a:solidFill>
              </a:defRPr>
            </a:lvl8pPr>
            <a:lvl9pPr>
              <a:defRPr sz="1575" b="1">
                <a:solidFill>
                  <a:srgbClr val="007E78"/>
                </a:solidFill>
              </a:defRPr>
            </a:lvl9pPr>
          </a:lstStyle>
          <a:p xmlns:a="http://schemas.openxmlformats.org/drawingml/2006/main">
            <a:pPr>
              <a:buNone/>
              <a:defRPr sz="1575" b="1">
                <a:solidFill>
                  <a:srgbClr val="007E78"/>
                </a:solidFill>
              </a:defRPr>
            </a:pPr>
            <a:r>
              <a:rPr sz="1575" b="1">
                <a:solidFill>
                  <a:srgbClr val="007E78"/>
                </a:solidFill>
              </a:rPr>
              <a:t>Figure detection</a:t>
            </a:r>
          </a:p>
        </p:txBody>
      </p:sp>
      <p:sp>
        <p:nvSpPr>
          <p:cNvPr id="10" name="">
            <a:extLst xmlns:a="http://schemas.openxmlformats.org/drawingml/2006/main">
              <a:ext uri="{FF2B5EF4-FFF2-40B4-BE49-F238E27FC236}">
                <a16:creationId xmlns:a16="http://schemas.microsoft.com/office/drawing/2014/main" id="{9AC766F2-F187-48BD-9509-7E654179013C}"/>
              </a:ext>
            </a:extLst>
          </p:cNvPr>
          <p:cNvSpPr>
            <a:spLocks xmlns:a="http://schemas.openxmlformats.org/drawingml/2006/main" noGrp="1"/>
          </p:cNvSpPr>
          <p:nvPr/>
        </p:nvSpPr>
        <p:spPr>
          <a:xfrm xmlns:a="http://schemas.openxmlformats.org/drawingml/2006/main">
            <a:off x="3352800" y="2857500"/>
            <a:ext cx="7924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153047"/>
                </a:solidFill>
              </a:defRPr>
            </a:defPPr>
            <a:lvl1pPr>
              <a:defRPr sz="1575" b="0">
                <a:solidFill>
                  <a:srgbClr val="153047"/>
                </a:solidFill>
              </a:defRPr>
            </a:lvl1pPr>
            <a:lvl2pPr>
              <a:defRPr sz="1575" b="0">
                <a:solidFill>
                  <a:srgbClr val="153047"/>
                </a:solidFill>
              </a:defRPr>
            </a:lvl2pPr>
            <a:lvl3pPr>
              <a:defRPr sz="1575" b="0">
                <a:solidFill>
                  <a:srgbClr val="153047"/>
                </a:solidFill>
              </a:defRPr>
            </a:lvl3pPr>
            <a:lvl4pPr>
              <a:defRPr sz="1575" b="0">
                <a:solidFill>
                  <a:srgbClr val="153047"/>
                </a:solidFill>
              </a:defRPr>
            </a:lvl4pPr>
            <a:lvl5pPr>
              <a:defRPr sz="1575" b="0">
                <a:solidFill>
                  <a:srgbClr val="153047"/>
                </a:solidFill>
              </a:defRPr>
            </a:lvl5pPr>
            <a:lvl6pPr>
              <a:defRPr sz="1575" b="0">
                <a:solidFill>
                  <a:srgbClr val="153047"/>
                </a:solidFill>
              </a:defRPr>
            </a:lvl6pPr>
            <a:lvl7pPr>
              <a:defRPr sz="1575" b="0">
                <a:solidFill>
                  <a:srgbClr val="153047"/>
                </a:solidFill>
              </a:defRPr>
            </a:lvl7pPr>
            <a:lvl8pPr>
              <a:defRPr sz="1575" b="0">
                <a:solidFill>
                  <a:srgbClr val="153047"/>
                </a:solidFill>
              </a:defRPr>
            </a:lvl8pPr>
            <a:lvl9pPr>
              <a:defRPr sz="1575" b="0">
                <a:solidFill>
                  <a:srgbClr val="153047"/>
                </a:solidFill>
              </a:defRPr>
            </a:lvl9pPr>
          </a:lstStyle>
          <a:p xmlns:a="http://schemas.openxmlformats.org/drawingml/2006/main">
            <a:pPr>
              <a:buNone/>
              <a:defRPr sz="1575" b="0">
                <a:solidFill>
                  <a:srgbClr val="153047"/>
                </a:solidFill>
              </a:defRPr>
            </a:pPr>
            <a:r>
              <a:rPr sz="1575" b="0">
                <a:solidFill>
                  <a:srgbClr val="153047"/>
                </a:solidFill>
              </a:rPr>
              <a:t>The visual task detects captioned embedded figures and diagram-like full-page scans.</a:t>
            </a:r>
          </a:p>
        </p:txBody>
      </p:sp>
      <p:sp>
        <p:nvSpPr>
          <p:cNvPr id="11" name="">
            <a:extLst xmlns:a="http://schemas.openxmlformats.org/drawingml/2006/main">
              <a:ext uri="{FF2B5EF4-FFF2-40B4-BE49-F238E27FC236}">
                <a16:creationId xmlns:a16="http://schemas.microsoft.com/office/drawing/2014/main" id="{31D8AAE3-F3F9-49FB-AFE2-2C392B0F94B0}"/>
              </a:ext>
            </a:extLst>
          </p:cNvPr>
          <p:cNvSpPr>
            <a:spLocks xmlns:a="http://schemas.openxmlformats.org/drawingml/2006/main" noGrp="1"/>
          </p:cNvSpPr>
          <p:nvPr/>
        </p:nvSpPr>
        <p:spPr>
          <a:xfrm xmlns:a="http://schemas.openxmlformats.org/drawingml/2006/main">
            <a:off x="704850" y="390525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007E78"/>
                </a:solidFill>
              </a:defRPr>
            </a:defPPr>
            <a:lvl1pPr>
              <a:defRPr sz="1575" b="1">
                <a:solidFill>
                  <a:srgbClr val="007E78"/>
                </a:solidFill>
              </a:defRPr>
            </a:lvl1pPr>
            <a:lvl2pPr>
              <a:defRPr sz="1575" b="1">
                <a:solidFill>
                  <a:srgbClr val="007E78"/>
                </a:solidFill>
              </a:defRPr>
            </a:lvl2pPr>
            <a:lvl3pPr>
              <a:defRPr sz="1575" b="1">
                <a:solidFill>
                  <a:srgbClr val="007E78"/>
                </a:solidFill>
              </a:defRPr>
            </a:lvl3pPr>
            <a:lvl4pPr>
              <a:defRPr sz="1575" b="1">
                <a:solidFill>
                  <a:srgbClr val="007E78"/>
                </a:solidFill>
              </a:defRPr>
            </a:lvl4pPr>
            <a:lvl5pPr>
              <a:defRPr sz="1575" b="1">
                <a:solidFill>
                  <a:srgbClr val="007E78"/>
                </a:solidFill>
              </a:defRPr>
            </a:lvl5pPr>
            <a:lvl6pPr>
              <a:defRPr sz="1575" b="1">
                <a:solidFill>
                  <a:srgbClr val="007E78"/>
                </a:solidFill>
              </a:defRPr>
            </a:lvl6pPr>
            <a:lvl7pPr>
              <a:defRPr sz="1575" b="1">
                <a:solidFill>
                  <a:srgbClr val="007E78"/>
                </a:solidFill>
              </a:defRPr>
            </a:lvl7pPr>
            <a:lvl8pPr>
              <a:defRPr sz="1575" b="1">
                <a:solidFill>
                  <a:srgbClr val="007E78"/>
                </a:solidFill>
              </a:defRPr>
            </a:lvl8pPr>
            <a:lvl9pPr>
              <a:defRPr sz="1575" b="1">
                <a:solidFill>
                  <a:srgbClr val="007E78"/>
                </a:solidFill>
              </a:defRPr>
            </a:lvl9pPr>
          </a:lstStyle>
          <a:p xmlns:a="http://schemas.openxmlformats.org/drawingml/2006/main">
            <a:pPr>
              <a:buNone/>
              <a:defRPr sz="1575" b="1">
                <a:solidFill>
                  <a:srgbClr val="007E78"/>
                </a:solidFill>
              </a:defRPr>
            </a:pPr>
            <a:r>
              <a:rPr sz="1575" b="1">
                <a:solidFill>
                  <a:srgbClr val="007E78"/>
                </a:solidFill>
              </a:rPr>
              <a:t>Visual Analyst</a:t>
            </a:r>
          </a:p>
        </p:txBody>
      </p:sp>
      <p:sp>
        <p:nvSpPr>
          <p:cNvPr id="12" name="">
            <a:extLst xmlns:a="http://schemas.openxmlformats.org/drawingml/2006/main">
              <a:ext uri="{FF2B5EF4-FFF2-40B4-BE49-F238E27FC236}">
                <a16:creationId xmlns:a16="http://schemas.microsoft.com/office/drawing/2014/main" id="{E887F6A2-CFCA-4998-ACC0-3574E4D62952}"/>
              </a:ext>
            </a:extLst>
          </p:cNvPr>
          <p:cNvSpPr>
            <a:spLocks xmlns:a="http://schemas.openxmlformats.org/drawingml/2006/main" noGrp="1"/>
          </p:cNvSpPr>
          <p:nvPr/>
        </p:nvSpPr>
        <p:spPr>
          <a:xfrm xmlns:a="http://schemas.openxmlformats.org/drawingml/2006/main">
            <a:off x="3352800" y="3905250"/>
            <a:ext cx="7924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153047"/>
                </a:solidFill>
              </a:defRPr>
            </a:defPPr>
            <a:lvl1pPr>
              <a:defRPr sz="1575" b="0">
                <a:solidFill>
                  <a:srgbClr val="153047"/>
                </a:solidFill>
              </a:defRPr>
            </a:lvl1pPr>
            <a:lvl2pPr>
              <a:defRPr sz="1575" b="0">
                <a:solidFill>
                  <a:srgbClr val="153047"/>
                </a:solidFill>
              </a:defRPr>
            </a:lvl2pPr>
            <a:lvl3pPr>
              <a:defRPr sz="1575" b="0">
                <a:solidFill>
                  <a:srgbClr val="153047"/>
                </a:solidFill>
              </a:defRPr>
            </a:lvl3pPr>
            <a:lvl4pPr>
              <a:defRPr sz="1575" b="0">
                <a:solidFill>
                  <a:srgbClr val="153047"/>
                </a:solidFill>
              </a:defRPr>
            </a:lvl4pPr>
            <a:lvl5pPr>
              <a:defRPr sz="1575" b="0">
                <a:solidFill>
                  <a:srgbClr val="153047"/>
                </a:solidFill>
              </a:defRPr>
            </a:lvl5pPr>
            <a:lvl6pPr>
              <a:defRPr sz="1575" b="0">
                <a:solidFill>
                  <a:srgbClr val="153047"/>
                </a:solidFill>
              </a:defRPr>
            </a:lvl6pPr>
            <a:lvl7pPr>
              <a:defRPr sz="1575" b="0">
                <a:solidFill>
                  <a:srgbClr val="153047"/>
                </a:solidFill>
              </a:defRPr>
            </a:lvl7pPr>
            <a:lvl8pPr>
              <a:defRPr sz="1575" b="0">
                <a:solidFill>
                  <a:srgbClr val="153047"/>
                </a:solidFill>
              </a:defRPr>
            </a:lvl8pPr>
            <a:lvl9pPr>
              <a:defRPr sz="1575" b="0">
                <a:solidFill>
                  <a:srgbClr val="153047"/>
                </a:solidFill>
              </a:defRPr>
            </a:lvl9pPr>
          </a:lstStyle>
          <a:p xmlns:a="http://schemas.openxmlformats.org/drawingml/2006/main">
            <a:pPr>
              <a:buNone/>
              <a:defRPr sz="1575" b="0">
                <a:solidFill>
                  <a:srgbClr val="153047"/>
                </a:solidFill>
              </a:defRPr>
            </a:pPr>
            <a:r>
              <a:rPr sz="1575" b="0">
                <a:solidFill>
                  <a:srgbClr val="153047"/>
                </a:solidFill>
              </a:rPr>
              <a:t>It saves a figure image, OCR labels, approximate layout, and page provenance for the report.</a:t>
            </a:r>
          </a:p>
        </p:txBody>
      </p:sp>
      <p:sp>
        <p:nvSpPr>
          <p:cNvPr id="13" name="">
            <a:extLst xmlns:a="http://schemas.openxmlformats.org/drawingml/2006/main">
              <a:ext uri="{FF2B5EF4-FFF2-40B4-BE49-F238E27FC236}">
                <a16:creationId xmlns:a16="http://schemas.microsoft.com/office/drawing/2014/main" id="{433C0AE9-240C-4115-BD37-137628C11001}"/>
              </a:ext>
            </a:extLst>
          </p:cNvPr>
          <p:cNvSpPr>
            <a:spLocks xmlns:a="http://schemas.openxmlformats.org/drawingml/2006/main" noGrp="1"/>
          </p:cNvSpPr>
          <p:nvPr/>
        </p:nvSpPr>
        <p:spPr>
          <a:xfrm xmlns:a="http://schemas.openxmlformats.org/drawingml/2006/main">
            <a:off x="704850" y="495300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007E78"/>
                </a:solidFill>
              </a:defRPr>
            </a:defPPr>
            <a:lvl1pPr>
              <a:defRPr sz="1575" b="1">
                <a:solidFill>
                  <a:srgbClr val="007E78"/>
                </a:solidFill>
              </a:defRPr>
            </a:lvl1pPr>
            <a:lvl2pPr>
              <a:defRPr sz="1575" b="1">
                <a:solidFill>
                  <a:srgbClr val="007E78"/>
                </a:solidFill>
              </a:defRPr>
            </a:lvl2pPr>
            <a:lvl3pPr>
              <a:defRPr sz="1575" b="1">
                <a:solidFill>
                  <a:srgbClr val="007E78"/>
                </a:solidFill>
              </a:defRPr>
            </a:lvl3pPr>
            <a:lvl4pPr>
              <a:defRPr sz="1575" b="1">
                <a:solidFill>
                  <a:srgbClr val="007E78"/>
                </a:solidFill>
              </a:defRPr>
            </a:lvl4pPr>
            <a:lvl5pPr>
              <a:defRPr sz="1575" b="1">
                <a:solidFill>
                  <a:srgbClr val="007E78"/>
                </a:solidFill>
              </a:defRPr>
            </a:lvl5pPr>
            <a:lvl6pPr>
              <a:defRPr sz="1575" b="1">
                <a:solidFill>
                  <a:srgbClr val="007E78"/>
                </a:solidFill>
              </a:defRPr>
            </a:lvl6pPr>
            <a:lvl7pPr>
              <a:defRPr sz="1575" b="1">
                <a:solidFill>
                  <a:srgbClr val="007E78"/>
                </a:solidFill>
              </a:defRPr>
            </a:lvl7pPr>
            <a:lvl8pPr>
              <a:defRPr sz="1575" b="1">
                <a:solidFill>
                  <a:srgbClr val="007E78"/>
                </a:solidFill>
              </a:defRPr>
            </a:lvl8pPr>
            <a:lvl9pPr>
              <a:defRPr sz="1575" b="1">
                <a:solidFill>
                  <a:srgbClr val="007E78"/>
                </a:solidFill>
              </a:defRPr>
            </a:lvl9pPr>
          </a:lstStyle>
          <a:p xmlns:a="http://schemas.openxmlformats.org/drawingml/2006/main">
            <a:pPr>
              <a:buNone/>
              <a:defRPr sz="1575" b="1">
                <a:solidFill>
                  <a:srgbClr val="007E78"/>
                </a:solidFill>
              </a:defRPr>
            </a:pPr>
            <a:r>
              <a:rPr sz="1575" b="1">
                <a:solidFill>
                  <a:srgbClr val="007E78"/>
                </a:solidFill>
              </a:rPr>
              <a:t>Evidence limit</a:t>
            </a:r>
          </a:p>
        </p:txBody>
      </p:sp>
      <p:sp>
        <p:nvSpPr>
          <p:cNvPr id="14" name="">
            <a:extLst xmlns:a="http://schemas.openxmlformats.org/drawingml/2006/main">
              <a:ext uri="{FF2B5EF4-FFF2-40B4-BE49-F238E27FC236}">
                <a16:creationId xmlns:a16="http://schemas.microsoft.com/office/drawing/2014/main" id="{5BAF7FEE-A9B6-4FA8-8F3C-700EFE64FBD8}"/>
              </a:ext>
            </a:extLst>
          </p:cNvPr>
          <p:cNvSpPr>
            <a:spLocks xmlns:a="http://schemas.openxmlformats.org/drawingml/2006/main" noGrp="1"/>
          </p:cNvSpPr>
          <p:nvPr/>
        </p:nvSpPr>
        <p:spPr>
          <a:xfrm xmlns:a="http://schemas.openxmlformats.org/drawingml/2006/main">
            <a:off x="3352800" y="4953000"/>
            <a:ext cx="7924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153047"/>
                </a:solidFill>
              </a:defRPr>
            </a:defPPr>
            <a:lvl1pPr>
              <a:defRPr sz="1575" b="0">
                <a:solidFill>
                  <a:srgbClr val="153047"/>
                </a:solidFill>
              </a:defRPr>
            </a:lvl1pPr>
            <a:lvl2pPr>
              <a:defRPr sz="1575" b="0">
                <a:solidFill>
                  <a:srgbClr val="153047"/>
                </a:solidFill>
              </a:defRPr>
            </a:lvl2pPr>
            <a:lvl3pPr>
              <a:defRPr sz="1575" b="0">
                <a:solidFill>
                  <a:srgbClr val="153047"/>
                </a:solidFill>
              </a:defRPr>
            </a:lvl3pPr>
            <a:lvl4pPr>
              <a:defRPr sz="1575" b="0">
                <a:solidFill>
                  <a:srgbClr val="153047"/>
                </a:solidFill>
              </a:defRPr>
            </a:lvl4pPr>
            <a:lvl5pPr>
              <a:defRPr sz="1575" b="0">
                <a:solidFill>
                  <a:srgbClr val="153047"/>
                </a:solidFill>
              </a:defRPr>
            </a:lvl5pPr>
            <a:lvl6pPr>
              <a:defRPr sz="1575" b="0">
                <a:solidFill>
                  <a:srgbClr val="153047"/>
                </a:solidFill>
              </a:defRPr>
            </a:lvl6pPr>
            <a:lvl7pPr>
              <a:defRPr sz="1575" b="0">
                <a:solidFill>
                  <a:srgbClr val="153047"/>
                </a:solidFill>
              </a:defRPr>
            </a:lvl7pPr>
            <a:lvl8pPr>
              <a:defRPr sz="1575" b="0">
                <a:solidFill>
                  <a:srgbClr val="153047"/>
                </a:solidFill>
              </a:defRPr>
            </a:lvl8pPr>
            <a:lvl9pPr>
              <a:defRPr sz="1575" b="0">
                <a:solidFill>
                  <a:srgbClr val="153047"/>
                </a:solidFill>
              </a:defRPr>
            </a:lvl9pPr>
          </a:lstStyle>
          <a:p xmlns:a="http://schemas.openxmlformats.org/drawingml/2006/main">
            <a:pPr>
              <a:buNone/>
              <a:defRPr sz="1575" b="0">
                <a:solidFill>
                  <a:srgbClr val="153047"/>
                </a:solidFill>
              </a:defRPr>
            </a:pPr>
            <a:r>
              <a:rPr sz="1575" b="0">
                <a:solidFill>
                  <a:srgbClr val="153047"/>
                </a:solidFill>
              </a:rPr>
              <a:t>OCR and placement do not independently verify arrows or causal links. The report must label inferred paths.</a:t>
            </a:r>
          </a:p>
        </p:txBody>
      </p:sp>
    </p:spTree>
    <p:extLst>
      <p:ext uri="{BB962C8B-B14F-4D97-AF65-F5344CB8AC3E}">
        <p14:creationId xmlns:p14="http://schemas.microsoft.com/office/powerpoint/2010/main" val="1394807758"/>
      </p:ext>
    </p:extLst>
  </p:cSld>
</p:sld>
</file>

<file path=ppt/slides/slide40.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8F3E677-CFD8-4CB4-BC67-BFE1C6B0959A}"/>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E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5B47012-702D-486F-A063-09275CC9F4CA}"/>
              </a:ext>
            </a:extLst>
          </p:cNvPr>
          <p:cNvSpPr>
            <a:spLocks xmlns:a="http://schemas.openxmlformats.org/drawingml/2006/main" noGrp="1"/>
          </p:cNvSpPr>
          <p:nvPr/>
        </p:nvSpPr>
        <p:spPr>
          <a:xfrm xmlns:a="http://schemas.openxmlformats.org/drawingml/2006/main">
            <a:off x="609600" y="323850"/>
            <a:ext cx="1009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07E78"/>
                </a:solidFill>
              </a:defRPr>
            </a:defPPr>
            <a:lvl1pPr>
              <a:defRPr sz="1125" b="1">
                <a:solidFill>
                  <a:srgbClr val="007E78"/>
                </a:solidFill>
              </a:defRPr>
            </a:lvl1pPr>
            <a:lvl2pPr>
              <a:defRPr sz="1125" b="1">
                <a:solidFill>
                  <a:srgbClr val="007E78"/>
                </a:solidFill>
              </a:defRPr>
            </a:lvl2pPr>
            <a:lvl3pPr>
              <a:defRPr sz="1125" b="1">
                <a:solidFill>
                  <a:srgbClr val="007E78"/>
                </a:solidFill>
              </a:defRPr>
            </a:lvl3pPr>
            <a:lvl4pPr>
              <a:defRPr sz="1125" b="1">
                <a:solidFill>
                  <a:srgbClr val="007E78"/>
                </a:solidFill>
              </a:defRPr>
            </a:lvl4pPr>
            <a:lvl5pPr>
              <a:defRPr sz="1125" b="1">
                <a:solidFill>
                  <a:srgbClr val="007E78"/>
                </a:solidFill>
              </a:defRPr>
            </a:lvl5pPr>
            <a:lvl6pPr>
              <a:defRPr sz="1125" b="1">
                <a:solidFill>
                  <a:srgbClr val="007E78"/>
                </a:solidFill>
              </a:defRPr>
            </a:lvl6pPr>
            <a:lvl7pPr>
              <a:defRPr sz="1125" b="1">
                <a:solidFill>
                  <a:srgbClr val="007E78"/>
                </a:solidFill>
              </a:defRPr>
            </a:lvl7pPr>
            <a:lvl8pPr>
              <a:defRPr sz="1125" b="1">
                <a:solidFill>
                  <a:srgbClr val="007E78"/>
                </a:solidFill>
              </a:defRPr>
            </a:lvl8pPr>
            <a:lvl9pPr>
              <a:defRPr sz="1125" b="1">
                <a:solidFill>
                  <a:srgbClr val="007E78"/>
                </a:solidFill>
              </a:defRPr>
            </a:lvl9pPr>
          </a:lstStyle>
          <a:p xmlns:a="http://schemas.openxmlformats.org/drawingml/2006/main">
            <a:pPr>
              <a:buNone/>
              <a:defRPr sz="1125" b="1">
                <a:solidFill>
                  <a:srgbClr val="007E78"/>
                </a:solidFill>
              </a:defRPr>
            </a:pPr>
            <a:r>
              <a:rPr sz="1125" b="1">
                <a:solidFill>
                  <a:srgbClr val="007E78"/>
                </a:solidFill>
              </a:rPr>
              <a:t>39  WORKED VISUAL EXAMPLE</a:t>
            </a:r>
          </a:p>
        </p:txBody>
      </p:sp>
      <p:sp>
        <p:nvSpPr>
          <p:cNvPr id="3" name="">
            <a:extLst xmlns:a="http://schemas.openxmlformats.org/drawingml/2006/main">
              <a:ext uri="{FF2B5EF4-FFF2-40B4-BE49-F238E27FC236}">
                <a16:creationId xmlns:a16="http://schemas.microsoft.com/office/drawing/2014/main" id="{86C9C74D-E28D-435C-9D48-9B4FD384FECE}"/>
              </a:ext>
            </a:extLst>
          </p:cNvPr>
          <p:cNvSpPr>
            <a:spLocks xmlns:a="http://schemas.openxmlformats.org/drawingml/2006/main" noGrp="1"/>
          </p:cNvSpPr>
          <p:nvPr/>
        </p:nvSpPr>
        <p:spPr>
          <a:xfrm xmlns:a="http://schemas.openxmlformats.org/drawingml/2006/main">
            <a:off x="609600" y="685800"/>
            <a:ext cx="10858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10243A"/>
                </a:solidFill>
              </a:defRPr>
            </a:defPPr>
            <a:lvl1pPr>
              <a:defRPr sz="2850" b="1">
                <a:solidFill>
                  <a:srgbClr val="10243A"/>
                </a:solidFill>
              </a:defRPr>
            </a:lvl1pPr>
            <a:lvl2pPr>
              <a:defRPr sz="2850" b="1">
                <a:solidFill>
                  <a:srgbClr val="10243A"/>
                </a:solidFill>
              </a:defRPr>
            </a:lvl2pPr>
            <a:lvl3pPr>
              <a:defRPr sz="2850" b="1">
                <a:solidFill>
                  <a:srgbClr val="10243A"/>
                </a:solidFill>
              </a:defRPr>
            </a:lvl3pPr>
            <a:lvl4pPr>
              <a:defRPr sz="2850" b="1">
                <a:solidFill>
                  <a:srgbClr val="10243A"/>
                </a:solidFill>
              </a:defRPr>
            </a:lvl4pPr>
            <a:lvl5pPr>
              <a:defRPr sz="2850" b="1">
                <a:solidFill>
                  <a:srgbClr val="10243A"/>
                </a:solidFill>
              </a:defRPr>
            </a:lvl5pPr>
            <a:lvl6pPr>
              <a:defRPr sz="2850" b="1">
                <a:solidFill>
                  <a:srgbClr val="10243A"/>
                </a:solidFill>
              </a:defRPr>
            </a:lvl6pPr>
            <a:lvl7pPr>
              <a:defRPr sz="2850" b="1">
                <a:solidFill>
                  <a:srgbClr val="10243A"/>
                </a:solidFill>
              </a:defRPr>
            </a:lvl7pPr>
            <a:lvl8pPr>
              <a:defRPr sz="2850" b="1">
                <a:solidFill>
                  <a:srgbClr val="10243A"/>
                </a:solidFill>
              </a:defRPr>
            </a:lvl8pPr>
            <a:lvl9pPr>
              <a:defRPr sz="2850" b="1">
                <a:solidFill>
                  <a:srgbClr val="10243A"/>
                </a:solidFill>
              </a:defRPr>
            </a:lvl9pPr>
          </a:lstStyle>
          <a:p xmlns:a="http://schemas.openxmlformats.org/drawingml/2006/main">
            <a:pPr>
              <a:buNone/>
              <a:defRPr sz="2850" b="1">
                <a:solidFill>
                  <a:srgbClr val="10243A"/>
                </a:solidFill>
              </a:defRPr>
            </a:pPr>
            <a:r>
              <a:rPr sz="2850" b="1">
                <a:solidFill>
                  <a:srgbClr val="10243A"/>
                </a:solidFill>
              </a:rPr>
              <a:t>Transformer diagram run</a:t>
            </a:r>
          </a:p>
        </p:txBody>
      </p:sp>
      <p:sp>
        <p:nvSpPr>
          <p:cNvPr id="4" name="">
            <a:extLst xmlns:a="http://schemas.openxmlformats.org/drawingml/2006/main">
              <a:ext uri="{FF2B5EF4-FFF2-40B4-BE49-F238E27FC236}">
                <a16:creationId xmlns:a16="http://schemas.microsoft.com/office/drawing/2014/main" id="{FC458690-588B-4255-A1D7-EDC292DFC305}"/>
              </a:ext>
            </a:extLst>
          </p:cNvPr>
          <p:cNvSpPr>
            <a:spLocks xmlns:a="http://schemas.openxmlformats.org/drawingml/2006/main" noGrp="1"/>
          </p:cNvSpPr>
          <p:nvPr/>
        </p:nvSpPr>
        <p:spPr>
          <a:xfrm xmlns:a="http://schemas.openxmlformats.org/drawingml/2006/main">
            <a:off x="609600" y="6324600"/>
            <a:ext cx="10972800" cy="9525"/>
          </a:xfrm>
          <a:prstGeom xmlns:a="http://schemas.openxmlformats.org/drawingml/2006/main" prst="rect">
            <a:avLst/>
          </a:prstGeom>
          <a:solidFill xmlns:a="http://schemas.openxmlformats.org/drawingml/2006/main">
            <a:srgbClr val="D7E3E9"/>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24E0574-BF41-4260-9B1A-C61D43889669}"/>
              </a:ext>
            </a:extLst>
          </p:cNvPr>
          <p:cNvSpPr>
            <a:spLocks xmlns:a="http://schemas.openxmlformats.org/drawingml/2006/main" noGrp="1"/>
          </p:cNvSpPr>
          <p:nvPr/>
        </p:nvSpPr>
        <p:spPr>
          <a:xfrm xmlns:a="http://schemas.openxmlformats.org/drawingml/2006/main">
            <a:off x="609600" y="6429375"/>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AgentFlow  |  Final Review</a:t>
            </a:r>
          </a:p>
        </p:txBody>
      </p:sp>
      <p:sp>
        <p:nvSpPr>
          <p:cNvPr id="6" name="">
            <a:extLst xmlns:a="http://schemas.openxmlformats.org/drawingml/2006/main">
              <a:ext uri="{FF2B5EF4-FFF2-40B4-BE49-F238E27FC236}">
                <a16:creationId xmlns:a16="http://schemas.microsoft.com/office/drawing/2014/main" id="{9ACDE089-FA28-4E37-B121-901211CCD4CA}"/>
              </a:ext>
            </a:extLst>
          </p:cNvPr>
          <p:cNvSpPr>
            <a:spLocks xmlns:a="http://schemas.openxmlformats.org/drawingml/2006/main" noGrp="1"/>
          </p:cNvSpPr>
          <p:nvPr/>
        </p:nvSpPr>
        <p:spPr>
          <a:xfrm xmlns:a="http://schemas.openxmlformats.org/drawingml/2006/main">
            <a:off x="11029950" y="642937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40</a:t>
            </a:r>
          </a:p>
        </p:txBody>
      </p:sp>
      <p:sp>
        <p:nvSpPr>
          <p:cNvPr id="7" name="">
            <a:extLst xmlns:a="http://schemas.openxmlformats.org/drawingml/2006/main">
              <a:ext uri="{FF2B5EF4-FFF2-40B4-BE49-F238E27FC236}">
                <a16:creationId xmlns:a16="http://schemas.microsoft.com/office/drawing/2014/main" id="{CDDE6120-B0BA-47A0-91C1-45E584A516BB}"/>
              </a:ext>
            </a:extLst>
          </p:cNvPr>
          <p:cNvSpPr>
            <a:spLocks xmlns:a="http://schemas.openxmlformats.org/drawingml/2006/main" noGrp="1"/>
          </p:cNvSpPr>
          <p:nvPr/>
        </p:nvSpPr>
        <p:spPr>
          <a:xfrm xmlns:a="http://schemas.openxmlformats.org/drawingml/2006/main">
            <a:off x="704850" y="180975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007E78"/>
                </a:solidFill>
              </a:defRPr>
            </a:defPPr>
            <a:lvl1pPr>
              <a:defRPr sz="1575" b="1">
                <a:solidFill>
                  <a:srgbClr val="007E78"/>
                </a:solidFill>
              </a:defRPr>
            </a:lvl1pPr>
            <a:lvl2pPr>
              <a:defRPr sz="1575" b="1">
                <a:solidFill>
                  <a:srgbClr val="007E78"/>
                </a:solidFill>
              </a:defRPr>
            </a:lvl2pPr>
            <a:lvl3pPr>
              <a:defRPr sz="1575" b="1">
                <a:solidFill>
                  <a:srgbClr val="007E78"/>
                </a:solidFill>
              </a:defRPr>
            </a:lvl3pPr>
            <a:lvl4pPr>
              <a:defRPr sz="1575" b="1">
                <a:solidFill>
                  <a:srgbClr val="007E78"/>
                </a:solidFill>
              </a:defRPr>
            </a:lvl4pPr>
            <a:lvl5pPr>
              <a:defRPr sz="1575" b="1">
                <a:solidFill>
                  <a:srgbClr val="007E78"/>
                </a:solidFill>
              </a:defRPr>
            </a:lvl5pPr>
            <a:lvl6pPr>
              <a:defRPr sz="1575" b="1">
                <a:solidFill>
                  <a:srgbClr val="007E78"/>
                </a:solidFill>
              </a:defRPr>
            </a:lvl6pPr>
            <a:lvl7pPr>
              <a:defRPr sz="1575" b="1">
                <a:solidFill>
                  <a:srgbClr val="007E78"/>
                </a:solidFill>
              </a:defRPr>
            </a:lvl7pPr>
            <a:lvl8pPr>
              <a:defRPr sz="1575" b="1">
                <a:solidFill>
                  <a:srgbClr val="007E78"/>
                </a:solidFill>
              </a:defRPr>
            </a:lvl8pPr>
            <a:lvl9pPr>
              <a:defRPr sz="1575" b="1">
                <a:solidFill>
                  <a:srgbClr val="007E78"/>
                </a:solidFill>
              </a:defRPr>
            </a:lvl9pPr>
          </a:lstStyle>
          <a:p xmlns:a="http://schemas.openxmlformats.org/drawingml/2006/main">
            <a:pPr>
              <a:buNone/>
              <a:defRPr sz="1575" b="1">
                <a:solidFill>
                  <a:srgbClr val="007E78"/>
                </a:solidFill>
              </a:defRPr>
            </a:pPr>
            <a:r>
              <a:rPr sz="1575" b="1">
                <a:solidFill>
                  <a:srgbClr val="007E78"/>
                </a:solidFill>
              </a:rPr>
              <a:t>Objective</a:t>
            </a:r>
          </a:p>
        </p:txBody>
      </p:sp>
      <p:sp>
        <p:nvSpPr>
          <p:cNvPr id="8" name="">
            <a:extLst xmlns:a="http://schemas.openxmlformats.org/drawingml/2006/main">
              <a:ext uri="{FF2B5EF4-FFF2-40B4-BE49-F238E27FC236}">
                <a16:creationId xmlns:a16="http://schemas.microsoft.com/office/drawing/2014/main" id="{7A0BD7FA-C442-4402-B047-686E4CAAC8F1}"/>
              </a:ext>
            </a:extLst>
          </p:cNvPr>
          <p:cNvSpPr>
            <a:spLocks xmlns:a="http://schemas.openxmlformats.org/drawingml/2006/main" noGrp="1"/>
          </p:cNvSpPr>
          <p:nvPr/>
        </p:nvSpPr>
        <p:spPr>
          <a:xfrm xmlns:a="http://schemas.openxmlformats.org/drawingml/2006/main">
            <a:off x="3352800" y="1809750"/>
            <a:ext cx="7924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153047"/>
                </a:solidFill>
              </a:defRPr>
            </a:defPPr>
            <a:lvl1pPr>
              <a:defRPr sz="1575" b="0">
                <a:solidFill>
                  <a:srgbClr val="153047"/>
                </a:solidFill>
              </a:defRPr>
            </a:lvl1pPr>
            <a:lvl2pPr>
              <a:defRPr sz="1575" b="0">
                <a:solidFill>
                  <a:srgbClr val="153047"/>
                </a:solidFill>
              </a:defRPr>
            </a:lvl2pPr>
            <a:lvl3pPr>
              <a:defRPr sz="1575" b="0">
                <a:solidFill>
                  <a:srgbClr val="153047"/>
                </a:solidFill>
              </a:defRPr>
            </a:lvl3pPr>
            <a:lvl4pPr>
              <a:defRPr sz="1575" b="0">
                <a:solidFill>
                  <a:srgbClr val="153047"/>
                </a:solidFill>
              </a:defRPr>
            </a:lvl4pPr>
            <a:lvl5pPr>
              <a:defRPr sz="1575" b="0">
                <a:solidFill>
                  <a:srgbClr val="153047"/>
                </a:solidFill>
              </a:defRPr>
            </a:lvl5pPr>
            <a:lvl6pPr>
              <a:defRPr sz="1575" b="0">
                <a:solidFill>
                  <a:srgbClr val="153047"/>
                </a:solidFill>
              </a:defRPr>
            </a:lvl6pPr>
            <a:lvl7pPr>
              <a:defRPr sz="1575" b="0">
                <a:solidFill>
                  <a:srgbClr val="153047"/>
                </a:solidFill>
              </a:defRPr>
            </a:lvl7pPr>
            <a:lvl8pPr>
              <a:defRPr sz="1575" b="0">
                <a:solidFill>
                  <a:srgbClr val="153047"/>
                </a:solidFill>
              </a:defRPr>
            </a:lvl8pPr>
            <a:lvl9pPr>
              <a:defRPr sz="1575" b="0">
                <a:solidFill>
                  <a:srgbClr val="153047"/>
                </a:solidFill>
              </a:defRPr>
            </a:lvl9pPr>
          </a:lstStyle>
          <a:p xmlns:a="http://schemas.openxmlformats.org/drawingml/2006/main">
            <a:pPr>
              <a:buNone/>
              <a:defRPr sz="1575" b="0">
                <a:solidFill>
                  <a:srgbClr val="153047"/>
                </a:solidFill>
              </a:defRPr>
            </a:pPr>
            <a:r>
              <a:rPr sz="1575" b="0">
                <a:solidFill>
                  <a:srgbClr val="153047"/>
                </a:solidFill>
              </a:rPr>
              <a:t>Explain the workflow in an uploaded architecture PDF. The planner selects read, visual, then report.</a:t>
            </a:r>
          </a:p>
        </p:txBody>
      </p:sp>
      <p:sp>
        <p:nvSpPr>
          <p:cNvPr id="9" name="">
            <a:extLst xmlns:a="http://schemas.openxmlformats.org/drawingml/2006/main">
              <a:ext uri="{FF2B5EF4-FFF2-40B4-BE49-F238E27FC236}">
                <a16:creationId xmlns:a16="http://schemas.microsoft.com/office/drawing/2014/main" id="{41EA4C07-4720-40AF-9EE9-4DF1C6EC8C19}"/>
              </a:ext>
            </a:extLst>
          </p:cNvPr>
          <p:cNvSpPr>
            <a:spLocks xmlns:a="http://schemas.openxmlformats.org/drawingml/2006/main" noGrp="1"/>
          </p:cNvSpPr>
          <p:nvPr/>
        </p:nvSpPr>
        <p:spPr>
          <a:xfrm xmlns:a="http://schemas.openxmlformats.org/drawingml/2006/main">
            <a:off x="704850" y="285750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007E78"/>
                </a:solidFill>
              </a:defRPr>
            </a:defPPr>
            <a:lvl1pPr>
              <a:defRPr sz="1575" b="1">
                <a:solidFill>
                  <a:srgbClr val="007E78"/>
                </a:solidFill>
              </a:defRPr>
            </a:lvl1pPr>
            <a:lvl2pPr>
              <a:defRPr sz="1575" b="1">
                <a:solidFill>
                  <a:srgbClr val="007E78"/>
                </a:solidFill>
              </a:defRPr>
            </a:lvl2pPr>
            <a:lvl3pPr>
              <a:defRPr sz="1575" b="1">
                <a:solidFill>
                  <a:srgbClr val="007E78"/>
                </a:solidFill>
              </a:defRPr>
            </a:lvl3pPr>
            <a:lvl4pPr>
              <a:defRPr sz="1575" b="1">
                <a:solidFill>
                  <a:srgbClr val="007E78"/>
                </a:solidFill>
              </a:defRPr>
            </a:lvl4pPr>
            <a:lvl5pPr>
              <a:defRPr sz="1575" b="1">
                <a:solidFill>
                  <a:srgbClr val="007E78"/>
                </a:solidFill>
              </a:defRPr>
            </a:lvl5pPr>
            <a:lvl6pPr>
              <a:defRPr sz="1575" b="1">
                <a:solidFill>
                  <a:srgbClr val="007E78"/>
                </a:solidFill>
              </a:defRPr>
            </a:lvl6pPr>
            <a:lvl7pPr>
              <a:defRPr sz="1575" b="1">
                <a:solidFill>
                  <a:srgbClr val="007E78"/>
                </a:solidFill>
              </a:defRPr>
            </a:lvl7pPr>
            <a:lvl8pPr>
              <a:defRPr sz="1575" b="1">
                <a:solidFill>
                  <a:srgbClr val="007E78"/>
                </a:solidFill>
              </a:defRPr>
            </a:lvl8pPr>
            <a:lvl9pPr>
              <a:defRPr sz="1575" b="1">
                <a:solidFill>
                  <a:srgbClr val="007E78"/>
                </a:solidFill>
              </a:defRPr>
            </a:lvl9pPr>
          </a:lstStyle>
          <a:p xmlns:a="http://schemas.openxmlformats.org/drawingml/2006/main">
            <a:pPr>
              <a:buNone/>
              <a:defRPr sz="1575" b="1">
                <a:solidFill>
                  <a:srgbClr val="007E78"/>
                </a:solidFill>
              </a:defRPr>
            </a:pPr>
            <a:r>
              <a:rPr sz="1575" b="1">
                <a:solidFill>
                  <a:srgbClr val="007E78"/>
                </a:solidFill>
              </a:rPr>
              <a:t>Document Reader</a:t>
            </a:r>
          </a:p>
        </p:txBody>
      </p:sp>
      <p:sp>
        <p:nvSpPr>
          <p:cNvPr id="10" name="">
            <a:extLst xmlns:a="http://schemas.openxmlformats.org/drawingml/2006/main">
              <a:ext uri="{FF2B5EF4-FFF2-40B4-BE49-F238E27FC236}">
                <a16:creationId xmlns:a16="http://schemas.microsoft.com/office/drawing/2014/main" id="{9AC766F2-F187-48BD-9509-7E654179013C}"/>
              </a:ext>
            </a:extLst>
          </p:cNvPr>
          <p:cNvSpPr>
            <a:spLocks xmlns:a="http://schemas.openxmlformats.org/drawingml/2006/main" noGrp="1"/>
          </p:cNvSpPr>
          <p:nvPr/>
        </p:nvSpPr>
        <p:spPr>
          <a:xfrm xmlns:a="http://schemas.openxmlformats.org/drawingml/2006/main">
            <a:off x="3352800" y="2857500"/>
            <a:ext cx="7924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153047"/>
                </a:solidFill>
              </a:defRPr>
            </a:defPPr>
            <a:lvl1pPr>
              <a:defRPr sz="1575" b="0">
                <a:solidFill>
                  <a:srgbClr val="153047"/>
                </a:solidFill>
              </a:defRPr>
            </a:lvl1pPr>
            <a:lvl2pPr>
              <a:defRPr sz="1575" b="0">
                <a:solidFill>
                  <a:srgbClr val="153047"/>
                </a:solidFill>
              </a:defRPr>
            </a:lvl2pPr>
            <a:lvl3pPr>
              <a:defRPr sz="1575" b="0">
                <a:solidFill>
                  <a:srgbClr val="153047"/>
                </a:solidFill>
              </a:defRPr>
            </a:lvl3pPr>
            <a:lvl4pPr>
              <a:defRPr sz="1575" b="0">
                <a:solidFill>
                  <a:srgbClr val="153047"/>
                </a:solidFill>
              </a:defRPr>
            </a:lvl4pPr>
            <a:lvl5pPr>
              <a:defRPr sz="1575" b="0">
                <a:solidFill>
                  <a:srgbClr val="153047"/>
                </a:solidFill>
              </a:defRPr>
            </a:lvl5pPr>
            <a:lvl6pPr>
              <a:defRPr sz="1575" b="0">
                <a:solidFill>
                  <a:srgbClr val="153047"/>
                </a:solidFill>
              </a:defRPr>
            </a:lvl6pPr>
            <a:lvl7pPr>
              <a:defRPr sz="1575" b="0">
                <a:solidFill>
                  <a:srgbClr val="153047"/>
                </a:solidFill>
              </a:defRPr>
            </a:lvl7pPr>
            <a:lvl8pPr>
              <a:defRPr sz="1575" b="0">
                <a:solidFill>
                  <a:srgbClr val="153047"/>
                </a:solidFill>
              </a:defRPr>
            </a:lvl8pPr>
            <a:lvl9pPr>
              <a:defRPr sz="1575" b="0">
                <a:solidFill>
                  <a:srgbClr val="153047"/>
                </a:solidFill>
              </a:defRPr>
            </a:lvl9pPr>
          </a:lstStyle>
          <a:p xmlns:a="http://schemas.openxmlformats.org/drawingml/2006/main">
            <a:pPr>
              <a:buNone/>
              <a:defRPr sz="1575" b="0">
                <a:solidFill>
                  <a:srgbClr val="153047"/>
                </a:solidFill>
              </a:defRPr>
            </a:pPr>
            <a:r>
              <a:rPr sz="1575" b="0">
                <a:solidFill>
                  <a:srgbClr val="153047"/>
                </a:solidFill>
              </a:rPr>
              <a:t>Extracts paper text and OCR text per page, retaining page numbers for citations.</a:t>
            </a:r>
          </a:p>
        </p:txBody>
      </p:sp>
      <p:sp>
        <p:nvSpPr>
          <p:cNvPr id="11" name="">
            <a:extLst xmlns:a="http://schemas.openxmlformats.org/drawingml/2006/main">
              <a:ext uri="{FF2B5EF4-FFF2-40B4-BE49-F238E27FC236}">
                <a16:creationId xmlns:a16="http://schemas.microsoft.com/office/drawing/2014/main" id="{31D8AAE3-F3F9-49FB-AFE2-2C392B0F94B0}"/>
              </a:ext>
            </a:extLst>
          </p:cNvPr>
          <p:cNvSpPr>
            <a:spLocks xmlns:a="http://schemas.openxmlformats.org/drawingml/2006/main" noGrp="1"/>
          </p:cNvSpPr>
          <p:nvPr/>
        </p:nvSpPr>
        <p:spPr>
          <a:xfrm xmlns:a="http://schemas.openxmlformats.org/drawingml/2006/main">
            <a:off x="704850" y="390525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007E78"/>
                </a:solidFill>
              </a:defRPr>
            </a:defPPr>
            <a:lvl1pPr>
              <a:defRPr sz="1575" b="1">
                <a:solidFill>
                  <a:srgbClr val="007E78"/>
                </a:solidFill>
              </a:defRPr>
            </a:lvl1pPr>
            <a:lvl2pPr>
              <a:defRPr sz="1575" b="1">
                <a:solidFill>
                  <a:srgbClr val="007E78"/>
                </a:solidFill>
              </a:defRPr>
            </a:lvl2pPr>
            <a:lvl3pPr>
              <a:defRPr sz="1575" b="1">
                <a:solidFill>
                  <a:srgbClr val="007E78"/>
                </a:solidFill>
              </a:defRPr>
            </a:lvl3pPr>
            <a:lvl4pPr>
              <a:defRPr sz="1575" b="1">
                <a:solidFill>
                  <a:srgbClr val="007E78"/>
                </a:solidFill>
              </a:defRPr>
            </a:lvl4pPr>
            <a:lvl5pPr>
              <a:defRPr sz="1575" b="1">
                <a:solidFill>
                  <a:srgbClr val="007E78"/>
                </a:solidFill>
              </a:defRPr>
            </a:lvl5pPr>
            <a:lvl6pPr>
              <a:defRPr sz="1575" b="1">
                <a:solidFill>
                  <a:srgbClr val="007E78"/>
                </a:solidFill>
              </a:defRPr>
            </a:lvl6pPr>
            <a:lvl7pPr>
              <a:defRPr sz="1575" b="1">
                <a:solidFill>
                  <a:srgbClr val="007E78"/>
                </a:solidFill>
              </a:defRPr>
            </a:lvl7pPr>
            <a:lvl8pPr>
              <a:defRPr sz="1575" b="1">
                <a:solidFill>
                  <a:srgbClr val="007E78"/>
                </a:solidFill>
              </a:defRPr>
            </a:lvl8pPr>
            <a:lvl9pPr>
              <a:defRPr sz="1575" b="1">
                <a:solidFill>
                  <a:srgbClr val="007E78"/>
                </a:solidFill>
              </a:defRPr>
            </a:lvl9pPr>
          </a:lstStyle>
          <a:p xmlns:a="http://schemas.openxmlformats.org/drawingml/2006/main">
            <a:pPr>
              <a:buNone/>
              <a:defRPr sz="1575" b="1">
                <a:solidFill>
                  <a:srgbClr val="007E78"/>
                </a:solidFill>
              </a:defRPr>
            </a:pPr>
            <a:r>
              <a:rPr sz="1575" b="1">
                <a:solidFill>
                  <a:srgbClr val="007E78"/>
                </a:solidFill>
              </a:rPr>
              <a:t>Visual Analyst</a:t>
            </a:r>
          </a:p>
        </p:txBody>
      </p:sp>
      <p:sp>
        <p:nvSpPr>
          <p:cNvPr id="12" name="">
            <a:extLst xmlns:a="http://schemas.openxmlformats.org/drawingml/2006/main">
              <a:ext uri="{FF2B5EF4-FFF2-40B4-BE49-F238E27FC236}">
                <a16:creationId xmlns:a16="http://schemas.microsoft.com/office/drawing/2014/main" id="{E887F6A2-CFCA-4998-ACC0-3574E4D62952}"/>
              </a:ext>
            </a:extLst>
          </p:cNvPr>
          <p:cNvSpPr>
            <a:spLocks xmlns:a="http://schemas.openxmlformats.org/drawingml/2006/main" noGrp="1"/>
          </p:cNvSpPr>
          <p:nvPr/>
        </p:nvSpPr>
        <p:spPr>
          <a:xfrm xmlns:a="http://schemas.openxmlformats.org/drawingml/2006/main">
            <a:off x="3352800" y="3905250"/>
            <a:ext cx="7924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153047"/>
                </a:solidFill>
              </a:defRPr>
            </a:defPPr>
            <a:lvl1pPr>
              <a:defRPr sz="1575" b="0">
                <a:solidFill>
                  <a:srgbClr val="153047"/>
                </a:solidFill>
              </a:defRPr>
            </a:lvl1pPr>
            <a:lvl2pPr>
              <a:defRPr sz="1575" b="0">
                <a:solidFill>
                  <a:srgbClr val="153047"/>
                </a:solidFill>
              </a:defRPr>
            </a:lvl2pPr>
            <a:lvl3pPr>
              <a:defRPr sz="1575" b="0">
                <a:solidFill>
                  <a:srgbClr val="153047"/>
                </a:solidFill>
              </a:defRPr>
            </a:lvl3pPr>
            <a:lvl4pPr>
              <a:defRPr sz="1575" b="0">
                <a:solidFill>
                  <a:srgbClr val="153047"/>
                </a:solidFill>
              </a:defRPr>
            </a:lvl4pPr>
            <a:lvl5pPr>
              <a:defRPr sz="1575" b="0">
                <a:solidFill>
                  <a:srgbClr val="153047"/>
                </a:solidFill>
              </a:defRPr>
            </a:lvl5pPr>
            <a:lvl6pPr>
              <a:defRPr sz="1575" b="0">
                <a:solidFill>
                  <a:srgbClr val="153047"/>
                </a:solidFill>
              </a:defRPr>
            </a:lvl6pPr>
            <a:lvl7pPr>
              <a:defRPr sz="1575" b="0">
                <a:solidFill>
                  <a:srgbClr val="153047"/>
                </a:solidFill>
              </a:defRPr>
            </a:lvl7pPr>
            <a:lvl8pPr>
              <a:defRPr sz="1575" b="0">
                <a:solidFill>
                  <a:srgbClr val="153047"/>
                </a:solidFill>
              </a:defRPr>
            </a:lvl8pPr>
            <a:lvl9pPr>
              <a:defRPr sz="1575" b="0">
                <a:solidFill>
                  <a:srgbClr val="153047"/>
                </a:solidFill>
              </a:defRPr>
            </a:lvl9pPr>
          </a:lstStyle>
          <a:p xmlns:a="http://schemas.openxmlformats.org/drawingml/2006/main">
            <a:pPr>
              <a:buNone/>
              <a:defRPr sz="1575" b="0">
                <a:solidFill>
                  <a:srgbClr val="153047"/>
                </a:solidFill>
              </a:defRPr>
            </a:pPr>
            <a:r>
              <a:rPr sz="1575" b="0">
                <a:solidFill>
                  <a:srgbClr val="153047"/>
                </a:solidFill>
              </a:rPr>
              <a:t>Finds the architecture figure and attention detail, then returns labels and left/right placement.</a:t>
            </a:r>
          </a:p>
        </p:txBody>
      </p:sp>
      <p:sp>
        <p:nvSpPr>
          <p:cNvPr id="13" name="">
            <a:extLst xmlns:a="http://schemas.openxmlformats.org/drawingml/2006/main">
              <a:ext uri="{FF2B5EF4-FFF2-40B4-BE49-F238E27FC236}">
                <a16:creationId xmlns:a16="http://schemas.microsoft.com/office/drawing/2014/main" id="{433C0AE9-240C-4115-BD37-137628C11001}"/>
              </a:ext>
            </a:extLst>
          </p:cNvPr>
          <p:cNvSpPr>
            <a:spLocks xmlns:a="http://schemas.openxmlformats.org/drawingml/2006/main" noGrp="1"/>
          </p:cNvSpPr>
          <p:nvPr/>
        </p:nvSpPr>
        <p:spPr>
          <a:xfrm xmlns:a="http://schemas.openxmlformats.org/drawingml/2006/main">
            <a:off x="704850" y="495300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007E78"/>
                </a:solidFill>
              </a:defRPr>
            </a:defPPr>
            <a:lvl1pPr>
              <a:defRPr sz="1575" b="1">
                <a:solidFill>
                  <a:srgbClr val="007E78"/>
                </a:solidFill>
              </a:defRPr>
            </a:lvl1pPr>
            <a:lvl2pPr>
              <a:defRPr sz="1575" b="1">
                <a:solidFill>
                  <a:srgbClr val="007E78"/>
                </a:solidFill>
              </a:defRPr>
            </a:lvl2pPr>
            <a:lvl3pPr>
              <a:defRPr sz="1575" b="1">
                <a:solidFill>
                  <a:srgbClr val="007E78"/>
                </a:solidFill>
              </a:defRPr>
            </a:lvl3pPr>
            <a:lvl4pPr>
              <a:defRPr sz="1575" b="1">
                <a:solidFill>
                  <a:srgbClr val="007E78"/>
                </a:solidFill>
              </a:defRPr>
            </a:lvl4pPr>
            <a:lvl5pPr>
              <a:defRPr sz="1575" b="1">
                <a:solidFill>
                  <a:srgbClr val="007E78"/>
                </a:solidFill>
              </a:defRPr>
            </a:lvl5pPr>
            <a:lvl6pPr>
              <a:defRPr sz="1575" b="1">
                <a:solidFill>
                  <a:srgbClr val="007E78"/>
                </a:solidFill>
              </a:defRPr>
            </a:lvl6pPr>
            <a:lvl7pPr>
              <a:defRPr sz="1575" b="1">
                <a:solidFill>
                  <a:srgbClr val="007E78"/>
                </a:solidFill>
              </a:defRPr>
            </a:lvl7pPr>
            <a:lvl8pPr>
              <a:defRPr sz="1575" b="1">
                <a:solidFill>
                  <a:srgbClr val="007E78"/>
                </a:solidFill>
              </a:defRPr>
            </a:lvl8pPr>
            <a:lvl9pPr>
              <a:defRPr sz="1575" b="1">
                <a:solidFill>
                  <a:srgbClr val="007E78"/>
                </a:solidFill>
              </a:defRPr>
            </a:lvl9pPr>
          </a:lstStyle>
          <a:p xmlns:a="http://schemas.openxmlformats.org/drawingml/2006/main">
            <a:pPr>
              <a:buNone/>
              <a:defRPr sz="1575" b="1">
                <a:solidFill>
                  <a:srgbClr val="007E78"/>
                </a:solidFill>
              </a:defRPr>
            </a:pPr>
            <a:r>
              <a:rPr sz="1575" b="1">
                <a:solidFill>
                  <a:srgbClr val="007E78"/>
                </a:solidFill>
              </a:rPr>
              <a:t>Report + review</a:t>
            </a:r>
          </a:p>
        </p:txBody>
      </p:sp>
      <p:sp>
        <p:nvSpPr>
          <p:cNvPr id="14" name="">
            <a:extLst xmlns:a="http://schemas.openxmlformats.org/drawingml/2006/main">
              <a:ext uri="{FF2B5EF4-FFF2-40B4-BE49-F238E27FC236}">
                <a16:creationId xmlns:a16="http://schemas.microsoft.com/office/drawing/2014/main" id="{5BAF7FEE-A9B6-4FA8-8F3C-700EFE64FBD8}"/>
              </a:ext>
            </a:extLst>
          </p:cNvPr>
          <p:cNvSpPr>
            <a:spLocks xmlns:a="http://schemas.openxmlformats.org/drawingml/2006/main" noGrp="1"/>
          </p:cNvSpPr>
          <p:nvPr/>
        </p:nvSpPr>
        <p:spPr>
          <a:xfrm xmlns:a="http://schemas.openxmlformats.org/drawingml/2006/main">
            <a:off x="3352800" y="4953000"/>
            <a:ext cx="7924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153047"/>
                </a:solidFill>
              </a:defRPr>
            </a:defPPr>
            <a:lvl1pPr>
              <a:defRPr sz="1575" b="0">
                <a:solidFill>
                  <a:srgbClr val="153047"/>
                </a:solidFill>
              </a:defRPr>
            </a:lvl1pPr>
            <a:lvl2pPr>
              <a:defRPr sz="1575" b="0">
                <a:solidFill>
                  <a:srgbClr val="153047"/>
                </a:solidFill>
              </a:defRPr>
            </a:lvl2pPr>
            <a:lvl3pPr>
              <a:defRPr sz="1575" b="0">
                <a:solidFill>
                  <a:srgbClr val="153047"/>
                </a:solidFill>
              </a:defRPr>
            </a:lvl3pPr>
            <a:lvl4pPr>
              <a:defRPr sz="1575" b="0">
                <a:solidFill>
                  <a:srgbClr val="153047"/>
                </a:solidFill>
              </a:defRPr>
            </a:lvl4pPr>
            <a:lvl5pPr>
              <a:defRPr sz="1575" b="0">
                <a:solidFill>
                  <a:srgbClr val="153047"/>
                </a:solidFill>
              </a:defRPr>
            </a:lvl5pPr>
            <a:lvl6pPr>
              <a:defRPr sz="1575" b="0">
                <a:solidFill>
                  <a:srgbClr val="153047"/>
                </a:solidFill>
              </a:defRPr>
            </a:lvl6pPr>
            <a:lvl7pPr>
              <a:defRPr sz="1575" b="0">
                <a:solidFill>
                  <a:srgbClr val="153047"/>
                </a:solidFill>
              </a:defRPr>
            </a:lvl7pPr>
            <a:lvl8pPr>
              <a:defRPr sz="1575" b="0">
                <a:solidFill>
                  <a:srgbClr val="153047"/>
                </a:solidFill>
              </a:defRPr>
            </a:lvl8pPr>
            <a:lvl9pPr>
              <a:defRPr sz="1575" b="0">
                <a:solidFill>
                  <a:srgbClr val="153047"/>
                </a:solidFill>
              </a:defRPr>
            </a:lvl9pPr>
          </a:lstStyle>
          <a:p xmlns:a="http://schemas.openxmlformats.org/drawingml/2006/main">
            <a:pPr>
              <a:buNone/>
              <a:defRPr sz="1575" b="0">
                <a:solidFill>
                  <a:srgbClr val="153047"/>
                </a:solidFill>
              </a:defRPr>
            </a:pPr>
            <a:r>
              <a:rPr sz="1575" b="0">
                <a:solidFill>
                  <a:srgbClr val="153047"/>
                </a:solidFill>
              </a:rPr>
              <a:t>The writer orders the encoder and decoder steps. The reviewer checks coverage and evidence consistency.</a:t>
            </a:r>
          </a:p>
        </p:txBody>
      </p:sp>
    </p:spTree>
    <p:extLst>
      <p:ext uri="{BB962C8B-B14F-4D97-AF65-F5344CB8AC3E}">
        <p14:creationId xmlns:p14="http://schemas.microsoft.com/office/powerpoint/2010/main" val="1394807758"/>
      </p:ext>
    </p:extLst>
  </p:cSld>
</p:sld>
</file>

<file path=ppt/slides/slide41.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8F3E677-CFD8-4CB4-BC67-BFE1C6B0959A}"/>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E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5B47012-702D-486F-A063-09275CC9F4CA}"/>
              </a:ext>
            </a:extLst>
          </p:cNvPr>
          <p:cNvSpPr>
            <a:spLocks xmlns:a="http://schemas.openxmlformats.org/drawingml/2006/main" noGrp="1"/>
          </p:cNvSpPr>
          <p:nvPr/>
        </p:nvSpPr>
        <p:spPr>
          <a:xfrm xmlns:a="http://schemas.openxmlformats.org/drawingml/2006/main">
            <a:off x="609600" y="323850"/>
            <a:ext cx="1009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07E78"/>
                </a:solidFill>
              </a:defRPr>
            </a:defPPr>
            <a:lvl1pPr>
              <a:defRPr sz="1125" b="1">
                <a:solidFill>
                  <a:srgbClr val="007E78"/>
                </a:solidFill>
              </a:defRPr>
            </a:lvl1pPr>
            <a:lvl2pPr>
              <a:defRPr sz="1125" b="1">
                <a:solidFill>
                  <a:srgbClr val="007E78"/>
                </a:solidFill>
              </a:defRPr>
            </a:lvl2pPr>
            <a:lvl3pPr>
              <a:defRPr sz="1125" b="1">
                <a:solidFill>
                  <a:srgbClr val="007E78"/>
                </a:solidFill>
              </a:defRPr>
            </a:lvl3pPr>
            <a:lvl4pPr>
              <a:defRPr sz="1125" b="1">
                <a:solidFill>
                  <a:srgbClr val="007E78"/>
                </a:solidFill>
              </a:defRPr>
            </a:lvl4pPr>
            <a:lvl5pPr>
              <a:defRPr sz="1125" b="1">
                <a:solidFill>
                  <a:srgbClr val="007E78"/>
                </a:solidFill>
              </a:defRPr>
            </a:lvl5pPr>
            <a:lvl6pPr>
              <a:defRPr sz="1125" b="1">
                <a:solidFill>
                  <a:srgbClr val="007E78"/>
                </a:solidFill>
              </a:defRPr>
            </a:lvl6pPr>
            <a:lvl7pPr>
              <a:defRPr sz="1125" b="1">
                <a:solidFill>
                  <a:srgbClr val="007E78"/>
                </a:solidFill>
              </a:defRPr>
            </a:lvl7pPr>
            <a:lvl8pPr>
              <a:defRPr sz="1125" b="1">
                <a:solidFill>
                  <a:srgbClr val="007E78"/>
                </a:solidFill>
              </a:defRPr>
            </a:lvl8pPr>
            <a:lvl9pPr>
              <a:defRPr sz="1125" b="1">
                <a:solidFill>
                  <a:srgbClr val="007E78"/>
                </a:solidFill>
              </a:defRPr>
            </a:lvl9pPr>
          </a:lstStyle>
          <a:p xmlns:a="http://schemas.openxmlformats.org/drawingml/2006/main">
            <a:pPr>
              <a:buNone/>
              <a:defRPr sz="1125" b="1">
                <a:solidFill>
                  <a:srgbClr val="007E78"/>
                </a:solidFill>
              </a:defRPr>
            </a:pPr>
            <a:r>
              <a:rPr sz="1125" b="1">
                <a:solidFill>
                  <a:srgbClr val="007E78"/>
                </a:solidFill>
              </a:rPr>
              <a:t>40  DATA ANALYSIS UPDATE</a:t>
            </a:r>
          </a:p>
        </p:txBody>
      </p:sp>
      <p:sp>
        <p:nvSpPr>
          <p:cNvPr id="3" name="">
            <a:extLst xmlns:a="http://schemas.openxmlformats.org/drawingml/2006/main">
              <a:ext uri="{FF2B5EF4-FFF2-40B4-BE49-F238E27FC236}">
                <a16:creationId xmlns:a16="http://schemas.microsoft.com/office/drawing/2014/main" id="{86C9C74D-E28D-435C-9D48-9B4FD384FECE}"/>
              </a:ext>
            </a:extLst>
          </p:cNvPr>
          <p:cNvSpPr>
            <a:spLocks xmlns:a="http://schemas.openxmlformats.org/drawingml/2006/main" noGrp="1"/>
          </p:cNvSpPr>
          <p:nvPr/>
        </p:nvSpPr>
        <p:spPr>
          <a:xfrm xmlns:a="http://schemas.openxmlformats.org/drawingml/2006/main">
            <a:off x="609600" y="685800"/>
            <a:ext cx="10858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10243A"/>
                </a:solidFill>
              </a:defRPr>
            </a:defPPr>
            <a:lvl1pPr>
              <a:defRPr sz="2850" b="1">
                <a:solidFill>
                  <a:srgbClr val="10243A"/>
                </a:solidFill>
              </a:defRPr>
            </a:lvl1pPr>
            <a:lvl2pPr>
              <a:defRPr sz="2850" b="1">
                <a:solidFill>
                  <a:srgbClr val="10243A"/>
                </a:solidFill>
              </a:defRPr>
            </a:lvl2pPr>
            <a:lvl3pPr>
              <a:defRPr sz="2850" b="1">
                <a:solidFill>
                  <a:srgbClr val="10243A"/>
                </a:solidFill>
              </a:defRPr>
            </a:lvl3pPr>
            <a:lvl4pPr>
              <a:defRPr sz="2850" b="1">
                <a:solidFill>
                  <a:srgbClr val="10243A"/>
                </a:solidFill>
              </a:defRPr>
            </a:lvl4pPr>
            <a:lvl5pPr>
              <a:defRPr sz="2850" b="1">
                <a:solidFill>
                  <a:srgbClr val="10243A"/>
                </a:solidFill>
              </a:defRPr>
            </a:lvl5pPr>
            <a:lvl6pPr>
              <a:defRPr sz="2850" b="1">
                <a:solidFill>
                  <a:srgbClr val="10243A"/>
                </a:solidFill>
              </a:defRPr>
            </a:lvl6pPr>
            <a:lvl7pPr>
              <a:defRPr sz="2850" b="1">
                <a:solidFill>
                  <a:srgbClr val="10243A"/>
                </a:solidFill>
              </a:defRPr>
            </a:lvl7pPr>
            <a:lvl8pPr>
              <a:defRPr sz="2850" b="1">
                <a:solidFill>
                  <a:srgbClr val="10243A"/>
                </a:solidFill>
              </a:defRPr>
            </a:lvl8pPr>
            <a:lvl9pPr>
              <a:defRPr sz="2850" b="1">
                <a:solidFill>
                  <a:srgbClr val="10243A"/>
                </a:solidFill>
              </a:defRPr>
            </a:lvl9pPr>
          </a:lstStyle>
          <a:p xmlns:a="http://schemas.openxmlformats.org/drawingml/2006/main">
            <a:pPr>
              <a:buNone/>
              <a:defRPr sz="2850" b="1">
                <a:solidFill>
                  <a:srgbClr val="10243A"/>
                </a:solidFill>
              </a:defRPr>
            </a:pPr>
            <a:r>
              <a:rPr sz="2850" b="1">
                <a:solidFill>
                  <a:srgbClr val="10243A"/>
                </a:solidFill>
              </a:rPr>
              <a:t>Charts from uploaded values</a:t>
            </a:r>
          </a:p>
        </p:txBody>
      </p:sp>
      <p:sp>
        <p:nvSpPr>
          <p:cNvPr id="4" name="">
            <a:extLst xmlns:a="http://schemas.openxmlformats.org/drawingml/2006/main">
              <a:ext uri="{FF2B5EF4-FFF2-40B4-BE49-F238E27FC236}">
                <a16:creationId xmlns:a16="http://schemas.microsoft.com/office/drawing/2014/main" id="{FC458690-588B-4255-A1D7-EDC292DFC305}"/>
              </a:ext>
            </a:extLst>
          </p:cNvPr>
          <p:cNvSpPr>
            <a:spLocks xmlns:a="http://schemas.openxmlformats.org/drawingml/2006/main" noGrp="1"/>
          </p:cNvSpPr>
          <p:nvPr/>
        </p:nvSpPr>
        <p:spPr>
          <a:xfrm xmlns:a="http://schemas.openxmlformats.org/drawingml/2006/main">
            <a:off x="609600" y="6324600"/>
            <a:ext cx="10972800" cy="9525"/>
          </a:xfrm>
          <a:prstGeom xmlns:a="http://schemas.openxmlformats.org/drawingml/2006/main" prst="rect">
            <a:avLst/>
          </a:prstGeom>
          <a:solidFill xmlns:a="http://schemas.openxmlformats.org/drawingml/2006/main">
            <a:srgbClr val="D7E3E9"/>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24E0574-BF41-4260-9B1A-C61D43889669}"/>
              </a:ext>
            </a:extLst>
          </p:cNvPr>
          <p:cNvSpPr>
            <a:spLocks xmlns:a="http://schemas.openxmlformats.org/drawingml/2006/main" noGrp="1"/>
          </p:cNvSpPr>
          <p:nvPr/>
        </p:nvSpPr>
        <p:spPr>
          <a:xfrm xmlns:a="http://schemas.openxmlformats.org/drawingml/2006/main">
            <a:off x="609600" y="6429375"/>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AgentFlow  |  Final Review</a:t>
            </a:r>
          </a:p>
        </p:txBody>
      </p:sp>
      <p:sp>
        <p:nvSpPr>
          <p:cNvPr id="6" name="">
            <a:extLst xmlns:a="http://schemas.openxmlformats.org/drawingml/2006/main">
              <a:ext uri="{FF2B5EF4-FFF2-40B4-BE49-F238E27FC236}">
                <a16:creationId xmlns:a16="http://schemas.microsoft.com/office/drawing/2014/main" id="{9ACDE089-FA28-4E37-B121-901211CCD4CA}"/>
              </a:ext>
            </a:extLst>
          </p:cNvPr>
          <p:cNvSpPr>
            <a:spLocks xmlns:a="http://schemas.openxmlformats.org/drawingml/2006/main" noGrp="1"/>
          </p:cNvSpPr>
          <p:nvPr/>
        </p:nvSpPr>
        <p:spPr>
          <a:xfrm xmlns:a="http://schemas.openxmlformats.org/drawingml/2006/main">
            <a:off x="11029950" y="642937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41</a:t>
            </a:r>
          </a:p>
        </p:txBody>
      </p:sp>
      <p:sp>
        <p:nvSpPr>
          <p:cNvPr id="7" name="">
            <a:extLst xmlns:a="http://schemas.openxmlformats.org/drawingml/2006/main">
              <a:ext uri="{FF2B5EF4-FFF2-40B4-BE49-F238E27FC236}">
                <a16:creationId xmlns:a16="http://schemas.microsoft.com/office/drawing/2014/main" id="{CDDE6120-B0BA-47A0-91C1-45E584A516BB}"/>
              </a:ext>
            </a:extLst>
          </p:cNvPr>
          <p:cNvSpPr>
            <a:spLocks xmlns:a="http://schemas.openxmlformats.org/drawingml/2006/main" noGrp="1"/>
          </p:cNvSpPr>
          <p:nvPr/>
        </p:nvSpPr>
        <p:spPr>
          <a:xfrm xmlns:a="http://schemas.openxmlformats.org/drawingml/2006/main">
            <a:off x="704850" y="180975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007E78"/>
                </a:solidFill>
              </a:defRPr>
            </a:defPPr>
            <a:lvl1pPr>
              <a:defRPr sz="1575" b="1">
                <a:solidFill>
                  <a:srgbClr val="007E78"/>
                </a:solidFill>
              </a:defRPr>
            </a:lvl1pPr>
            <a:lvl2pPr>
              <a:defRPr sz="1575" b="1">
                <a:solidFill>
                  <a:srgbClr val="007E78"/>
                </a:solidFill>
              </a:defRPr>
            </a:lvl2pPr>
            <a:lvl3pPr>
              <a:defRPr sz="1575" b="1">
                <a:solidFill>
                  <a:srgbClr val="007E78"/>
                </a:solidFill>
              </a:defRPr>
            </a:lvl3pPr>
            <a:lvl4pPr>
              <a:defRPr sz="1575" b="1">
                <a:solidFill>
                  <a:srgbClr val="007E78"/>
                </a:solidFill>
              </a:defRPr>
            </a:lvl4pPr>
            <a:lvl5pPr>
              <a:defRPr sz="1575" b="1">
                <a:solidFill>
                  <a:srgbClr val="007E78"/>
                </a:solidFill>
              </a:defRPr>
            </a:lvl5pPr>
            <a:lvl6pPr>
              <a:defRPr sz="1575" b="1">
                <a:solidFill>
                  <a:srgbClr val="007E78"/>
                </a:solidFill>
              </a:defRPr>
            </a:lvl6pPr>
            <a:lvl7pPr>
              <a:defRPr sz="1575" b="1">
                <a:solidFill>
                  <a:srgbClr val="007E78"/>
                </a:solidFill>
              </a:defRPr>
            </a:lvl7pPr>
            <a:lvl8pPr>
              <a:defRPr sz="1575" b="1">
                <a:solidFill>
                  <a:srgbClr val="007E78"/>
                </a:solidFill>
              </a:defRPr>
            </a:lvl8pPr>
            <a:lvl9pPr>
              <a:defRPr sz="1575" b="1">
                <a:solidFill>
                  <a:srgbClr val="007E78"/>
                </a:solidFill>
              </a:defRPr>
            </a:lvl9pPr>
          </a:lstStyle>
          <a:p xmlns:a="http://schemas.openxmlformats.org/drawingml/2006/main">
            <a:pPr>
              <a:buNone/>
              <a:defRPr sz="1575" b="1">
                <a:solidFill>
                  <a:srgbClr val="007E78"/>
                </a:solidFill>
              </a:defRPr>
            </a:pPr>
            <a:r>
              <a:rPr sz="1575" b="1">
                <a:solidFill>
                  <a:srgbClr val="007E78"/>
                </a:solidFill>
              </a:rPr>
              <a:t>Column profiling</a:t>
            </a:r>
          </a:p>
        </p:txBody>
      </p:sp>
      <p:sp>
        <p:nvSpPr>
          <p:cNvPr id="8" name="">
            <a:extLst xmlns:a="http://schemas.openxmlformats.org/drawingml/2006/main">
              <a:ext uri="{FF2B5EF4-FFF2-40B4-BE49-F238E27FC236}">
                <a16:creationId xmlns:a16="http://schemas.microsoft.com/office/drawing/2014/main" id="{7A0BD7FA-C442-4402-B047-686E4CAAC8F1}"/>
              </a:ext>
            </a:extLst>
          </p:cNvPr>
          <p:cNvSpPr>
            <a:spLocks xmlns:a="http://schemas.openxmlformats.org/drawingml/2006/main" noGrp="1"/>
          </p:cNvSpPr>
          <p:nvPr/>
        </p:nvSpPr>
        <p:spPr>
          <a:xfrm xmlns:a="http://schemas.openxmlformats.org/drawingml/2006/main">
            <a:off x="3352800" y="1809750"/>
            <a:ext cx="7924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153047"/>
                </a:solidFill>
              </a:defRPr>
            </a:defPPr>
            <a:lvl1pPr>
              <a:defRPr sz="1575" b="0">
                <a:solidFill>
                  <a:srgbClr val="153047"/>
                </a:solidFill>
              </a:defRPr>
            </a:lvl1pPr>
            <a:lvl2pPr>
              <a:defRPr sz="1575" b="0">
                <a:solidFill>
                  <a:srgbClr val="153047"/>
                </a:solidFill>
              </a:defRPr>
            </a:lvl2pPr>
            <a:lvl3pPr>
              <a:defRPr sz="1575" b="0">
                <a:solidFill>
                  <a:srgbClr val="153047"/>
                </a:solidFill>
              </a:defRPr>
            </a:lvl3pPr>
            <a:lvl4pPr>
              <a:defRPr sz="1575" b="0">
                <a:solidFill>
                  <a:srgbClr val="153047"/>
                </a:solidFill>
              </a:defRPr>
            </a:lvl4pPr>
            <a:lvl5pPr>
              <a:defRPr sz="1575" b="0">
                <a:solidFill>
                  <a:srgbClr val="153047"/>
                </a:solidFill>
              </a:defRPr>
            </a:lvl5pPr>
            <a:lvl6pPr>
              <a:defRPr sz="1575" b="0">
                <a:solidFill>
                  <a:srgbClr val="153047"/>
                </a:solidFill>
              </a:defRPr>
            </a:lvl6pPr>
            <a:lvl7pPr>
              <a:defRPr sz="1575" b="0">
                <a:solidFill>
                  <a:srgbClr val="153047"/>
                </a:solidFill>
              </a:defRPr>
            </a:lvl7pPr>
            <a:lvl8pPr>
              <a:defRPr sz="1575" b="0">
                <a:solidFill>
                  <a:srgbClr val="153047"/>
                </a:solidFill>
              </a:defRPr>
            </a:lvl8pPr>
            <a:lvl9pPr>
              <a:defRPr sz="1575" b="0">
                <a:solidFill>
                  <a:srgbClr val="153047"/>
                </a:solidFill>
              </a:defRPr>
            </a:lvl9pPr>
          </a:lstStyle>
          <a:p xmlns:a="http://schemas.openxmlformats.org/drawingml/2006/main">
            <a:pPr>
              <a:buNone/>
              <a:defRPr sz="1575" b="0">
                <a:solidFill>
                  <a:srgbClr val="153047"/>
                </a:solidFill>
              </a:defRPr>
            </a:pPr>
            <a:r>
              <a:rPr sz="1575" b="0">
                <a:solidFill>
                  <a:srgbClr val="153047"/>
                </a:solidFill>
              </a:rPr>
              <a:t>The reader records data types, missingness, numeric ranges, and useful category or time columns.</a:t>
            </a:r>
          </a:p>
        </p:txBody>
      </p:sp>
      <p:sp>
        <p:nvSpPr>
          <p:cNvPr id="9" name="">
            <a:extLst xmlns:a="http://schemas.openxmlformats.org/drawingml/2006/main">
              <a:ext uri="{FF2B5EF4-FFF2-40B4-BE49-F238E27FC236}">
                <a16:creationId xmlns:a16="http://schemas.microsoft.com/office/drawing/2014/main" id="{41EA4C07-4720-40AF-9EE9-4DF1C6EC8C19}"/>
              </a:ext>
            </a:extLst>
          </p:cNvPr>
          <p:cNvSpPr>
            <a:spLocks xmlns:a="http://schemas.openxmlformats.org/drawingml/2006/main" noGrp="1"/>
          </p:cNvSpPr>
          <p:nvPr/>
        </p:nvSpPr>
        <p:spPr>
          <a:xfrm xmlns:a="http://schemas.openxmlformats.org/drawingml/2006/main">
            <a:off x="704850" y="285750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007E78"/>
                </a:solidFill>
              </a:defRPr>
            </a:defPPr>
            <a:lvl1pPr>
              <a:defRPr sz="1575" b="1">
                <a:solidFill>
                  <a:srgbClr val="007E78"/>
                </a:solidFill>
              </a:defRPr>
            </a:lvl1pPr>
            <a:lvl2pPr>
              <a:defRPr sz="1575" b="1">
                <a:solidFill>
                  <a:srgbClr val="007E78"/>
                </a:solidFill>
              </a:defRPr>
            </a:lvl2pPr>
            <a:lvl3pPr>
              <a:defRPr sz="1575" b="1">
                <a:solidFill>
                  <a:srgbClr val="007E78"/>
                </a:solidFill>
              </a:defRPr>
            </a:lvl3pPr>
            <a:lvl4pPr>
              <a:defRPr sz="1575" b="1">
                <a:solidFill>
                  <a:srgbClr val="007E78"/>
                </a:solidFill>
              </a:defRPr>
            </a:lvl4pPr>
            <a:lvl5pPr>
              <a:defRPr sz="1575" b="1">
                <a:solidFill>
                  <a:srgbClr val="007E78"/>
                </a:solidFill>
              </a:defRPr>
            </a:lvl5pPr>
            <a:lvl6pPr>
              <a:defRPr sz="1575" b="1">
                <a:solidFill>
                  <a:srgbClr val="007E78"/>
                </a:solidFill>
              </a:defRPr>
            </a:lvl6pPr>
            <a:lvl7pPr>
              <a:defRPr sz="1575" b="1">
                <a:solidFill>
                  <a:srgbClr val="007E78"/>
                </a:solidFill>
              </a:defRPr>
            </a:lvl7pPr>
            <a:lvl8pPr>
              <a:defRPr sz="1575" b="1">
                <a:solidFill>
                  <a:srgbClr val="007E78"/>
                </a:solidFill>
              </a:defRPr>
            </a:lvl8pPr>
            <a:lvl9pPr>
              <a:defRPr sz="1575" b="1">
                <a:solidFill>
                  <a:srgbClr val="007E78"/>
                </a:solidFill>
              </a:defRPr>
            </a:lvl9pPr>
          </a:lstStyle>
          <a:p xmlns:a="http://schemas.openxmlformats.org/drawingml/2006/main">
            <a:pPr>
              <a:buNone/>
              <a:defRPr sz="1575" b="1">
                <a:solidFill>
                  <a:srgbClr val="007E78"/>
                </a:solidFill>
              </a:defRPr>
            </a:pPr>
            <a:r>
              <a:rPr sz="1575" b="1">
                <a:solidFill>
                  <a:srgbClr val="007E78"/>
                </a:solidFill>
              </a:rPr>
              <a:t>Chart selection</a:t>
            </a:r>
          </a:p>
        </p:txBody>
      </p:sp>
      <p:sp>
        <p:nvSpPr>
          <p:cNvPr id="10" name="">
            <a:extLst xmlns:a="http://schemas.openxmlformats.org/drawingml/2006/main">
              <a:ext uri="{FF2B5EF4-FFF2-40B4-BE49-F238E27FC236}">
                <a16:creationId xmlns:a16="http://schemas.microsoft.com/office/drawing/2014/main" id="{9AC766F2-F187-48BD-9509-7E654179013C}"/>
              </a:ext>
            </a:extLst>
          </p:cNvPr>
          <p:cNvSpPr>
            <a:spLocks xmlns:a="http://schemas.openxmlformats.org/drawingml/2006/main" noGrp="1"/>
          </p:cNvSpPr>
          <p:nvPr/>
        </p:nvSpPr>
        <p:spPr>
          <a:xfrm xmlns:a="http://schemas.openxmlformats.org/drawingml/2006/main">
            <a:off x="3352800" y="2857500"/>
            <a:ext cx="7924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153047"/>
                </a:solidFill>
              </a:defRPr>
            </a:defPPr>
            <a:lvl1pPr>
              <a:defRPr sz="1575" b="0">
                <a:solidFill>
                  <a:srgbClr val="153047"/>
                </a:solidFill>
              </a:defRPr>
            </a:lvl1pPr>
            <a:lvl2pPr>
              <a:defRPr sz="1575" b="0">
                <a:solidFill>
                  <a:srgbClr val="153047"/>
                </a:solidFill>
              </a:defRPr>
            </a:lvl2pPr>
            <a:lvl3pPr>
              <a:defRPr sz="1575" b="0">
                <a:solidFill>
                  <a:srgbClr val="153047"/>
                </a:solidFill>
              </a:defRPr>
            </a:lvl3pPr>
            <a:lvl4pPr>
              <a:defRPr sz="1575" b="0">
                <a:solidFill>
                  <a:srgbClr val="153047"/>
                </a:solidFill>
              </a:defRPr>
            </a:lvl4pPr>
            <a:lvl5pPr>
              <a:defRPr sz="1575" b="0">
                <a:solidFill>
                  <a:srgbClr val="153047"/>
                </a:solidFill>
              </a:defRPr>
            </a:lvl5pPr>
            <a:lvl6pPr>
              <a:defRPr sz="1575" b="0">
                <a:solidFill>
                  <a:srgbClr val="153047"/>
                </a:solidFill>
              </a:defRPr>
            </a:lvl6pPr>
            <a:lvl7pPr>
              <a:defRPr sz="1575" b="0">
                <a:solidFill>
                  <a:srgbClr val="153047"/>
                </a:solidFill>
              </a:defRPr>
            </a:lvl7pPr>
            <a:lvl8pPr>
              <a:defRPr sz="1575" b="0">
                <a:solidFill>
                  <a:srgbClr val="153047"/>
                </a:solidFill>
              </a:defRPr>
            </a:lvl8pPr>
            <a:lvl9pPr>
              <a:defRPr sz="1575" b="0">
                <a:solidFill>
                  <a:srgbClr val="153047"/>
                </a:solidFill>
              </a:defRPr>
            </a:lvl9pPr>
          </a:lstStyle>
          <a:p xmlns:a="http://schemas.openxmlformats.org/drawingml/2006/main">
            <a:pPr>
              <a:buNone/>
              <a:defRPr sz="1575" b="0">
                <a:solidFill>
                  <a:srgbClr val="153047"/>
                </a:solidFill>
              </a:defRPr>
            </a:pPr>
            <a:r>
              <a:rPr sz="1575" b="0">
                <a:solidFill>
                  <a:srgbClr val="153047"/>
                </a:solidFill>
              </a:rPr>
              <a:t>The fixed chart tool chooses a plot suited to the selected columns and the stated objective.</a:t>
            </a:r>
          </a:p>
        </p:txBody>
      </p:sp>
      <p:sp>
        <p:nvSpPr>
          <p:cNvPr id="11" name="">
            <a:extLst xmlns:a="http://schemas.openxmlformats.org/drawingml/2006/main">
              <a:ext uri="{FF2B5EF4-FFF2-40B4-BE49-F238E27FC236}">
                <a16:creationId xmlns:a16="http://schemas.microsoft.com/office/drawing/2014/main" id="{31D8AAE3-F3F9-49FB-AFE2-2C392B0F94B0}"/>
              </a:ext>
            </a:extLst>
          </p:cNvPr>
          <p:cNvSpPr>
            <a:spLocks xmlns:a="http://schemas.openxmlformats.org/drawingml/2006/main" noGrp="1"/>
          </p:cNvSpPr>
          <p:nvPr/>
        </p:nvSpPr>
        <p:spPr>
          <a:xfrm xmlns:a="http://schemas.openxmlformats.org/drawingml/2006/main">
            <a:off x="704850" y="390525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007E78"/>
                </a:solidFill>
              </a:defRPr>
            </a:defPPr>
            <a:lvl1pPr>
              <a:defRPr sz="1575" b="1">
                <a:solidFill>
                  <a:srgbClr val="007E78"/>
                </a:solidFill>
              </a:defRPr>
            </a:lvl1pPr>
            <a:lvl2pPr>
              <a:defRPr sz="1575" b="1">
                <a:solidFill>
                  <a:srgbClr val="007E78"/>
                </a:solidFill>
              </a:defRPr>
            </a:lvl2pPr>
            <a:lvl3pPr>
              <a:defRPr sz="1575" b="1">
                <a:solidFill>
                  <a:srgbClr val="007E78"/>
                </a:solidFill>
              </a:defRPr>
            </a:lvl3pPr>
            <a:lvl4pPr>
              <a:defRPr sz="1575" b="1">
                <a:solidFill>
                  <a:srgbClr val="007E78"/>
                </a:solidFill>
              </a:defRPr>
            </a:lvl4pPr>
            <a:lvl5pPr>
              <a:defRPr sz="1575" b="1">
                <a:solidFill>
                  <a:srgbClr val="007E78"/>
                </a:solidFill>
              </a:defRPr>
            </a:lvl5pPr>
            <a:lvl6pPr>
              <a:defRPr sz="1575" b="1">
                <a:solidFill>
                  <a:srgbClr val="007E78"/>
                </a:solidFill>
              </a:defRPr>
            </a:lvl6pPr>
            <a:lvl7pPr>
              <a:defRPr sz="1575" b="1">
                <a:solidFill>
                  <a:srgbClr val="007E78"/>
                </a:solidFill>
              </a:defRPr>
            </a:lvl7pPr>
            <a:lvl8pPr>
              <a:defRPr sz="1575" b="1">
                <a:solidFill>
                  <a:srgbClr val="007E78"/>
                </a:solidFill>
              </a:defRPr>
            </a:lvl8pPr>
            <a:lvl9pPr>
              <a:defRPr sz="1575" b="1">
                <a:solidFill>
                  <a:srgbClr val="007E78"/>
                </a:solidFill>
              </a:defRPr>
            </a:lvl9pPr>
          </a:lstStyle>
          <a:p xmlns:a="http://schemas.openxmlformats.org/drawingml/2006/main">
            <a:pPr>
              <a:buNone/>
              <a:defRPr sz="1575" b="1">
                <a:solidFill>
                  <a:srgbClr val="007E78"/>
                </a:solidFill>
              </a:defRPr>
            </a:pPr>
            <a:r>
              <a:rPr sz="1575" b="1">
                <a:solidFill>
                  <a:srgbClr val="007E78"/>
                </a:solidFill>
              </a:rPr>
              <a:t>Traceability</a:t>
            </a:r>
          </a:p>
        </p:txBody>
      </p:sp>
      <p:sp>
        <p:nvSpPr>
          <p:cNvPr id="12" name="">
            <a:extLst xmlns:a="http://schemas.openxmlformats.org/drawingml/2006/main">
              <a:ext uri="{FF2B5EF4-FFF2-40B4-BE49-F238E27FC236}">
                <a16:creationId xmlns:a16="http://schemas.microsoft.com/office/drawing/2014/main" id="{E887F6A2-CFCA-4998-ACC0-3574E4D62952}"/>
              </a:ext>
            </a:extLst>
          </p:cNvPr>
          <p:cNvSpPr>
            <a:spLocks xmlns:a="http://schemas.openxmlformats.org/drawingml/2006/main" noGrp="1"/>
          </p:cNvSpPr>
          <p:nvPr/>
        </p:nvSpPr>
        <p:spPr>
          <a:xfrm xmlns:a="http://schemas.openxmlformats.org/drawingml/2006/main">
            <a:off x="3352800" y="3905250"/>
            <a:ext cx="7924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153047"/>
                </a:solidFill>
              </a:defRPr>
            </a:defPPr>
            <a:lvl1pPr>
              <a:defRPr sz="1575" b="0">
                <a:solidFill>
                  <a:srgbClr val="153047"/>
                </a:solidFill>
              </a:defRPr>
            </a:lvl1pPr>
            <a:lvl2pPr>
              <a:defRPr sz="1575" b="0">
                <a:solidFill>
                  <a:srgbClr val="153047"/>
                </a:solidFill>
              </a:defRPr>
            </a:lvl2pPr>
            <a:lvl3pPr>
              <a:defRPr sz="1575" b="0">
                <a:solidFill>
                  <a:srgbClr val="153047"/>
                </a:solidFill>
              </a:defRPr>
            </a:lvl3pPr>
            <a:lvl4pPr>
              <a:defRPr sz="1575" b="0">
                <a:solidFill>
                  <a:srgbClr val="153047"/>
                </a:solidFill>
              </a:defRPr>
            </a:lvl4pPr>
            <a:lvl5pPr>
              <a:defRPr sz="1575" b="0">
                <a:solidFill>
                  <a:srgbClr val="153047"/>
                </a:solidFill>
              </a:defRPr>
            </a:lvl5pPr>
            <a:lvl6pPr>
              <a:defRPr sz="1575" b="0">
                <a:solidFill>
                  <a:srgbClr val="153047"/>
                </a:solidFill>
              </a:defRPr>
            </a:lvl6pPr>
            <a:lvl7pPr>
              <a:defRPr sz="1575" b="0">
                <a:solidFill>
                  <a:srgbClr val="153047"/>
                </a:solidFill>
              </a:defRPr>
            </a:lvl7pPr>
            <a:lvl8pPr>
              <a:defRPr sz="1575" b="0">
                <a:solidFill>
                  <a:srgbClr val="153047"/>
                </a:solidFill>
              </a:defRPr>
            </a:lvl8pPr>
            <a:lvl9pPr>
              <a:defRPr sz="1575" b="0">
                <a:solidFill>
                  <a:srgbClr val="153047"/>
                </a:solidFill>
              </a:defRPr>
            </a:lvl9pPr>
          </a:lstStyle>
          <a:p xmlns:a="http://schemas.openxmlformats.org/drawingml/2006/main">
            <a:pPr>
              <a:buNone/>
              <a:defRPr sz="1575" b="0">
                <a:solidFill>
                  <a:srgbClr val="153047"/>
                </a:solidFill>
              </a:defRPr>
            </a:pPr>
            <a:r>
              <a:rPr sz="1575" b="0">
                <a:solidFill>
                  <a:srgbClr val="153047"/>
                </a:solidFill>
              </a:rPr>
              <a:t>Each chart names its source file, columns, plotted rows, and the values represented.</a:t>
            </a:r>
          </a:p>
        </p:txBody>
      </p:sp>
      <p:sp>
        <p:nvSpPr>
          <p:cNvPr id="13" name="">
            <a:extLst xmlns:a="http://schemas.openxmlformats.org/drawingml/2006/main">
              <a:ext uri="{FF2B5EF4-FFF2-40B4-BE49-F238E27FC236}">
                <a16:creationId xmlns:a16="http://schemas.microsoft.com/office/drawing/2014/main" id="{433C0AE9-240C-4115-BD37-137628C11001}"/>
              </a:ext>
            </a:extLst>
          </p:cNvPr>
          <p:cNvSpPr>
            <a:spLocks xmlns:a="http://schemas.openxmlformats.org/drawingml/2006/main" noGrp="1"/>
          </p:cNvSpPr>
          <p:nvPr/>
        </p:nvSpPr>
        <p:spPr>
          <a:xfrm xmlns:a="http://schemas.openxmlformats.org/drawingml/2006/main">
            <a:off x="704850" y="495300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007E78"/>
                </a:solidFill>
              </a:defRPr>
            </a:defPPr>
            <a:lvl1pPr>
              <a:defRPr sz="1575" b="1">
                <a:solidFill>
                  <a:srgbClr val="007E78"/>
                </a:solidFill>
              </a:defRPr>
            </a:lvl1pPr>
            <a:lvl2pPr>
              <a:defRPr sz="1575" b="1">
                <a:solidFill>
                  <a:srgbClr val="007E78"/>
                </a:solidFill>
              </a:defRPr>
            </a:lvl2pPr>
            <a:lvl3pPr>
              <a:defRPr sz="1575" b="1">
                <a:solidFill>
                  <a:srgbClr val="007E78"/>
                </a:solidFill>
              </a:defRPr>
            </a:lvl3pPr>
            <a:lvl4pPr>
              <a:defRPr sz="1575" b="1">
                <a:solidFill>
                  <a:srgbClr val="007E78"/>
                </a:solidFill>
              </a:defRPr>
            </a:lvl4pPr>
            <a:lvl5pPr>
              <a:defRPr sz="1575" b="1">
                <a:solidFill>
                  <a:srgbClr val="007E78"/>
                </a:solidFill>
              </a:defRPr>
            </a:lvl5pPr>
            <a:lvl6pPr>
              <a:defRPr sz="1575" b="1">
                <a:solidFill>
                  <a:srgbClr val="007E78"/>
                </a:solidFill>
              </a:defRPr>
            </a:lvl6pPr>
            <a:lvl7pPr>
              <a:defRPr sz="1575" b="1">
                <a:solidFill>
                  <a:srgbClr val="007E78"/>
                </a:solidFill>
              </a:defRPr>
            </a:lvl7pPr>
            <a:lvl8pPr>
              <a:defRPr sz="1575" b="1">
                <a:solidFill>
                  <a:srgbClr val="007E78"/>
                </a:solidFill>
              </a:defRPr>
            </a:lvl8pPr>
            <a:lvl9pPr>
              <a:defRPr sz="1575" b="1">
                <a:solidFill>
                  <a:srgbClr val="007E78"/>
                </a:solidFill>
              </a:defRPr>
            </a:lvl9pPr>
          </a:lstStyle>
          <a:p xmlns:a="http://schemas.openxmlformats.org/drawingml/2006/main">
            <a:pPr>
              <a:buNone/>
              <a:defRPr sz="1575" b="1">
                <a:solidFill>
                  <a:srgbClr val="007E78"/>
                </a:solidFill>
              </a:defRPr>
            </a:pPr>
            <a:r>
              <a:rPr sz="1575" b="1">
                <a:solidFill>
                  <a:srgbClr val="007E78"/>
                </a:solidFill>
              </a:rPr>
              <a:t>Boundary</a:t>
            </a:r>
          </a:p>
        </p:txBody>
      </p:sp>
      <p:sp>
        <p:nvSpPr>
          <p:cNvPr id="14" name="">
            <a:extLst xmlns:a="http://schemas.openxmlformats.org/drawingml/2006/main">
              <a:ext uri="{FF2B5EF4-FFF2-40B4-BE49-F238E27FC236}">
                <a16:creationId xmlns:a16="http://schemas.microsoft.com/office/drawing/2014/main" id="{5BAF7FEE-A9B6-4FA8-8F3C-700EFE64FBD8}"/>
              </a:ext>
            </a:extLst>
          </p:cNvPr>
          <p:cNvSpPr>
            <a:spLocks xmlns:a="http://schemas.openxmlformats.org/drawingml/2006/main" noGrp="1"/>
          </p:cNvSpPr>
          <p:nvPr/>
        </p:nvSpPr>
        <p:spPr>
          <a:xfrm xmlns:a="http://schemas.openxmlformats.org/drawingml/2006/main">
            <a:off x="3352800" y="4953000"/>
            <a:ext cx="7924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153047"/>
                </a:solidFill>
              </a:defRPr>
            </a:defPPr>
            <a:lvl1pPr>
              <a:defRPr sz="1575" b="0">
                <a:solidFill>
                  <a:srgbClr val="153047"/>
                </a:solidFill>
              </a:defRPr>
            </a:lvl1pPr>
            <a:lvl2pPr>
              <a:defRPr sz="1575" b="0">
                <a:solidFill>
                  <a:srgbClr val="153047"/>
                </a:solidFill>
              </a:defRPr>
            </a:lvl2pPr>
            <a:lvl3pPr>
              <a:defRPr sz="1575" b="0">
                <a:solidFill>
                  <a:srgbClr val="153047"/>
                </a:solidFill>
              </a:defRPr>
            </a:lvl3pPr>
            <a:lvl4pPr>
              <a:defRPr sz="1575" b="0">
                <a:solidFill>
                  <a:srgbClr val="153047"/>
                </a:solidFill>
              </a:defRPr>
            </a:lvl4pPr>
            <a:lvl5pPr>
              <a:defRPr sz="1575" b="0">
                <a:solidFill>
                  <a:srgbClr val="153047"/>
                </a:solidFill>
              </a:defRPr>
            </a:lvl5pPr>
            <a:lvl6pPr>
              <a:defRPr sz="1575" b="0">
                <a:solidFill>
                  <a:srgbClr val="153047"/>
                </a:solidFill>
              </a:defRPr>
            </a:lvl6pPr>
            <a:lvl7pPr>
              <a:defRPr sz="1575" b="0">
                <a:solidFill>
                  <a:srgbClr val="153047"/>
                </a:solidFill>
              </a:defRPr>
            </a:lvl7pPr>
            <a:lvl8pPr>
              <a:defRPr sz="1575" b="0">
                <a:solidFill>
                  <a:srgbClr val="153047"/>
                </a:solidFill>
              </a:defRPr>
            </a:lvl8pPr>
            <a:lvl9pPr>
              <a:defRPr sz="1575" b="0">
                <a:solidFill>
                  <a:srgbClr val="153047"/>
                </a:solidFill>
              </a:defRPr>
            </a:lvl9pPr>
          </a:lstStyle>
          <a:p xmlns:a="http://schemas.openxmlformats.org/drawingml/2006/main">
            <a:pPr>
              <a:buNone/>
              <a:defRPr sz="1575" b="0">
                <a:solidFill>
                  <a:srgbClr val="153047"/>
                </a:solidFill>
              </a:defRPr>
            </a:pPr>
            <a:r>
              <a:rPr sz="1575" b="0">
                <a:solidFill>
                  <a:srgbClr val="153047"/>
                </a:solidFill>
              </a:rPr>
              <a:t>A chart summarizes selected relationships; one automatic chart cannot reveal every pattern in an arbitrary dataset.</a:t>
            </a:r>
          </a:p>
        </p:txBody>
      </p:sp>
    </p:spTree>
    <p:extLst>
      <p:ext uri="{BB962C8B-B14F-4D97-AF65-F5344CB8AC3E}">
        <p14:creationId xmlns:p14="http://schemas.microsoft.com/office/powerpoint/2010/main" val="1394807758"/>
      </p:ext>
    </p:extLst>
  </p:cSld>
</p:sld>
</file>

<file path=ppt/slides/slide42.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486C49A-A5AB-4185-AF58-F8BE3AFB4EAC}"/>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E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C08F88A-3E31-4144-A3F8-60F616D66E7A}"/>
              </a:ext>
            </a:extLst>
          </p:cNvPr>
          <p:cNvSpPr>
            <a:spLocks xmlns:a="http://schemas.openxmlformats.org/drawingml/2006/main" noGrp="1"/>
          </p:cNvSpPr>
          <p:nvPr/>
        </p:nvSpPr>
        <p:spPr>
          <a:xfrm xmlns:a="http://schemas.openxmlformats.org/drawingml/2006/main">
            <a:off x="609600" y="323850"/>
            <a:ext cx="1009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07E78"/>
                </a:solidFill>
              </a:defRPr>
            </a:defPPr>
            <a:lvl1pPr>
              <a:defRPr sz="1125" b="1">
                <a:solidFill>
                  <a:srgbClr val="007E78"/>
                </a:solidFill>
              </a:defRPr>
            </a:lvl1pPr>
            <a:lvl2pPr>
              <a:defRPr sz="1125" b="1">
                <a:solidFill>
                  <a:srgbClr val="007E78"/>
                </a:solidFill>
              </a:defRPr>
            </a:lvl2pPr>
            <a:lvl3pPr>
              <a:defRPr sz="1125" b="1">
                <a:solidFill>
                  <a:srgbClr val="007E78"/>
                </a:solidFill>
              </a:defRPr>
            </a:lvl3pPr>
            <a:lvl4pPr>
              <a:defRPr sz="1125" b="1">
                <a:solidFill>
                  <a:srgbClr val="007E78"/>
                </a:solidFill>
              </a:defRPr>
            </a:lvl4pPr>
            <a:lvl5pPr>
              <a:defRPr sz="1125" b="1">
                <a:solidFill>
                  <a:srgbClr val="007E78"/>
                </a:solidFill>
              </a:defRPr>
            </a:lvl5pPr>
            <a:lvl6pPr>
              <a:defRPr sz="1125" b="1">
                <a:solidFill>
                  <a:srgbClr val="007E78"/>
                </a:solidFill>
              </a:defRPr>
            </a:lvl6pPr>
            <a:lvl7pPr>
              <a:defRPr sz="1125" b="1">
                <a:solidFill>
                  <a:srgbClr val="007E78"/>
                </a:solidFill>
              </a:defRPr>
            </a:lvl7pPr>
            <a:lvl8pPr>
              <a:defRPr sz="1125" b="1">
                <a:solidFill>
                  <a:srgbClr val="007E78"/>
                </a:solidFill>
              </a:defRPr>
            </a:lvl8pPr>
            <a:lvl9pPr>
              <a:defRPr sz="1125" b="1">
                <a:solidFill>
                  <a:srgbClr val="007E78"/>
                </a:solidFill>
              </a:defRPr>
            </a:lvl9pPr>
          </a:lstStyle>
          <a:p xmlns:a="http://schemas.openxmlformats.org/drawingml/2006/main">
            <a:pPr>
              <a:buNone/>
              <a:defRPr sz="1125" b="1">
                <a:solidFill>
                  <a:srgbClr val="007E78"/>
                </a:solidFill>
              </a:defRPr>
            </a:pPr>
            <a:r>
              <a:rPr sz="1125" b="1">
                <a:solidFill>
                  <a:srgbClr val="007E78"/>
                </a:solidFill>
              </a:rPr>
              <a:t>41  DEMONSTRATED CONTRIBUTION</a:t>
            </a:r>
          </a:p>
        </p:txBody>
      </p:sp>
      <p:sp>
        <p:nvSpPr>
          <p:cNvPr id="3" name="">
            <a:extLst xmlns:a="http://schemas.openxmlformats.org/drawingml/2006/main">
              <a:ext uri="{FF2B5EF4-FFF2-40B4-BE49-F238E27FC236}">
                <a16:creationId xmlns:a16="http://schemas.microsoft.com/office/drawing/2014/main" id="{725FF7F2-9306-4F6F-9B12-D0B131EC50D1}"/>
              </a:ext>
            </a:extLst>
          </p:cNvPr>
          <p:cNvSpPr>
            <a:spLocks xmlns:a="http://schemas.openxmlformats.org/drawingml/2006/main" noGrp="1"/>
          </p:cNvSpPr>
          <p:nvPr/>
        </p:nvSpPr>
        <p:spPr>
          <a:xfrm xmlns:a="http://schemas.openxmlformats.org/drawingml/2006/main">
            <a:off x="609600" y="685800"/>
            <a:ext cx="10858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10243A"/>
                </a:solidFill>
              </a:defRPr>
            </a:defPPr>
            <a:lvl1pPr>
              <a:defRPr sz="2850" b="1">
                <a:solidFill>
                  <a:srgbClr val="10243A"/>
                </a:solidFill>
              </a:defRPr>
            </a:lvl1pPr>
            <a:lvl2pPr>
              <a:defRPr sz="2850" b="1">
                <a:solidFill>
                  <a:srgbClr val="10243A"/>
                </a:solidFill>
              </a:defRPr>
            </a:lvl2pPr>
            <a:lvl3pPr>
              <a:defRPr sz="2850" b="1">
                <a:solidFill>
                  <a:srgbClr val="10243A"/>
                </a:solidFill>
              </a:defRPr>
            </a:lvl3pPr>
            <a:lvl4pPr>
              <a:defRPr sz="2850" b="1">
                <a:solidFill>
                  <a:srgbClr val="10243A"/>
                </a:solidFill>
              </a:defRPr>
            </a:lvl4pPr>
            <a:lvl5pPr>
              <a:defRPr sz="2850" b="1">
                <a:solidFill>
                  <a:srgbClr val="10243A"/>
                </a:solidFill>
              </a:defRPr>
            </a:lvl5pPr>
            <a:lvl6pPr>
              <a:defRPr sz="2850" b="1">
                <a:solidFill>
                  <a:srgbClr val="10243A"/>
                </a:solidFill>
              </a:defRPr>
            </a:lvl6pPr>
            <a:lvl7pPr>
              <a:defRPr sz="2850" b="1">
                <a:solidFill>
                  <a:srgbClr val="10243A"/>
                </a:solidFill>
              </a:defRPr>
            </a:lvl7pPr>
            <a:lvl8pPr>
              <a:defRPr sz="2850" b="1">
                <a:solidFill>
                  <a:srgbClr val="10243A"/>
                </a:solidFill>
              </a:defRPr>
            </a:lvl8pPr>
            <a:lvl9pPr>
              <a:defRPr sz="2850" b="1">
                <a:solidFill>
                  <a:srgbClr val="10243A"/>
                </a:solidFill>
              </a:defRPr>
            </a:lvl9pPr>
          </a:lstStyle>
          <a:p xmlns:a="http://schemas.openxmlformats.org/drawingml/2006/main">
            <a:pPr>
              <a:buNone/>
              <a:defRPr sz="2850" b="1">
                <a:solidFill>
                  <a:srgbClr val="10243A"/>
                </a:solidFill>
              </a:defRPr>
            </a:pPr>
            <a:r>
              <a:rPr sz="2850" b="1">
                <a:solidFill>
                  <a:srgbClr val="10243A"/>
                </a:solidFill>
              </a:rPr>
              <a:t>Final review conclusion</a:t>
            </a:r>
          </a:p>
        </p:txBody>
      </p:sp>
      <p:sp>
        <p:nvSpPr>
          <p:cNvPr id="4" name="">
            <a:extLst xmlns:a="http://schemas.openxmlformats.org/drawingml/2006/main">
              <a:ext uri="{FF2B5EF4-FFF2-40B4-BE49-F238E27FC236}">
                <a16:creationId xmlns:a16="http://schemas.microsoft.com/office/drawing/2014/main" id="{6E86B171-13DF-48B8-961B-08C4BC581681}"/>
              </a:ext>
            </a:extLst>
          </p:cNvPr>
          <p:cNvSpPr>
            <a:spLocks xmlns:a="http://schemas.openxmlformats.org/drawingml/2006/main" noGrp="1"/>
          </p:cNvSpPr>
          <p:nvPr/>
        </p:nvSpPr>
        <p:spPr>
          <a:xfrm xmlns:a="http://schemas.openxmlformats.org/drawingml/2006/main">
            <a:off x="609600" y="6324600"/>
            <a:ext cx="10972800" cy="9525"/>
          </a:xfrm>
          <a:prstGeom xmlns:a="http://schemas.openxmlformats.org/drawingml/2006/main" prst="rect">
            <a:avLst/>
          </a:prstGeom>
          <a:solidFill xmlns:a="http://schemas.openxmlformats.org/drawingml/2006/main">
            <a:srgbClr val="D7E3E9"/>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25F40AE-3303-4318-841C-182C1B87456A}"/>
              </a:ext>
            </a:extLst>
          </p:cNvPr>
          <p:cNvSpPr>
            <a:spLocks xmlns:a="http://schemas.openxmlformats.org/drawingml/2006/main" noGrp="1"/>
          </p:cNvSpPr>
          <p:nvPr/>
        </p:nvSpPr>
        <p:spPr>
          <a:xfrm xmlns:a="http://schemas.openxmlformats.org/drawingml/2006/main">
            <a:off x="609600" y="6429375"/>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AgentFlow  |  Final Review</a:t>
            </a:r>
          </a:p>
        </p:txBody>
      </p:sp>
      <p:sp>
        <p:nvSpPr>
          <p:cNvPr id="6" name="">
            <a:extLst xmlns:a="http://schemas.openxmlformats.org/drawingml/2006/main">
              <a:ext uri="{FF2B5EF4-FFF2-40B4-BE49-F238E27FC236}">
                <a16:creationId xmlns:a16="http://schemas.microsoft.com/office/drawing/2014/main" id="{5E55FE18-E6D2-43DF-840B-91C6EB6CD04D}"/>
              </a:ext>
            </a:extLst>
          </p:cNvPr>
          <p:cNvSpPr>
            <a:spLocks xmlns:a="http://schemas.openxmlformats.org/drawingml/2006/main" noGrp="1"/>
          </p:cNvSpPr>
          <p:nvPr/>
        </p:nvSpPr>
        <p:spPr>
          <a:xfrm xmlns:a="http://schemas.openxmlformats.org/drawingml/2006/main">
            <a:off x="11029950" y="6429375"/>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87185"/>
                </a:solidFill>
              </a:defRPr>
            </a:defPPr>
            <a:lvl1pPr>
              <a:defRPr sz="1050" b="0">
                <a:solidFill>
                  <a:srgbClr val="587185"/>
                </a:solidFill>
              </a:defRPr>
            </a:lvl1pPr>
            <a:lvl2pPr>
              <a:defRPr sz="1050" b="0">
                <a:solidFill>
                  <a:srgbClr val="587185"/>
                </a:solidFill>
              </a:defRPr>
            </a:lvl2pPr>
            <a:lvl3pPr>
              <a:defRPr sz="1050" b="0">
                <a:solidFill>
                  <a:srgbClr val="587185"/>
                </a:solidFill>
              </a:defRPr>
            </a:lvl3pPr>
            <a:lvl4pPr>
              <a:defRPr sz="1050" b="0">
                <a:solidFill>
                  <a:srgbClr val="587185"/>
                </a:solidFill>
              </a:defRPr>
            </a:lvl4pPr>
            <a:lvl5pPr>
              <a:defRPr sz="1050" b="0">
                <a:solidFill>
                  <a:srgbClr val="587185"/>
                </a:solidFill>
              </a:defRPr>
            </a:lvl5pPr>
            <a:lvl6pPr>
              <a:defRPr sz="1050" b="0">
                <a:solidFill>
                  <a:srgbClr val="587185"/>
                </a:solidFill>
              </a:defRPr>
            </a:lvl6pPr>
            <a:lvl7pPr>
              <a:defRPr sz="1050" b="0">
                <a:solidFill>
                  <a:srgbClr val="587185"/>
                </a:solidFill>
              </a:defRPr>
            </a:lvl7pPr>
            <a:lvl8pPr>
              <a:defRPr sz="1050" b="0">
                <a:solidFill>
                  <a:srgbClr val="587185"/>
                </a:solidFill>
              </a:defRPr>
            </a:lvl8pPr>
            <a:lvl9pPr>
              <a:defRPr sz="1050" b="0">
                <a:solidFill>
                  <a:srgbClr val="587185"/>
                </a:solidFill>
              </a:defRPr>
            </a:lvl9pPr>
          </a:lstStyle>
          <a:p xmlns:a="http://schemas.openxmlformats.org/drawingml/2006/main">
            <a:pPr>
              <a:buNone/>
              <a:defRPr sz="1050" b="0">
                <a:solidFill>
                  <a:srgbClr val="587185"/>
                </a:solidFill>
              </a:defRPr>
            </a:pPr>
            <a:r>
              <a:rPr sz="1050" b="0">
                <a:solidFill>
                  <a:srgbClr val="587185"/>
                </a:solidFill>
              </a:rPr>
              <a:t>42</a:t>
            </a:r>
          </a:p>
        </p:txBody>
      </p:sp>
      <p:sp>
        <p:nvSpPr>
          <p:cNvPr id="7" name="">
            <a:extLst xmlns:a="http://schemas.openxmlformats.org/drawingml/2006/main">
              <a:ext uri="{FF2B5EF4-FFF2-40B4-BE49-F238E27FC236}">
                <a16:creationId xmlns:a16="http://schemas.microsoft.com/office/drawing/2014/main" id="{43D11EE1-3A6A-4E60-B359-F60192C7E137}"/>
              </a:ext>
            </a:extLst>
          </p:cNvPr>
          <p:cNvSpPr>
            <a:spLocks xmlns:a="http://schemas.openxmlformats.org/drawingml/2006/main" noGrp="1"/>
          </p:cNvSpPr>
          <p:nvPr/>
        </p:nvSpPr>
        <p:spPr>
          <a:xfrm xmlns:a="http://schemas.openxmlformats.org/drawingml/2006/main">
            <a:off x="723900" y="1905000"/>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1">
                <a:solidFill>
                  <a:srgbClr val="007E78"/>
                </a:solidFill>
              </a:defRPr>
            </a:defPPr>
            <a:lvl1pPr>
              <a:defRPr sz="2325" b="1">
                <a:solidFill>
                  <a:srgbClr val="007E78"/>
                </a:solidFill>
              </a:defRPr>
            </a:lvl1pPr>
            <a:lvl2pPr>
              <a:defRPr sz="2325" b="1">
                <a:solidFill>
                  <a:srgbClr val="007E78"/>
                </a:solidFill>
              </a:defRPr>
            </a:lvl2pPr>
            <a:lvl3pPr>
              <a:defRPr sz="2325" b="1">
                <a:solidFill>
                  <a:srgbClr val="007E78"/>
                </a:solidFill>
              </a:defRPr>
            </a:lvl3pPr>
            <a:lvl4pPr>
              <a:defRPr sz="2325" b="1">
                <a:solidFill>
                  <a:srgbClr val="007E78"/>
                </a:solidFill>
              </a:defRPr>
            </a:lvl4pPr>
            <a:lvl5pPr>
              <a:defRPr sz="2325" b="1">
                <a:solidFill>
                  <a:srgbClr val="007E78"/>
                </a:solidFill>
              </a:defRPr>
            </a:lvl5pPr>
            <a:lvl6pPr>
              <a:defRPr sz="2325" b="1">
                <a:solidFill>
                  <a:srgbClr val="007E78"/>
                </a:solidFill>
              </a:defRPr>
            </a:lvl6pPr>
            <a:lvl7pPr>
              <a:defRPr sz="2325" b="1">
                <a:solidFill>
                  <a:srgbClr val="007E78"/>
                </a:solidFill>
              </a:defRPr>
            </a:lvl7pPr>
            <a:lvl8pPr>
              <a:defRPr sz="2325" b="1">
                <a:solidFill>
                  <a:srgbClr val="007E78"/>
                </a:solidFill>
              </a:defRPr>
            </a:lvl8pPr>
            <a:lvl9pPr>
              <a:defRPr sz="2325" b="1">
                <a:solidFill>
                  <a:srgbClr val="007E78"/>
                </a:solidFill>
              </a:defRPr>
            </a:lvl9pPr>
          </a:lstStyle>
          <a:p xmlns:a="http://schemas.openxmlformats.org/drawingml/2006/main">
            <a:pPr>
              <a:buNone/>
              <a:defRPr sz="2325" b="1">
                <a:solidFill>
                  <a:srgbClr val="007E78"/>
                </a:solidFill>
              </a:defRPr>
            </a:pPr>
            <a:r>
              <a:rPr sz="2325" b="1">
                <a:solidFill>
                  <a:srgbClr val="007E78"/>
                </a:solidFill>
              </a:rPr>
              <a:t>What the prototype demonstrates</a:t>
            </a:r>
          </a:p>
        </p:txBody>
      </p:sp>
      <p:sp>
        <p:nvSpPr>
          <p:cNvPr id="8" name="">
            <a:extLst xmlns:a="http://schemas.openxmlformats.org/drawingml/2006/main">
              <a:ext uri="{FF2B5EF4-FFF2-40B4-BE49-F238E27FC236}">
                <a16:creationId xmlns:a16="http://schemas.microsoft.com/office/drawing/2014/main" id="{AD9100C4-4DEC-4562-9B79-711ECCC39D2F}"/>
              </a:ext>
            </a:extLst>
          </p:cNvPr>
          <p:cNvSpPr>
            <a:spLocks xmlns:a="http://schemas.openxmlformats.org/drawingml/2006/main" noGrp="1"/>
          </p:cNvSpPr>
          <p:nvPr/>
        </p:nvSpPr>
        <p:spPr>
          <a:xfrm xmlns:a="http://schemas.openxmlformats.org/drawingml/2006/main">
            <a:off x="723900" y="2609850"/>
            <a:ext cx="10382250" cy="1952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0243A"/>
                </a:solidFill>
              </a:defRPr>
            </a:defPPr>
            <a:lvl1pPr>
              <a:defRPr sz="2025" b="0">
                <a:solidFill>
                  <a:srgbClr val="10243A"/>
                </a:solidFill>
              </a:defRPr>
            </a:lvl1pPr>
            <a:lvl2pPr>
              <a:defRPr sz="2025" b="0">
                <a:solidFill>
                  <a:srgbClr val="10243A"/>
                </a:solidFill>
              </a:defRPr>
            </a:lvl2pPr>
            <a:lvl3pPr>
              <a:defRPr sz="2025" b="0">
                <a:solidFill>
                  <a:srgbClr val="10243A"/>
                </a:solidFill>
              </a:defRPr>
            </a:lvl3pPr>
            <a:lvl4pPr>
              <a:defRPr sz="2025" b="0">
                <a:solidFill>
                  <a:srgbClr val="10243A"/>
                </a:solidFill>
              </a:defRPr>
            </a:lvl4pPr>
            <a:lvl5pPr>
              <a:defRPr sz="2025" b="0">
                <a:solidFill>
                  <a:srgbClr val="10243A"/>
                </a:solidFill>
              </a:defRPr>
            </a:lvl5pPr>
            <a:lvl6pPr>
              <a:defRPr sz="2025" b="0">
                <a:solidFill>
                  <a:srgbClr val="10243A"/>
                </a:solidFill>
              </a:defRPr>
            </a:lvl6pPr>
            <a:lvl7pPr>
              <a:defRPr sz="2025" b="0">
                <a:solidFill>
                  <a:srgbClr val="10243A"/>
                </a:solidFill>
              </a:defRPr>
            </a:lvl7pPr>
            <a:lvl8pPr>
              <a:defRPr sz="2025" b="0">
                <a:solidFill>
                  <a:srgbClr val="10243A"/>
                </a:solidFill>
              </a:defRPr>
            </a:lvl8pPr>
            <a:lvl9pPr>
              <a:defRPr sz="2025" b="0">
                <a:solidFill>
                  <a:srgbClr val="10243A"/>
                </a:solidFill>
              </a:defRPr>
            </a:lvl9pPr>
          </a:lstStyle>
          <a:p xmlns:a="http://schemas.openxmlformats.org/drawingml/2006/main">
            <a:pPr>
              <a:buNone/>
              <a:defRPr sz="2025" b="0">
                <a:solidFill>
                  <a:srgbClr val="10243A"/>
                </a:solidFill>
              </a:defRPr>
            </a:pPr>
            <a:r>
              <a:rPr sz="2025" b="0">
                <a:solidFill>
                  <a:srgbClr val="10243A"/>
                </a:solidFill>
              </a:rPr>
              <a:t>A user objective becomes a checked task graph. Each task receives permitted evidence and a role. The controller records every transition, and the final report remains traceable to its inputs.</a:t>
            </a:r>
          </a:p>
        </p:txBody>
      </p:sp>
      <p:sp>
        <p:nvSpPr>
          <p:cNvPr id="9" name="">
            <a:extLst xmlns:a="http://schemas.openxmlformats.org/drawingml/2006/main">
              <a:ext uri="{FF2B5EF4-FFF2-40B4-BE49-F238E27FC236}">
                <a16:creationId xmlns:a16="http://schemas.microsoft.com/office/drawing/2014/main" id="{6E040D98-1FB2-48A1-8446-E368D0376C24}"/>
              </a:ext>
            </a:extLst>
          </p:cNvPr>
          <p:cNvSpPr>
            <a:spLocks xmlns:a="http://schemas.openxmlformats.org/drawingml/2006/main" noGrp="1"/>
          </p:cNvSpPr>
          <p:nvPr/>
        </p:nvSpPr>
        <p:spPr>
          <a:xfrm xmlns:a="http://schemas.openxmlformats.org/drawingml/2006/main">
            <a:off x="685800" y="5143500"/>
            <a:ext cx="10782300" cy="457200"/>
          </a:xfrm>
          <a:prstGeom xmlns:a="http://schemas.openxmlformats.org/drawingml/2006/main" prst="rect">
            <a:avLst/>
          </a:prstGeom>
          <a:solidFill xmlns:a="http://schemas.openxmlformats.org/drawingml/2006/main">
            <a:srgbClr val="E5F3F1"/>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87017DE-E2BD-4136-A84A-1ED6519A2BF1}"/>
              </a:ext>
            </a:extLst>
          </p:cNvPr>
          <p:cNvSpPr>
            <a:spLocks xmlns:a="http://schemas.openxmlformats.org/drawingml/2006/main" noGrp="1"/>
          </p:cNvSpPr>
          <p:nvPr/>
        </p:nvSpPr>
        <p:spPr>
          <a:xfrm xmlns:a="http://schemas.openxmlformats.org/drawingml/2006/main">
            <a:off x="838200" y="5219700"/>
            <a:ext cx="10458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1">
                <a:solidFill>
                  <a:srgbClr val="10243A"/>
                </a:solidFill>
              </a:defRPr>
            </a:defPPr>
            <a:lvl1pPr>
              <a:defRPr sz="1425" b="1">
                <a:solidFill>
                  <a:srgbClr val="10243A"/>
                </a:solidFill>
              </a:defRPr>
            </a:lvl1pPr>
            <a:lvl2pPr>
              <a:defRPr sz="1425" b="1">
                <a:solidFill>
                  <a:srgbClr val="10243A"/>
                </a:solidFill>
              </a:defRPr>
            </a:lvl2pPr>
            <a:lvl3pPr>
              <a:defRPr sz="1425" b="1">
                <a:solidFill>
                  <a:srgbClr val="10243A"/>
                </a:solidFill>
              </a:defRPr>
            </a:lvl3pPr>
            <a:lvl4pPr>
              <a:defRPr sz="1425" b="1">
                <a:solidFill>
                  <a:srgbClr val="10243A"/>
                </a:solidFill>
              </a:defRPr>
            </a:lvl4pPr>
            <a:lvl5pPr>
              <a:defRPr sz="1425" b="1">
                <a:solidFill>
                  <a:srgbClr val="10243A"/>
                </a:solidFill>
              </a:defRPr>
            </a:lvl5pPr>
            <a:lvl6pPr>
              <a:defRPr sz="1425" b="1">
                <a:solidFill>
                  <a:srgbClr val="10243A"/>
                </a:solidFill>
              </a:defRPr>
            </a:lvl6pPr>
            <a:lvl7pPr>
              <a:defRPr sz="1425" b="1">
                <a:solidFill>
                  <a:srgbClr val="10243A"/>
                </a:solidFill>
              </a:defRPr>
            </a:lvl7pPr>
            <a:lvl8pPr>
              <a:defRPr sz="1425" b="1">
                <a:solidFill>
                  <a:srgbClr val="10243A"/>
                </a:solidFill>
              </a:defRPr>
            </a:lvl8pPr>
            <a:lvl9pPr>
              <a:defRPr sz="1425" b="1">
                <a:solidFill>
                  <a:srgbClr val="10243A"/>
                </a:solidFill>
              </a:defRPr>
            </a:lvl9pPr>
          </a:lstStyle>
          <a:p xmlns:a="http://schemas.openxmlformats.org/drawingml/2006/main">
            <a:pPr>
              <a:buNone/>
              <a:defRPr sz="1425" b="1">
                <a:solidFill>
                  <a:srgbClr val="10243A"/>
                </a:solidFill>
              </a:defRPr>
            </a:pPr>
            <a:r>
              <a:rPr sz="1425" b="1">
                <a:solidFill>
                  <a:srgbClr val="10243A"/>
                </a:solidFill>
              </a:rPr>
              <a:t>A validated draft supports the researcher; it does not replace scientific review.</a:t>
            </a:r>
          </a:p>
        </p:txBody>
      </p:sp>
    </p:spTree>
    <p:extLst>
      <p:ext uri="{BB962C8B-B14F-4D97-AF65-F5344CB8AC3E}">
        <p14:creationId xmlns:p14="http://schemas.microsoft.com/office/powerpoint/2010/main" val="29631922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2026-10-27T18:22:16.4240000Z</dcterms:created>
  <dcterms:modified xsi:type="dcterms:W3CDTF">2026-10-27T18:22:16.4250000Z</dcterms:modified>
</coreProperties>
</file>